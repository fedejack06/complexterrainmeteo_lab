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7E_7D2E8EFF.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76_37AECC9E.xml" ContentType="application/vnd.ms-powerpoint.comments+xml"/>
  <Override PartName="/ppt/notesSlides/notesSlide21.xml" ContentType="application/vnd.openxmlformats-officedocument.presentationml.notesSlide+xml"/>
  <Override PartName="/ppt/comments/modernComment_178_F044CA37.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1"/>
  </p:sldMasterIdLst>
  <p:notesMasterIdLst>
    <p:notesMasterId r:id="rId82"/>
  </p:notesMasterIdLst>
  <p:sldIdLst>
    <p:sldId id="256" r:id="rId2"/>
    <p:sldId id="277" r:id="rId3"/>
    <p:sldId id="321" r:id="rId4"/>
    <p:sldId id="325" r:id="rId5"/>
    <p:sldId id="263" r:id="rId6"/>
    <p:sldId id="360" r:id="rId7"/>
    <p:sldId id="264" r:id="rId8"/>
    <p:sldId id="261" r:id="rId9"/>
    <p:sldId id="270" r:id="rId10"/>
    <p:sldId id="284" r:id="rId11"/>
    <p:sldId id="285" r:id="rId12"/>
    <p:sldId id="286" r:id="rId13"/>
    <p:sldId id="287" r:id="rId14"/>
    <p:sldId id="289" r:id="rId15"/>
    <p:sldId id="294" r:id="rId16"/>
    <p:sldId id="291" r:id="rId17"/>
    <p:sldId id="319" r:id="rId18"/>
    <p:sldId id="401" r:id="rId19"/>
    <p:sldId id="400" r:id="rId20"/>
    <p:sldId id="265" r:id="rId21"/>
    <p:sldId id="262" r:id="rId22"/>
    <p:sldId id="295" r:id="rId23"/>
    <p:sldId id="296" r:id="rId24"/>
    <p:sldId id="298" r:id="rId25"/>
    <p:sldId id="297" r:id="rId26"/>
    <p:sldId id="280" r:id="rId27"/>
    <p:sldId id="281" r:id="rId28"/>
    <p:sldId id="299" r:id="rId29"/>
    <p:sldId id="260" r:id="rId30"/>
    <p:sldId id="301" r:id="rId31"/>
    <p:sldId id="333" r:id="rId32"/>
    <p:sldId id="334" r:id="rId33"/>
    <p:sldId id="320" r:id="rId34"/>
    <p:sldId id="361" r:id="rId35"/>
    <p:sldId id="259" r:id="rId36"/>
    <p:sldId id="363" r:id="rId37"/>
    <p:sldId id="258" r:id="rId38"/>
    <p:sldId id="257" r:id="rId39"/>
    <p:sldId id="369" r:id="rId40"/>
    <p:sldId id="371" r:id="rId41"/>
    <p:sldId id="403" r:id="rId42"/>
    <p:sldId id="406" r:id="rId43"/>
    <p:sldId id="405" r:id="rId44"/>
    <p:sldId id="382" r:id="rId45"/>
    <p:sldId id="372" r:id="rId46"/>
    <p:sldId id="378" r:id="rId47"/>
    <p:sldId id="374" r:id="rId48"/>
    <p:sldId id="375" r:id="rId49"/>
    <p:sldId id="376" r:id="rId50"/>
    <p:sldId id="377" r:id="rId51"/>
    <p:sldId id="385" r:id="rId52"/>
    <p:sldId id="387" r:id="rId53"/>
    <p:sldId id="396" r:id="rId54"/>
    <p:sldId id="367" r:id="rId55"/>
    <p:sldId id="379" r:id="rId56"/>
    <p:sldId id="365" r:id="rId57"/>
    <p:sldId id="397" r:id="rId58"/>
    <p:sldId id="366" r:id="rId59"/>
    <p:sldId id="380" r:id="rId60"/>
    <p:sldId id="395" r:id="rId61"/>
    <p:sldId id="391" r:id="rId62"/>
    <p:sldId id="392" r:id="rId63"/>
    <p:sldId id="390" r:id="rId64"/>
    <p:sldId id="393" r:id="rId65"/>
    <p:sldId id="394" r:id="rId66"/>
    <p:sldId id="271" r:id="rId67"/>
    <p:sldId id="318" r:id="rId68"/>
    <p:sldId id="398" r:id="rId69"/>
    <p:sldId id="399" r:id="rId70"/>
    <p:sldId id="315" r:id="rId71"/>
    <p:sldId id="272" r:id="rId72"/>
    <p:sldId id="324" r:id="rId73"/>
    <p:sldId id="384" r:id="rId74"/>
    <p:sldId id="317" r:id="rId75"/>
    <p:sldId id="323" r:id="rId76"/>
    <p:sldId id="308" r:id="rId77"/>
    <p:sldId id="273" r:id="rId78"/>
    <p:sldId id="267" r:id="rId79"/>
    <p:sldId id="326" r:id="rId80"/>
    <p:sldId id="329"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D29FD7E-C18D-46EB-926F-D3D8D7F3E950}">
          <p14:sldIdLst>
            <p14:sldId id="256"/>
            <p14:sldId id="277"/>
            <p14:sldId id="321"/>
            <p14:sldId id="325"/>
          </p14:sldIdLst>
        </p14:section>
        <p14:section name="WRF" id="{49416709-EB4F-4E1D-97DF-D02BF784BC21}">
          <p14:sldIdLst>
            <p14:sldId id="263"/>
            <p14:sldId id="360"/>
            <p14:sldId id="264"/>
            <p14:sldId id="261"/>
            <p14:sldId id="270"/>
            <p14:sldId id="284"/>
            <p14:sldId id="285"/>
            <p14:sldId id="286"/>
            <p14:sldId id="287"/>
            <p14:sldId id="289"/>
            <p14:sldId id="294"/>
          </p14:sldIdLst>
        </p14:section>
        <p14:section name="Experience" id="{9A5DF238-ACA6-4280-93C4-9B6E183FCC5F}">
          <p14:sldIdLst>
            <p14:sldId id="291"/>
            <p14:sldId id="319"/>
            <p14:sldId id="401"/>
            <p14:sldId id="400"/>
            <p14:sldId id="265"/>
            <p14:sldId id="262"/>
            <p14:sldId id="295"/>
            <p14:sldId id="296"/>
            <p14:sldId id="298"/>
            <p14:sldId id="297"/>
            <p14:sldId id="280"/>
            <p14:sldId id="281"/>
            <p14:sldId id="299"/>
          </p14:sldIdLst>
        </p14:section>
        <p14:section name="Flow over a hill" id="{1DAC9FF3-021A-4CD9-9368-AF76793A2763}">
          <p14:sldIdLst>
            <p14:sldId id="260"/>
            <p14:sldId id="301"/>
            <p14:sldId id="333"/>
            <p14:sldId id="334"/>
          </p14:sldIdLst>
        </p14:section>
        <p14:section name="Part 0" id="{2E627D81-9CDA-405C-9403-D789E87D5912}">
          <p14:sldIdLst>
            <p14:sldId id="320"/>
            <p14:sldId id="361"/>
            <p14:sldId id="259"/>
            <p14:sldId id="363"/>
            <p14:sldId id="258"/>
            <p14:sldId id="257"/>
          </p14:sldIdLst>
        </p14:section>
        <p14:section name="Part 1.1" id="{57C0B5C4-907F-D348-B2B1-13FBB6A36E85}">
          <p14:sldIdLst>
            <p14:sldId id="369"/>
            <p14:sldId id="371"/>
            <p14:sldId id="403"/>
            <p14:sldId id="406"/>
            <p14:sldId id="405"/>
            <p14:sldId id="382"/>
            <p14:sldId id="372"/>
            <p14:sldId id="378"/>
            <p14:sldId id="374"/>
            <p14:sldId id="375"/>
            <p14:sldId id="376"/>
            <p14:sldId id="377"/>
            <p14:sldId id="385"/>
            <p14:sldId id="387"/>
            <p14:sldId id="396"/>
          </p14:sldIdLst>
        </p14:section>
        <p14:section name="Part 1.2" id="{A11576A3-8E76-3C4D-BE97-315019BA7859}">
          <p14:sldIdLst>
            <p14:sldId id="367"/>
            <p14:sldId id="379"/>
            <p14:sldId id="365"/>
            <p14:sldId id="397"/>
            <p14:sldId id="366"/>
          </p14:sldIdLst>
        </p14:section>
        <p14:section name="Part 2" id="{644F2ECF-70DA-E74C-8CEF-D39D53B406E6}">
          <p14:sldIdLst>
            <p14:sldId id="380"/>
            <p14:sldId id="395"/>
            <p14:sldId id="391"/>
            <p14:sldId id="392"/>
            <p14:sldId id="390"/>
            <p14:sldId id="393"/>
            <p14:sldId id="394"/>
          </p14:sldIdLst>
        </p14:section>
        <p14:section name="Bonus: fire/grid" id="{FFA3A21A-655F-B64D-BC42-D298A4C7D763}">
          <p14:sldIdLst>
            <p14:sldId id="271"/>
            <p14:sldId id="318"/>
            <p14:sldId id="398"/>
            <p14:sldId id="399"/>
          </p14:sldIdLst>
        </p14:section>
        <p14:section name="Extra and references" id="{85DBAD11-C7C7-44FF-8732-88985E2BE948}">
          <p14:sldIdLst>
            <p14:sldId id="315"/>
            <p14:sldId id="272"/>
            <p14:sldId id="324"/>
            <p14:sldId id="384"/>
            <p14:sldId id="317"/>
            <p14:sldId id="323"/>
            <p14:sldId id="308"/>
            <p14:sldId id="273"/>
          </p14:sldIdLst>
        </p14:section>
        <p14:section name="Backup slides" id="{82EB6603-9B3A-4098-A1CF-8DDFE0646F75}">
          <p14:sldIdLst>
            <p14:sldId id="267"/>
            <p14:sldId id="326"/>
            <p14:sldId id="329"/>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CF6D5C-1E41-E333-AB1C-19F4424B2FE5}" name="Laura Sandra Leo" initials="LL" userId="S::laurasandra.leo@unibo.it::cb5c8a9f-d9ce-40fc-9ac7-34dfa3687a79" providerId="AD"/>
  <p188:author id="{ECD5867E-9609-EEF4-D6E3-8E03D220E003}" name="Simona Rinaldi" initials="SR" userId="S::simona.rinaldi7@unibo.it::29925aa0-83e0-48cf-b4dc-54eab132a6a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976C6"/>
    <a:srgbClr val="DCDDDE"/>
    <a:srgbClr val="F2F2F2"/>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E9F480-DE59-D24E-9DEE-022179E0D194}" v="4270" dt="2025-12-19T10:19:55.1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94"/>
  </p:normalViewPr>
  <p:slideViewPr>
    <p:cSldViewPr snapToGrid="0">
      <p:cViewPr varScale="1">
        <p:scale>
          <a:sx n="121" d="100"/>
          <a:sy n="121" d="100"/>
        </p:scale>
        <p:origin x="3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89" Type="http://schemas.microsoft.com/office/2018/10/relationships/authors" Targe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a Rinaldi" userId="S::simona.rinaldi7@unibo.it::29925aa0-83e0-48cf-b4dc-54eab132a6a9" providerId="AD" clId="Web-{3DC58DCD-590F-592A-23A7-DFDF4D71DD80}"/>
    <pc:docChg chg="modSld">
      <pc:chgData name="Simona Rinaldi" userId="S::simona.rinaldi7@unibo.it::29925aa0-83e0-48cf-b4dc-54eab132a6a9" providerId="AD" clId="Web-{3DC58DCD-590F-592A-23A7-DFDF4D71DD80}" dt="2025-12-09T14:40:33.580" v="2" actId="1076"/>
      <pc:docMkLst>
        <pc:docMk/>
      </pc:docMkLst>
    </pc:docChg>
  </pc:docChgLst>
  <pc:docChgLst>
    <pc:chgData name="Laura Sandra Leo" userId="S::laurasandra.leo@unibo.it::cb5c8a9f-d9ce-40fc-9ac7-34dfa3687a79" providerId="AD" clId="Web-{838E5F88-C66F-94AE-D29D-28EC59C59FE2}"/>
    <pc:docChg chg="modSld">
      <pc:chgData name="Laura Sandra Leo" userId="S::laurasandra.leo@unibo.it::cb5c8a9f-d9ce-40fc-9ac7-34dfa3687a79" providerId="AD" clId="Web-{838E5F88-C66F-94AE-D29D-28EC59C59FE2}" dt="2025-12-17T17:08:39.272" v="71"/>
      <pc:docMkLst>
        <pc:docMk/>
      </pc:docMkLst>
      <pc:sldChg chg="modNotes">
        <pc:chgData name="Laura Sandra Leo" userId="S::laurasandra.leo@unibo.it::cb5c8a9f-d9ce-40fc-9ac7-34dfa3687a79" providerId="AD" clId="Web-{838E5F88-C66F-94AE-D29D-28EC59C59FE2}" dt="2025-12-17T17:08:39.272" v="71"/>
        <pc:sldMkLst>
          <pc:docMk/>
          <pc:sldMk cId="55769237" sldId="394"/>
        </pc:sldMkLst>
      </pc:sldChg>
    </pc:docChg>
  </pc:docChgLst>
  <pc:docChgLst>
    <pc:chgData name="Simona Rinaldi" userId="S::simona.rinaldi7@unibo.it::29925aa0-83e0-48cf-b4dc-54eab132a6a9" providerId="AD" clId="Web-{9D1781B2-B69C-E6E0-D146-CFA133B6C3F9}"/>
    <pc:docChg chg="modSld">
      <pc:chgData name="Simona Rinaldi" userId="S::simona.rinaldi7@unibo.it::29925aa0-83e0-48cf-b4dc-54eab132a6a9" providerId="AD" clId="Web-{9D1781B2-B69C-E6E0-D146-CFA133B6C3F9}" dt="2025-12-09T14:39:49.882" v="250" actId="20577"/>
      <pc:docMkLst>
        <pc:docMk/>
      </pc:docMkLst>
    </pc:docChg>
  </pc:docChgLst>
  <pc:docChgLst>
    <pc:chgData name="Laura Sandra Leo" userId="S::laurasandra.leo@unibo.it::cb5c8a9f-d9ce-40fc-9ac7-34dfa3687a79" providerId="AD" clId="Web-{D6FF0288-D8D5-9504-8776-1D578C34E361}"/>
    <pc:docChg chg="modSld">
      <pc:chgData name="Laura Sandra Leo" userId="S::laurasandra.leo@unibo.it::cb5c8a9f-d9ce-40fc-9ac7-34dfa3687a79" providerId="AD" clId="Web-{D6FF0288-D8D5-9504-8776-1D578C34E361}" dt="2025-12-11T08:12:06.225" v="1"/>
      <pc:docMkLst>
        <pc:docMk/>
      </pc:docMkLst>
      <pc:sldChg chg="mod modShow">
        <pc:chgData name="Laura Sandra Leo" userId="S::laurasandra.leo@unibo.it::cb5c8a9f-d9ce-40fc-9ac7-34dfa3687a79" providerId="AD" clId="Web-{D6FF0288-D8D5-9504-8776-1D578C34E361}" dt="2025-12-11T08:12:06.162" v="0"/>
        <pc:sldMkLst>
          <pc:docMk/>
          <pc:sldMk cId="680765521" sldId="326"/>
        </pc:sldMkLst>
      </pc:sldChg>
      <pc:sldChg chg="mod modShow">
        <pc:chgData name="Laura Sandra Leo" userId="S::laurasandra.leo@unibo.it::cb5c8a9f-d9ce-40fc-9ac7-34dfa3687a79" providerId="AD" clId="Web-{D6FF0288-D8D5-9504-8776-1D578C34E361}" dt="2025-12-11T08:12:06.225" v="1"/>
        <pc:sldMkLst>
          <pc:docMk/>
          <pc:sldMk cId="2165851004" sldId="329"/>
        </pc:sldMkLst>
      </pc:sldChg>
    </pc:docChg>
  </pc:docChgLst>
  <pc:docChgLst>
    <pc:chgData name="Simona Rinaldi" userId="29925aa0-83e0-48cf-b4dc-54eab132a6a9" providerId="ADAL" clId="{488564E8-35D4-537E-829E-54AE84E3E08F}"/>
    <pc:docChg chg="undo redo custSel addSld delSld modSld sldOrd modMainMaster addSection delSection modSection modNotesMaster">
      <pc:chgData name="Simona Rinaldi" userId="29925aa0-83e0-48cf-b4dc-54eab132a6a9" providerId="ADAL" clId="{488564E8-35D4-537E-829E-54AE84E3E08F}" dt="2025-12-19T10:45:58.816" v="16426" actId="20578"/>
      <pc:docMkLst>
        <pc:docMk/>
      </pc:docMkLst>
      <pc:sldChg chg="modSp mod">
        <pc:chgData name="Simona Rinaldi" userId="29925aa0-83e0-48cf-b4dc-54eab132a6a9" providerId="ADAL" clId="{488564E8-35D4-537E-829E-54AE84E3E08F}" dt="2025-12-10T18:43:19.254" v="2815" actId="1076"/>
        <pc:sldMkLst>
          <pc:docMk/>
          <pc:sldMk cId="109857222" sldId="256"/>
        </pc:sldMkLst>
        <pc:spChg chg="mod">
          <ac:chgData name="Simona Rinaldi" userId="29925aa0-83e0-48cf-b4dc-54eab132a6a9" providerId="ADAL" clId="{488564E8-35D4-537E-829E-54AE84E3E08F}" dt="2025-12-10T18:43:19.254" v="2815" actId="1076"/>
          <ac:spMkLst>
            <pc:docMk/>
            <pc:sldMk cId="109857222" sldId="256"/>
            <ac:spMk id="4" creationId="{D0D06CE8-82CA-378A-EC2F-85B90D476C9C}"/>
          </ac:spMkLst>
        </pc:spChg>
      </pc:sldChg>
      <pc:sldChg chg="addSp delSp modSp add mod ord">
        <pc:chgData name="Simona Rinaldi" userId="29925aa0-83e0-48cf-b4dc-54eab132a6a9" providerId="ADAL" clId="{488564E8-35D4-537E-829E-54AE84E3E08F}" dt="2025-12-16T13:52:03.005" v="11827" actId="1035"/>
        <pc:sldMkLst>
          <pc:docMk/>
          <pc:sldMk cId="942885539" sldId="257"/>
        </pc:sldMkLst>
        <pc:spChg chg="add mod">
          <ac:chgData name="Simona Rinaldi" userId="29925aa0-83e0-48cf-b4dc-54eab132a6a9" providerId="ADAL" clId="{488564E8-35D4-537E-829E-54AE84E3E08F}" dt="2025-12-14T15:58:06.275" v="5745"/>
          <ac:spMkLst>
            <pc:docMk/>
            <pc:sldMk cId="942885539" sldId="257"/>
            <ac:spMk id="2" creationId="{2B12BE42-9CAA-E138-FD64-6BFF4754C0AE}"/>
          </ac:spMkLst>
        </pc:spChg>
        <pc:spChg chg="add mod">
          <ac:chgData name="Simona Rinaldi" userId="29925aa0-83e0-48cf-b4dc-54eab132a6a9" providerId="ADAL" clId="{488564E8-35D4-537E-829E-54AE84E3E08F}" dt="2025-12-15T14:22:04.147" v="8044" actId="1036"/>
          <ac:spMkLst>
            <pc:docMk/>
            <pc:sldMk cId="942885539" sldId="257"/>
            <ac:spMk id="6" creationId="{BE80CE0D-AA06-5FFA-1AD7-EDCAE366F953}"/>
          </ac:spMkLst>
        </pc:spChg>
        <pc:spChg chg="add mod">
          <ac:chgData name="Simona Rinaldi" userId="29925aa0-83e0-48cf-b4dc-54eab132a6a9" providerId="ADAL" clId="{488564E8-35D4-537E-829E-54AE84E3E08F}" dt="2025-12-10T21:21:27.977" v="3729"/>
          <ac:spMkLst>
            <pc:docMk/>
            <pc:sldMk cId="942885539" sldId="257"/>
            <ac:spMk id="7" creationId="{6A9B970D-946E-352D-82BD-EFF25338C266}"/>
          </ac:spMkLst>
        </pc:spChg>
        <pc:spChg chg="add mod">
          <ac:chgData name="Simona Rinaldi" userId="29925aa0-83e0-48cf-b4dc-54eab132a6a9" providerId="ADAL" clId="{488564E8-35D4-537E-829E-54AE84E3E08F}" dt="2025-12-10T21:41:35.392" v="3830"/>
          <ac:spMkLst>
            <pc:docMk/>
            <pc:sldMk cId="942885539" sldId="257"/>
            <ac:spMk id="9" creationId="{8BE20ACF-12D2-338E-DB1E-75CFD8105C5A}"/>
          </ac:spMkLst>
        </pc:spChg>
        <pc:picChg chg="add mod">
          <ac:chgData name="Simona Rinaldi" userId="29925aa0-83e0-48cf-b4dc-54eab132a6a9" providerId="ADAL" clId="{488564E8-35D4-537E-829E-54AE84E3E08F}" dt="2025-12-16T13:52:03.005" v="11827" actId="1035"/>
          <ac:picMkLst>
            <pc:docMk/>
            <pc:sldMk cId="942885539" sldId="257"/>
            <ac:picMk id="3" creationId="{7AFE07E9-E0BD-4D22-D09A-DAEF82346ED9}"/>
          </ac:picMkLst>
        </pc:picChg>
      </pc:sldChg>
      <pc:sldChg chg="addSp delSp modSp add mod ord modNotesTx">
        <pc:chgData name="Simona Rinaldi" userId="29925aa0-83e0-48cf-b4dc-54eab132a6a9" providerId="ADAL" clId="{488564E8-35D4-537E-829E-54AE84E3E08F}" dt="2025-12-16T13:50:42.238" v="11824" actId="14826"/>
        <pc:sldMkLst>
          <pc:docMk/>
          <pc:sldMk cId="240812909" sldId="258"/>
        </pc:sldMkLst>
        <pc:spChg chg="add mod">
          <ac:chgData name="Simona Rinaldi" userId="29925aa0-83e0-48cf-b4dc-54eab132a6a9" providerId="ADAL" clId="{488564E8-35D4-537E-829E-54AE84E3E08F}" dt="2025-12-14T15:57:58.330" v="5744"/>
          <ac:spMkLst>
            <pc:docMk/>
            <pc:sldMk cId="240812909" sldId="258"/>
            <ac:spMk id="2" creationId="{62DA16BB-8416-BEA9-FAD2-FB97175C551B}"/>
          </ac:spMkLst>
        </pc:spChg>
        <pc:spChg chg="add mod">
          <ac:chgData name="Simona Rinaldi" userId="29925aa0-83e0-48cf-b4dc-54eab132a6a9" providerId="ADAL" clId="{488564E8-35D4-537E-829E-54AE84E3E08F}" dt="2025-12-10T21:21:48.894" v="3734"/>
          <ac:spMkLst>
            <pc:docMk/>
            <pc:sldMk cId="240812909" sldId="258"/>
            <ac:spMk id="6" creationId="{27060BF1-8A8D-F2E7-8675-D837F1BD5155}"/>
          </ac:spMkLst>
        </pc:spChg>
        <pc:spChg chg="add mod">
          <ac:chgData name="Simona Rinaldi" userId="29925aa0-83e0-48cf-b4dc-54eab132a6a9" providerId="ADAL" clId="{488564E8-35D4-537E-829E-54AE84E3E08F}" dt="2025-12-10T21:41:35.392" v="3830"/>
          <ac:spMkLst>
            <pc:docMk/>
            <pc:sldMk cId="240812909" sldId="258"/>
            <ac:spMk id="8" creationId="{1B06917B-8F06-B5E1-31D2-C6C17A37FAEC}"/>
          </ac:spMkLst>
        </pc:spChg>
        <pc:spChg chg="add mod">
          <ac:chgData name="Simona Rinaldi" userId="29925aa0-83e0-48cf-b4dc-54eab132a6a9" providerId="ADAL" clId="{488564E8-35D4-537E-829E-54AE84E3E08F}" dt="2025-12-10T21:41:51.357" v="3833" actId="20577"/>
          <ac:spMkLst>
            <pc:docMk/>
            <pc:sldMk cId="240812909" sldId="258"/>
            <ac:spMk id="9" creationId="{73FA8606-077A-9162-0C27-FA953C6FF732}"/>
          </ac:spMkLst>
        </pc:spChg>
        <pc:picChg chg="add mod">
          <ac:chgData name="Simona Rinaldi" userId="29925aa0-83e0-48cf-b4dc-54eab132a6a9" providerId="ADAL" clId="{488564E8-35D4-537E-829E-54AE84E3E08F}" dt="2025-12-16T13:50:42.238" v="11824" actId="14826"/>
          <ac:picMkLst>
            <pc:docMk/>
            <pc:sldMk cId="240812909" sldId="258"/>
            <ac:picMk id="3" creationId="{D0A83E22-5910-4FBE-6C1B-94524063BA9E}"/>
          </ac:picMkLst>
        </pc:picChg>
      </pc:sldChg>
      <pc:sldChg chg="addSp delSp modSp add mod">
        <pc:chgData name="Simona Rinaldi" userId="29925aa0-83e0-48cf-b4dc-54eab132a6a9" providerId="ADAL" clId="{488564E8-35D4-537E-829E-54AE84E3E08F}" dt="2025-12-11T08:07:33.111" v="4002" actId="20577"/>
        <pc:sldMkLst>
          <pc:docMk/>
          <pc:sldMk cId="2163396405" sldId="259"/>
        </pc:sldMkLst>
        <pc:spChg chg="mod">
          <ac:chgData name="Simona Rinaldi" userId="29925aa0-83e0-48cf-b4dc-54eab132a6a9" providerId="ADAL" clId="{488564E8-35D4-537E-829E-54AE84E3E08F}" dt="2025-12-11T08:07:33.111" v="4002" actId="20577"/>
          <ac:spMkLst>
            <pc:docMk/>
            <pc:sldMk cId="2163396405" sldId="259"/>
            <ac:spMk id="3" creationId="{4BD85606-CCBE-DEBE-4732-9E528CE391A4}"/>
          </ac:spMkLst>
        </pc:spChg>
        <pc:spChg chg="add mod">
          <ac:chgData name="Simona Rinaldi" userId="29925aa0-83e0-48cf-b4dc-54eab132a6a9" providerId="ADAL" clId="{488564E8-35D4-537E-829E-54AE84E3E08F}" dt="2025-12-10T21:25:09.608" v="3754"/>
          <ac:spMkLst>
            <pc:docMk/>
            <pc:sldMk cId="2163396405" sldId="259"/>
            <ac:spMk id="6" creationId="{87789E93-1FE0-37D4-3CFC-A042849A10A7}"/>
          </ac:spMkLst>
        </pc:spChg>
        <pc:spChg chg="mod">
          <ac:chgData name="Simona Rinaldi" userId="29925aa0-83e0-48cf-b4dc-54eab132a6a9" providerId="ADAL" clId="{488564E8-35D4-537E-829E-54AE84E3E08F}" dt="2025-12-11T08:07:23.102" v="3998" actId="20577"/>
          <ac:spMkLst>
            <pc:docMk/>
            <pc:sldMk cId="2163396405" sldId="259"/>
            <ac:spMk id="7" creationId="{6ACB8D8D-24DA-BA42-0BC9-2CF29F97E057}"/>
          </ac:spMkLst>
        </pc:spChg>
        <pc:spChg chg="add mod">
          <ac:chgData name="Simona Rinaldi" userId="29925aa0-83e0-48cf-b4dc-54eab132a6a9" providerId="ADAL" clId="{488564E8-35D4-537E-829E-54AE84E3E08F}" dt="2025-12-10T21:41:35.392" v="3830"/>
          <ac:spMkLst>
            <pc:docMk/>
            <pc:sldMk cId="2163396405" sldId="259"/>
            <ac:spMk id="8" creationId="{8A636F51-94A2-091A-5BE9-80767A6F5114}"/>
          </ac:spMkLst>
        </pc:spChg>
      </pc:sldChg>
      <pc:sldChg chg="modSp mod">
        <pc:chgData name="Simona Rinaldi" userId="29925aa0-83e0-48cf-b4dc-54eab132a6a9" providerId="ADAL" clId="{488564E8-35D4-537E-829E-54AE84E3E08F}" dt="2025-12-09T22:44:25.706" v="793" actId="20577"/>
        <pc:sldMkLst>
          <pc:docMk/>
          <pc:sldMk cId="713383012" sldId="260"/>
        </pc:sldMkLst>
        <pc:spChg chg="mod">
          <ac:chgData name="Simona Rinaldi" userId="29925aa0-83e0-48cf-b4dc-54eab132a6a9" providerId="ADAL" clId="{488564E8-35D4-537E-829E-54AE84E3E08F}" dt="2025-12-09T22:44:25.706" v="793" actId="20577"/>
          <ac:spMkLst>
            <pc:docMk/>
            <pc:sldMk cId="713383012" sldId="260"/>
            <ac:spMk id="3" creationId="{A2B4BC89-D4B2-C7AC-5BA5-B4C916360D31}"/>
          </ac:spMkLst>
        </pc:spChg>
      </pc:sldChg>
      <pc:sldChg chg="modSp mod modNotes">
        <pc:chgData name="Simona Rinaldi" userId="29925aa0-83e0-48cf-b4dc-54eab132a6a9" providerId="ADAL" clId="{488564E8-35D4-537E-829E-54AE84E3E08F}" dt="2025-12-10T19:08:59.074" v="3314" actId="1036"/>
        <pc:sldMkLst>
          <pc:docMk/>
          <pc:sldMk cId="3624138293" sldId="261"/>
        </pc:sldMkLst>
        <pc:spChg chg="mod">
          <ac:chgData name="Simona Rinaldi" userId="29925aa0-83e0-48cf-b4dc-54eab132a6a9" providerId="ADAL" clId="{488564E8-35D4-537E-829E-54AE84E3E08F}" dt="2025-12-10T19:08:59.074" v="3314" actId="1036"/>
          <ac:spMkLst>
            <pc:docMk/>
            <pc:sldMk cId="3624138293" sldId="261"/>
            <ac:spMk id="3" creationId="{A2B4BC89-D4B2-C7AC-5BA5-B4C916360D31}"/>
          </ac:spMkLst>
        </pc:spChg>
        <pc:spChg chg="mod">
          <ac:chgData name="Simona Rinaldi" userId="29925aa0-83e0-48cf-b4dc-54eab132a6a9" providerId="ADAL" clId="{488564E8-35D4-537E-829E-54AE84E3E08F}" dt="2025-12-10T19:08:55.334" v="3312" actId="1038"/>
          <ac:spMkLst>
            <pc:docMk/>
            <pc:sldMk cId="3624138293" sldId="261"/>
            <ac:spMk id="4" creationId="{F9E0C77F-B71C-BC3B-86B2-1C66974FBEAF}"/>
          </ac:spMkLst>
        </pc:spChg>
      </pc:sldChg>
      <pc:sldChg chg="modSp mod">
        <pc:chgData name="Simona Rinaldi" userId="29925aa0-83e0-48cf-b4dc-54eab132a6a9" providerId="ADAL" clId="{488564E8-35D4-537E-829E-54AE84E3E08F}" dt="2025-12-10T20:14:13.025" v="3451" actId="1038"/>
        <pc:sldMkLst>
          <pc:docMk/>
          <pc:sldMk cId="4175929424" sldId="262"/>
        </pc:sldMkLst>
        <pc:spChg chg="mod">
          <ac:chgData name="Simona Rinaldi" userId="29925aa0-83e0-48cf-b4dc-54eab132a6a9" providerId="ADAL" clId="{488564E8-35D4-537E-829E-54AE84E3E08F}" dt="2025-12-10T20:14:13.025" v="3451" actId="1038"/>
          <ac:spMkLst>
            <pc:docMk/>
            <pc:sldMk cId="4175929424" sldId="262"/>
            <ac:spMk id="12" creationId="{148776FD-B8C7-198E-AFDE-7091E7A7AC23}"/>
          </ac:spMkLst>
        </pc:spChg>
      </pc:sldChg>
      <pc:sldChg chg="modSp mod">
        <pc:chgData name="Simona Rinaldi" userId="29925aa0-83e0-48cf-b4dc-54eab132a6a9" providerId="ADAL" clId="{488564E8-35D4-537E-829E-54AE84E3E08F}" dt="2025-12-11T12:51:29.976" v="4142" actId="27636"/>
        <pc:sldMkLst>
          <pc:docMk/>
          <pc:sldMk cId="2365537507" sldId="265"/>
        </pc:sldMkLst>
        <pc:spChg chg="mod">
          <ac:chgData name="Simona Rinaldi" userId="29925aa0-83e0-48cf-b4dc-54eab132a6a9" providerId="ADAL" clId="{488564E8-35D4-537E-829E-54AE84E3E08F}" dt="2025-12-11T12:51:29.976" v="4142" actId="27636"/>
          <ac:spMkLst>
            <pc:docMk/>
            <pc:sldMk cId="2365537507" sldId="265"/>
            <ac:spMk id="3" creationId="{96CC30E1-C608-18D7-E85E-A25CBFA1B029}"/>
          </ac:spMkLst>
        </pc:spChg>
      </pc:sldChg>
      <pc:sldChg chg="modSp add mod modShow">
        <pc:chgData name="Simona Rinaldi" userId="29925aa0-83e0-48cf-b4dc-54eab132a6a9" providerId="ADAL" clId="{488564E8-35D4-537E-829E-54AE84E3E08F}" dt="2025-12-10T19:22:48.425" v="3377" actId="20577"/>
        <pc:sldMkLst>
          <pc:docMk/>
          <pc:sldMk cId="510926340" sldId="267"/>
        </pc:sldMkLst>
        <pc:spChg chg="mod">
          <ac:chgData name="Simona Rinaldi" userId="29925aa0-83e0-48cf-b4dc-54eab132a6a9" providerId="ADAL" clId="{488564E8-35D4-537E-829E-54AE84E3E08F}" dt="2025-12-10T19:22:48.425" v="3377" actId="20577"/>
          <ac:spMkLst>
            <pc:docMk/>
            <pc:sldMk cId="510926340" sldId="267"/>
            <ac:spMk id="3" creationId="{A2B4BC89-D4B2-C7AC-5BA5-B4C916360D31}"/>
          </ac:spMkLst>
        </pc:spChg>
      </pc:sldChg>
      <pc:sldChg chg="modSp add mod modShow">
        <pc:chgData name="Simona Rinaldi" userId="29925aa0-83e0-48cf-b4dc-54eab132a6a9" providerId="ADAL" clId="{488564E8-35D4-537E-829E-54AE84E3E08F}" dt="2025-12-17T22:49:28.828" v="13344" actId="729"/>
        <pc:sldMkLst>
          <pc:docMk/>
          <pc:sldMk cId="1456038629" sldId="271"/>
        </pc:sldMkLst>
        <pc:spChg chg="mod">
          <ac:chgData name="Simona Rinaldi" userId="29925aa0-83e0-48cf-b4dc-54eab132a6a9" providerId="ADAL" clId="{488564E8-35D4-537E-829E-54AE84E3E08F}" dt="2025-12-17T22:49:14.997" v="13343" actId="20577"/>
          <ac:spMkLst>
            <pc:docMk/>
            <pc:sldMk cId="1456038629" sldId="271"/>
            <ac:spMk id="2" creationId="{17528F84-90D3-5175-6F17-2F0DF94FD634}"/>
          </ac:spMkLst>
        </pc:spChg>
      </pc:sldChg>
      <pc:sldChg chg="modSp mod">
        <pc:chgData name="Simona Rinaldi" userId="29925aa0-83e0-48cf-b4dc-54eab132a6a9" providerId="ADAL" clId="{488564E8-35D4-537E-829E-54AE84E3E08F}" dt="2025-12-15T16:19:52.278" v="9267" actId="14100"/>
        <pc:sldMkLst>
          <pc:docMk/>
          <pc:sldMk cId="3639152027" sldId="272"/>
        </pc:sldMkLst>
        <pc:spChg chg="mod">
          <ac:chgData name="Simona Rinaldi" userId="29925aa0-83e0-48cf-b4dc-54eab132a6a9" providerId="ADAL" clId="{488564E8-35D4-537E-829E-54AE84E3E08F}" dt="2025-12-15T16:19:17.386" v="9263" actId="108"/>
          <ac:spMkLst>
            <pc:docMk/>
            <pc:sldMk cId="3639152027" sldId="272"/>
            <ac:spMk id="3" creationId="{5449FF30-86B3-42D9-8C11-A254B71C33FA}"/>
          </ac:spMkLst>
        </pc:spChg>
        <pc:spChg chg="mod">
          <ac:chgData name="Simona Rinaldi" userId="29925aa0-83e0-48cf-b4dc-54eab132a6a9" providerId="ADAL" clId="{488564E8-35D4-537E-829E-54AE84E3E08F}" dt="2025-12-15T16:19:26.149" v="9264" actId="1076"/>
          <ac:spMkLst>
            <pc:docMk/>
            <pc:sldMk cId="3639152027" sldId="272"/>
            <ac:spMk id="4" creationId="{FDE6BF1C-5241-CB40-5A04-E0E2242E8A29}"/>
          </ac:spMkLst>
        </pc:spChg>
        <pc:spChg chg="mod">
          <ac:chgData name="Simona Rinaldi" userId="29925aa0-83e0-48cf-b4dc-54eab132a6a9" providerId="ADAL" clId="{488564E8-35D4-537E-829E-54AE84E3E08F}" dt="2025-12-15T16:19:52.278" v="9267" actId="14100"/>
          <ac:spMkLst>
            <pc:docMk/>
            <pc:sldMk cId="3639152027" sldId="272"/>
            <ac:spMk id="6" creationId="{ED48AC57-6091-93D9-C9D5-FF040BA3EB00}"/>
          </ac:spMkLst>
        </pc:spChg>
        <pc:cxnChg chg="mod">
          <ac:chgData name="Simona Rinaldi" userId="29925aa0-83e0-48cf-b4dc-54eab132a6a9" providerId="ADAL" clId="{488564E8-35D4-537E-829E-54AE84E3E08F}" dt="2025-12-15T16:19:26.149" v="9264" actId="1076"/>
          <ac:cxnSpMkLst>
            <pc:docMk/>
            <pc:sldMk cId="3639152027" sldId="272"/>
            <ac:cxnSpMk id="7" creationId="{892D1F02-37B7-2471-D9C8-DA2F56114EC8}"/>
          </ac:cxnSpMkLst>
        </pc:cxnChg>
        <pc:cxnChg chg="mod">
          <ac:chgData name="Simona Rinaldi" userId="29925aa0-83e0-48cf-b4dc-54eab132a6a9" providerId="ADAL" clId="{488564E8-35D4-537E-829E-54AE84E3E08F}" dt="2025-12-15T16:19:37.298" v="9265" actId="1076"/>
          <ac:cxnSpMkLst>
            <pc:docMk/>
            <pc:sldMk cId="3639152027" sldId="272"/>
            <ac:cxnSpMk id="8" creationId="{BE2F427F-7B46-A504-E497-25A1FDDF9300}"/>
          </ac:cxnSpMkLst>
        </pc:cxnChg>
      </pc:sldChg>
      <pc:sldChg chg="modSp mod modNotes">
        <pc:chgData name="Simona Rinaldi" userId="29925aa0-83e0-48cf-b4dc-54eab132a6a9" providerId="ADAL" clId="{488564E8-35D4-537E-829E-54AE84E3E08F}" dt="2025-12-10T16:36:26.776" v="2427" actId="21"/>
        <pc:sldMkLst>
          <pc:docMk/>
          <pc:sldMk cId="2473387848" sldId="277"/>
        </pc:sldMkLst>
        <pc:spChg chg="mod">
          <ac:chgData name="Simona Rinaldi" userId="29925aa0-83e0-48cf-b4dc-54eab132a6a9" providerId="ADAL" clId="{488564E8-35D4-537E-829E-54AE84E3E08F}" dt="2025-12-10T16:36:26.776" v="2427" actId="21"/>
          <ac:spMkLst>
            <pc:docMk/>
            <pc:sldMk cId="2473387848" sldId="277"/>
            <ac:spMk id="3" creationId="{A2B4BC89-D4B2-C7AC-5BA5-B4C916360D31}"/>
          </ac:spMkLst>
        </pc:spChg>
      </pc:sldChg>
      <pc:sldChg chg="modSp mod modNotes">
        <pc:chgData name="Simona Rinaldi" userId="29925aa0-83e0-48cf-b4dc-54eab132a6a9" providerId="ADAL" clId="{488564E8-35D4-537E-829E-54AE84E3E08F}" dt="2025-12-10T22:04:24.791" v="3972" actId="13926"/>
        <pc:sldMkLst>
          <pc:docMk/>
          <pc:sldMk cId="2016703258" sldId="284"/>
        </pc:sldMkLst>
        <pc:spChg chg="mod">
          <ac:chgData name="Simona Rinaldi" userId="29925aa0-83e0-48cf-b4dc-54eab132a6a9" providerId="ADAL" clId="{488564E8-35D4-537E-829E-54AE84E3E08F}" dt="2025-12-10T22:04:24.791" v="3972" actId="13926"/>
          <ac:spMkLst>
            <pc:docMk/>
            <pc:sldMk cId="2016703258" sldId="284"/>
            <ac:spMk id="16" creationId="{4B2B7117-5855-C958-2EC9-65C536A68E7E}"/>
          </ac:spMkLst>
        </pc:spChg>
      </pc:sldChg>
      <pc:sldChg chg="del mod modShow">
        <pc:chgData name="Simona Rinaldi" userId="29925aa0-83e0-48cf-b4dc-54eab132a6a9" providerId="ADAL" clId="{488564E8-35D4-537E-829E-54AE84E3E08F}" dt="2025-12-18T12:51:25.678" v="13954" actId="2696"/>
        <pc:sldMkLst>
          <pc:docMk/>
          <pc:sldMk cId="238639260" sldId="293"/>
        </pc:sldMkLst>
      </pc:sldChg>
      <pc:sldChg chg="addSp modSp mod">
        <pc:chgData name="Simona Rinaldi" userId="29925aa0-83e0-48cf-b4dc-54eab132a6a9" providerId="ADAL" clId="{488564E8-35D4-537E-829E-54AE84E3E08F}" dt="2025-12-11T08:08:32.500" v="4012" actId="20577"/>
        <pc:sldMkLst>
          <pc:docMk/>
          <pc:sldMk cId="1121426018" sldId="295"/>
        </pc:sldMkLst>
        <pc:spChg chg="mod">
          <ac:chgData name="Simona Rinaldi" userId="29925aa0-83e0-48cf-b4dc-54eab132a6a9" providerId="ADAL" clId="{488564E8-35D4-537E-829E-54AE84E3E08F}" dt="2025-12-10T20:13:15.546" v="3440" actId="1076"/>
          <ac:spMkLst>
            <pc:docMk/>
            <pc:sldMk cId="1121426018" sldId="295"/>
            <ac:spMk id="3" creationId="{C9276EE7-C981-2949-3FEC-CEA48559E000}"/>
          </ac:spMkLst>
        </pc:spChg>
        <pc:spChg chg="mod">
          <ac:chgData name="Simona Rinaldi" userId="29925aa0-83e0-48cf-b4dc-54eab132a6a9" providerId="ADAL" clId="{488564E8-35D4-537E-829E-54AE84E3E08F}" dt="2025-12-10T20:13:26.154" v="3443" actId="1076"/>
          <ac:spMkLst>
            <pc:docMk/>
            <pc:sldMk cId="1121426018" sldId="295"/>
            <ac:spMk id="4" creationId="{D609B55B-9BE3-571C-2D34-DD396E5D7061}"/>
          </ac:spMkLst>
        </pc:spChg>
        <pc:spChg chg="add mod">
          <ac:chgData name="Simona Rinaldi" userId="29925aa0-83e0-48cf-b4dc-54eab132a6a9" providerId="ADAL" clId="{488564E8-35D4-537E-829E-54AE84E3E08F}" dt="2025-12-10T20:10:52.532" v="3395" actId="20577"/>
          <ac:spMkLst>
            <pc:docMk/>
            <pc:sldMk cId="1121426018" sldId="295"/>
            <ac:spMk id="7" creationId="{BBA5CE6C-AC64-E531-65CD-38998AF37ECE}"/>
          </ac:spMkLst>
        </pc:spChg>
        <pc:spChg chg="mod">
          <ac:chgData name="Simona Rinaldi" userId="29925aa0-83e0-48cf-b4dc-54eab132a6a9" providerId="ADAL" clId="{488564E8-35D4-537E-829E-54AE84E3E08F}" dt="2025-12-10T20:13:37.590" v="3445" actId="1076"/>
          <ac:spMkLst>
            <pc:docMk/>
            <pc:sldMk cId="1121426018" sldId="295"/>
            <ac:spMk id="15" creationId="{CC100175-FD5E-5109-6013-23E6ADE070D2}"/>
          </ac:spMkLst>
        </pc:spChg>
        <pc:spChg chg="add mod">
          <ac:chgData name="Simona Rinaldi" userId="29925aa0-83e0-48cf-b4dc-54eab132a6a9" providerId="ADAL" clId="{488564E8-35D4-537E-829E-54AE84E3E08F}" dt="2025-12-11T08:08:32.500" v="4012" actId="20577"/>
          <ac:spMkLst>
            <pc:docMk/>
            <pc:sldMk cId="1121426018" sldId="295"/>
            <ac:spMk id="16" creationId="{ADF8EAE4-3293-0319-E567-2AFADEFCFE29}"/>
          </ac:spMkLst>
        </pc:spChg>
        <pc:picChg chg="mod">
          <ac:chgData name="Simona Rinaldi" userId="29925aa0-83e0-48cf-b4dc-54eab132a6a9" providerId="ADAL" clId="{488564E8-35D4-537E-829E-54AE84E3E08F}" dt="2025-12-10T20:10:56.306" v="3397" actId="1076"/>
          <ac:picMkLst>
            <pc:docMk/>
            <pc:sldMk cId="1121426018" sldId="295"/>
            <ac:picMk id="12" creationId="{E8502EE3-4670-C54F-972D-B49FFC331E20}"/>
          </ac:picMkLst>
        </pc:picChg>
      </pc:sldChg>
      <pc:sldChg chg="addSp modSp mod">
        <pc:chgData name="Simona Rinaldi" userId="29925aa0-83e0-48cf-b4dc-54eab132a6a9" providerId="ADAL" clId="{488564E8-35D4-537E-829E-54AE84E3E08F}" dt="2025-12-10T20:24:48.489" v="3565" actId="208"/>
        <pc:sldMkLst>
          <pc:docMk/>
          <pc:sldMk cId="2216957730" sldId="296"/>
        </pc:sldMkLst>
        <pc:spChg chg="mod">
          <ac:chgData name="Simona Rinaldi" userId="29925aa0-83e0-48cf-b4dc-54eab132a6a9" providerId="ADAL" clId="{488564E8-35D4-537E-829E-54AE84E3E08F}" dt="2025-12-10T20:19:30.529" v="3530" actId="1076"/>
          <ac:spMkLst>
            <pc:docMk/>
            <pc:sldMk cId="2216957730" sldId="296"/>
            <ac:spMk id="6" creationId="{0F68CEE3-74D9-61CD-B72B-4144C9E14242}"/>
          </ac:spMkLst>
        </pc:spChg>
        <pc:spChg chg="mod">
          <ac:chgData name="Simona Rinaldi" userId="29925aa0-83e0-48cf-b4dc-54eab132a6a9" providerId="ADAL" clId="{488564E8-35D4-537E-829E-54AE84E3E08F}" dt="2025-12-10T20:19:30.529" v="3530" actId="1076"/>
          <ac:spMkLst>
            <pc:docMk/>
            <pc:sldMk cId="2216957730" sldId="296"/>
            <ac:spMk id="7" creationId="{8280288F-BF60-66E6-7FE6-5BFB90C8B69E}"/>
          </ac:spMkLst>
        </pc:spChg>
        <pc:spChg chg="add mod">
          <ac:chgData name="Simona Rinaldi" userId="29925aa0-83e0-48cf-b4dc-54eab132a6a9" providerId="ADAL" clId="{488564E8-35D4-537E-829E-54AE84E3E08F}" dt="2025-12-10T20:20:20.056" v="3539"/>
          <ac:spMkLst>
            <pc:docMk/>
            <pc:sldMk cId="2216957730" sldId="296"/>
            <ac:spMk id="16" creationId="{400A6ED5-9097-5349-DBF2-F138B71E2A36}"/>
          </ac:spMkLst>
        </pc:spChg>
        <pc:spChg chg="add mod">
          <ac:chgData name="Simona Rinaldi" userId="29925aa0-83e0-48cf-b4dc-54eab132a6a9" providerId="ADAL" clId="{488564E8-35D4-537E-829E-54AE84E3E08F}" dt="2025-12-10T20:24:01.067" v="3545" actId="14100"/>
          <ac:spMkLst>
            <pc:docMk/>
            <pc:sldMk cId="2216957730" sldId="296"/>
            <ac:spMk id="20" creationId="{EF8E1BBA-8AE0-7B85-2EC2-9C90877210C6}"/>
          </ac:spMkLst>
        </pc:spChg>
        <pc:spChg chg="add mod">
          <ac:chgData name="Simona Rinaldi" userId="29925aa0-83e0-48cf-b4dc-54eab132a6a9" providerId="ADAL" clId="{488564E8-35D4-537E-829E-54AE84E3E08F}" dt="2025-12-10T20:24:39.887" v="3563" actId="14100"/>
          <ac:spMkLst>
            <pc:docMk/>
            <pc:sldMk cId="2216957730" sldId="296"/>
            <ac:spMk id="21" creationId="{121CDD93-0EF0-03AF-20BC-55C24AE48EC8}"/>
          </ac:spMkLst>
        </pc:spChg>
        <pc:picChg chg="mod">
          <ac:chgData name="Simona Rinaldi" userId="29925aa0-83e0-48cf-b4dc-54eab132a6a9" providerId="ADAL" clId="{488564E8-35D4-537E-829E-54AE84E3E08F}" dt="2025-12-10T20:19:30.134" v="3529" actId="1076"/>
          <ac:picMkLst>
            <pc:docMk/>
            <pc:sldMk cId="2216957730" sldId="296"/>
            <ac:picMk id="4" creationId="{B69287A1-18D1-00A9-0AE0-C7885D28B9C3}"/>
          </ac:picMkLst>
        </pc:picChg>
        <pc:cxnChg chg="mod">
          <ac:chgData name="Simona Rinaldi" userId="29925aa0-83e0-48cf-b4dc-54eab132a6a9" providerId="ADAL" clId="{488564E8-35D4-537E-829E-54AE84E3E08F}" dt="2025-12-10T20:19:30.529" v="3530" actId="1076"/>
          <ac:cxnSpMkLst>
            <pc:docMk/>
            <pc:sldMk cId="2216957730" sldId="296"/>
            <ac:cxnSpMk id="8" creationId="{1C1E9CA0-8CB2-0B00-91AD-0B348D9B7E56}"/>
          </ac:cxnSpMkLst>
        </pc:cxnChg>
        <pc:cxnChg chg="mod">
          <ac:chgData name="Simona Rinaldi" userId="29925aa0-83e0-48cf-b4dc-54eab132a6a9" providerId="ADAL" clId="{488564E8-35D4-537E-829E-54AE84E3E08F}" dt="2025-12-10T20:19:30.529" v="3530" actId="1076"/>
          <ac:cxnSpMkLst>
            <pc:docMk/>
            <pc:sldMk cId="2216957730" sldId="296"/>
            <ac:cxnSpMk id="9" creationId="{4A1BF0C3-D488-787E-6423-2EE60B007DDF}"/>
          </ac:cxnSpMkLst>
        </pc:cxnChg>
        <pc:cxnChg chg="add mod">
          <ac:chgData name="Simona Rinaldi" userId="29925aa0-83e0-48cf-b4dc-54eab132a6a9" providerId="ADAL" clId="{488564E8-35D4-537E-829E-54AE84E3E08F}" dt="2025-12-10T20:20:10.987" v="3538" actId="14100"/>
          <ac:cxnSpMkLst>
            <pc:docMk/>
            <pc:sldMk cId="2216957730" sldId="296"/>
            <ac:cxnSpMk id="17" creationId="{414DA656-8945-9C60-31DD-221D0639D424}"/>
          </ac:cxnSpMkLst>
        </pc:cxnChg>
        <pc:cxnChg chg="add mod">
          <ac:chgData name="Simona Rinaldi" userId="29925aa0-83e0-48cf-b4dc-54eab132a6a9" providerId="ADAL" clId="{488564E8-35D4-537E-829E-54AE84E3E08F}" dt="2025-12-10T20:24:48.489" v="3565" actId="208"/>
          <ac:cxnSpMkLst>
            <pc:docMk/>
            <pc:sldMk cId="2216957730" sldId="296"/>
            <ac:cxnSpMk id="22" creationId="{03CCBA80-9CB9-A492-3DBA-FB9CAEC8D02F}"/>
          </ac:cxnSpMkLst>
        </pc:cxnChg>
      </pc:sldChg>
      <pc:sldChg chg="addSp modSp mod">
        <pc:chgData name="Simona Rinaldi" userId="29925aa0-83e0-48cf-b4dc-54eab132a6a9" providerId="ADAL" clId="{488564E8-35D4-537E-829E-54AE84E3E08F}" dt="2025-12-10T14:10:11.546" v="2266" actId="14100"/>
        <pc:sldMkLst>
          <pc:docMk/>
          <pc:sldMk cId="412650351" sldId="298"/>
        </pc:sldMkLst>
        <pc:spChg chg="add mod">
          <ac:chgData name="Simona Rinaldi" userId="29925aa0-83e0-48cf-b4dc-54eab132a6a9" providerId="ADAL" clId="{488564E8-35D4-537E-829E-54AE84E3E08F}" dt="2025-12-10T14:10:11.546" v="2266" actId="14100"/>
          <ac:spMkLst>
            <pc:docMk/>
            <pc:sldMk cId="412650351" sldId="298"/>
            <ac:spMk id="4" creationId="{7FD2C009-6A62-4C54-6FE5-588B7FD428D7}"/>
          </ac:spMkLst>
        </pc:spChg>
        <pc:cxnChg chg="add mod">
          <ac:chgData name="Simona Rinaldi" userId="29925aa0-83e0-48cf-b4dc-54eab132a6a9" providerId="ADAL" clId="{488564E8-35D4-537E-829E-54AE84E3E08F}" dt="2025-12-10T14:10:01.202" v="2242" actId="1076"/>
          <ac:cxnSpMkLst>
            <pc:docMk/>
            <pc:sldMk cId="412650351" sldId="298"/>
            <ac:cxnSpMk id="7" creationId="{36C236A1-442E-ED80-7949-864C8E390DF1}"/>
          </ac:cxnSpMkLst>
        </pc:cxnChg>
      </pc:sldChg>
      <pc:sldChg chg="modSp mod">
        <pc:chgData name="Simona Rinaldi" userId="29925aa0-83e0-48cf-b4dc-54eab132a6a9" providerId="ADAL" clId="{488564E8-35D4-537E-829E-54AE84E3E08F}" dt="2025-12-11T12:54:01.062" v="4223" actId="108"/>
        <pc:sldMkLst>
          <pc:docMk/>
          <pc:sldMk cId="1340439197" sldId="299"/>
        </pc:sldMkLst>
        <pc:spChg chg="mod">
          <ac:chgData name="Simona Rinaldi" userId="29925aa0-83e0-48cf-b4dc-54eab132a6a9" providerId="ADAL" clId="{488564E8-35D4-537E-829E-54AE84E3E08F}" dt="2025-12-11T12:54:01.062" v="4223" actId="108"/>
          <ac:spMkLst>
            <pc:docMk/>
            <pc:sldMk cId="1340439197" sldId="299"/>
            <ac:spMk id="3" creationId="{A2B4BC89-D4B2-C7AC-5BA5-B4C916360D31}"/>
          </ac:spMkLst>
        </pc:spChg>
        <pc:spChg chg="mod">
          <ac:chgData name="Simona Rinaldi" userId="29925aa0-83e0-48cf-b4dc-54eab132a6a9" providerId="ADAL" clId="{488564E8-35D4-537E-829E-54AE84E3E08F}" dt="2025-12-11T12:53:00.530" v="4217" actId="1076"/>
          <ac:spMkLst>
            <pc:docMk/>
            <pc:sldMk cId="1340439197" sldId="299"/>
            <ac:spMk id="6" creationId="{2A161FD2-0AF6-75BD-EF31-8674BCF56E18}"/>
          </ac:spMkLst>
        </pc:spChg>
        <pc:spChg chg="mod">
          <ac:chgData name="Simona Rinaldi" userId="29925aa0-83e0-48cf-b4dc-54eab132a6a9" providerId="ADAL" clId="{488564E8-35D4-537E-829E-54AE84E3E08F}" dt="2025-12-11T12:53:14.347" v="4219" actId="1076"/>
          <ac:spMkLst>
            <pc:docMk/>
            <pc:sldMk cId="1340439197" sldId="299"/>
            <ac:spMk id="8" creationId="{5324B705-36D3-DFFA-DCB4-E9C04B50E9E9}"/>
          </ac:spMkLst>
        </pc:spChg>
      </pc:sldChg>
      <pc:sldChg chg="addSp delSp modSp mod ord modShow modNotes">
        <pc:chgData name="Simona Rinaldi" userId="29925aa0-83e0-48cf-b4dc-54eab132a6a9" providerId="ADAL" clId="{488564E8-35D4-537E-829E-54AE84E3E08F}" dt="2025-12-15T13:41:52.085" v="8010" actId="729"/>
        <pc:sldMkLst>
          <pc:docMk/>
          <pc:sldMk cId="319751371" sldId="301"/>
        </pc:sldMkLst>
        <pc:spChg chg="mod">
          <ac:chgData name="Simona Rinaldi" userId="29925aa0-83e0-48cf-b4dc-54eab132a6a9" providerId="ADAL" clId="{488564E8-35D4-537E-829E-54AE84E3E08F}" dt="2025-12-10T16:33:34.586" v="2414" actId="20577"/>
          <ac:spMkLst>
            <pc:docMk/>
            <pc:sldMk cId="319751371" sldId="301"/>
            <ac:spMk id="3" creationId="{E50DA44A-73C7-BF6A-E9A7-7A298C325187}"/>
          </ac:spMkLst>
        </pc:spChg>
        <pc:spChg chg="mod">
          <ac:chgData name="Simona Rinaldi" userId="29925aa0-83e0-48cf-b4dc-54eab132a6a9" providerId="ADAL" clId="{488564E8-35D4-537E-829E-54AE84E3E08F}" dt="2025-12-11T08:08:11.079" v="4006" actId="20577"/>
          <ac:spMkLst>
            <pc:docMk/>
            <pc:sldMk cId="319751371" sldId="301"/>
            <ac:spMk id="6" creationId="{8A4ABD5A-E380-3125-58D9-EB4CF12663D6}"/>
          </ac:spMkLst>
        </pc:spChg>
        <pc:spChg chg="mod">
          <ac:chgData name="Simona Rinaldi" userId="29925aa0-83e0-48cf-b4dc-54eab132a6a9" providerId="ADAL" clId="{488564E8-35D4-537E-829E-54AE84E3E08F}" dt="2025-12-10T21:01:52.195" v="3566"/>
          <ac:spMkLst>
            <pc:docMk/>
            <pc:sldMk cId="319751371" sldId="301"/>
            <ac:spMk id="7" creationId="{16A8AD70-AC35-4E82-1071-35A80BEE69FB}"/>
          </ac:spMkLst>
        </pc:spChg>
        <pc:spChg chg="mod">
          <ac:chgData name="Simona Rinaldi" userId="29925aa0-83e0-48cf-b4dc-54eab132a6a9" providerId="ADAL" clId="{488564E8-35D4-537E-829E-54AE84E3E08F}" dt="2025-12-10T18:44:56.008" v="2853" actId="20577"/>
          <ac:spMkLst>
            <pc:docMk/>
            <pc:sldMk cId="319751371" sldId="301"/>
            <ac:spMk id="9" creationId="{DACD3966-A4ED-98B6-F64D-2404CD336768}"/>
          </ac:spMkLst>
        </pc:spChg>
        <pc:spChg chg="mod">
          <ac:chgData name="Simona Rinaldi" userId="29925aa0-83e0-48cf-b4dc-54eab132a6a9" providerId="ADAL" clId="{488564E8-35D4-537E-829E-54AE84E3E08F}" dt="2025-12-11T08:08:08.829" v="4004" actId="20577"/>
          <ac:spMkLst>
            <pc:docMk/>
            <pc:sldMk cId="319751371" sldId="301"/>
            <ac:spMk id="11" creationId="{8CC6A0D9-A1AF-83FB-B4B4-1DC14167B450}"/>
          </ac:spMkLst>
        </pc:spChg>
        <pc:spChg chg="mod">
          <ac:chgData name="Simona Rinaldi" userId="29925aa0-83e0-48cf-b4dc-54eab132a6a9" providerId="ADAL" clId="{488564E8-35D4-537E-829E-54AE84E3E08F}" dt="2025-12-11T08:08:16.504" v="4010" actId="20577"/>
          <ac:spMkLst>
            <pc:docMk/>
            <pc:sldMk cId="319751371" sldId="301"/>
            <ac:spMk id="13" creationId="{36599030-F30B-ED3A-699C-2AF03132EC25}"/>
          </ac:spMkLst>
        </pc:spChg>
      </pc:sldChg>
      <pc:sldChg chg="addSp delSp modSp mod">
        <pc:chgData name="Simona Rinaldi" userId="29925aa0-83e0-48cf-b4dc-54eab132a6a9" providerId="ADAL" clId="{488564E8-35D4-537E-829E-54AE84E3E08F}" dt="2025-12-10T21:16:10.086" v="3641" actId="20577"/>
        <pc:sldMkLst>
          <pc:docMk/>
          <pc:sldMk cId="1376727644" sldId="308"/>
        </pc:sldMkLst>
        <pc:spChg chg="mod">
          <ac:chgData name="Simona Rinaldi" userId="29925aa0-83e0-48cf-b4dc-54eab132a6a9" providerId="ADAL" clId="{488564E8-35D4-537E-829E-54AE84E3E08F}" dt="2025-12-10T21:16:10.086" v="3641" actId="20577"/>
          <ac:spMkLst>
            <pc:docMk/>
            <pc:sldMk cId="1376727644" sldId="308"/>
            <ac:spMk id="3" creationId="{F121C6DE-0684-E0A1-E43B-836C9DF3AAB4}"/>
          </ac:spMkLst>
        </pc:spChg>
      </pc:sldChg>
      <pc:sldChg chg="modSp mod ord">
        <pc:chgData name="Simona Rinaldi" userId="29925aa0-83e0-48cf-b4dc-54eab132a6a9" providerId="ADAL" clId="{488564E8-35D4-537E-829E-54AE84E3E08F}" dt="2025-12-18T15:48:35.258" v="14317" actId="20577"/>
        <pc:sldMkLst>
          <pc:docMk/>
          <pc:sldMk cId="3045699812" sldId="315"/>
        </pc:sldMkLst>
        <pc:spChg chg="mod">
          <ac:chgData name="Simona Rinaldi" userId="29925aa0-83e0-48cf-b4dc-54eab132a6a9" providerId="ADAL" clId="{488564E8-35D4-537E-829E-54AE84E3E08F}" dt="2025-12-18T15:48:35.258" v="14317" actId="20577"/>
          <ac:spMkLst>
            <pc:docMk/>
            <pc:sldMk cId="3045699812" sldId="315"/>
            <ac:spMk id="3" creationId="{0F6F41E4-9C31-24FA-DE0C-75B6B5A354C1}"/>
          </ac:spMkLst>
        </pc:spChg>
      </pc:sldChg>
      <pc:sldChg chg="modSp mod">
        <pc:chgData name="Simona Rinaldi" userId="29925aa0-83e0-48cf-b4dc-54eab132a6a9" providerId="ADAL" clId="{488564E8-35D4-537E-829E-54AE84E3E08F}" dt="2025-12-15T15:51:56.171" v="8825" actId="20577"/>
        <pc:sldMkLst>
          <pc:docMk/>
          <pc:sldMk cId="1362932018" sldId="317"/>
        </pc:sldMkLst>
        <pc:spChg chg="mod">
          <ac:chgData name="Simona Rinaldi" userId="29925aa0-83e0-48cf-b4dc-54eab132a6a9" providerId="ADAL" clId="{488564E8-35D4-537E-829E-54AE84E3E08F}" dt="2025-12-11T14:28:36.391" v="4303" actId="20577"/>
          <ac:spMkLst>
            <pc:docMk/>
            <pc:sldMk cId="1362932018" sldId="317"/>
            <ac:spMk id="3" creationId="{5449FF30-86B3-42D9-8C11-A254B71C33FA}"/>
          </ac:spMkLst>
        </pc:spChg>
        <pc:spChg chg="mod">
          <ac:chgData name="Simona Rinaldi" userId="29925aa0-83e0-48cf-b4dc-54eab132a6a9" providerId="ADAL" clId="{488564E8-35D4-537E-829E-54AE84E3E08F}" dt="2025-12-15T15:51:56.171" v="8825" actId="20577"/>
          <ac:spMkLst>
            <pc:docMk/>
            <pc:sldMk cId="1362932018" sldId="317"/>
            <ac:spMk id="9" creationId="{AF9DD26D-05DB-1D01-E950-478F9D84AE4B}"/>
          </ac:spMkLst>
        </pc:spChg>
      </pc:sldChg>
      <pc:sldChg chg="addSp delSp modSp add mod modShow modNotesTx">
        <pc:chgData name="Simona Rinaldi" userId="29925aa0-83e0-48cf-b4dc-54eab132a6a9" providerId="ADAL" clId="{488564E8-35D4-537E-829E-54AE84E3E08F}" dt="2025-12-17T22:53:01.223" v="13378" actId="20577"/>
        <pc:sldMkLst>
          <pc:docMk/>
          <pc:sldMk cId="1582234996" sldId="318"/>
        </pc:sldMkLst>
        <pc:spChg chg="mod">
          <ac:chgData name="Simona Rinaldi" userId="29925aa0-83e0-48cf-b4dc-54eab132a6a9" providerId="ADAL" clId="{488564E8-35D4-537E-829E-54AE84E3E08F}" dt="2025-12-17T22:51:01.875" v="13359" actId="114"/>
          <ac:spMkLst>
            <pc:docMk/>
            <pc:sldMk cId="1582234996" sldId="318"/>
            <ac:spMk id="3" creationId="{D4CEC1AC-8E35-B522-D05E-A94C4F6CE9BF}"/>
          </ac:spMkLst>
        </pc:spChg>
        <pc:spChg chg="add mod">
          <ac:chgData name="Simona Rinaldi" userId="29925aa0-83e0-48cf-b4dc-54eab132a6a9" providerId="ADAL" clId="{488564E8-35D4-537E-829E-54AE84E3E08F}" dt="2025-12-17T22:50:10.083" v="13349"/>
          <ac:spMkLst>
            <pc:docMk/>
            <pc:sldMk cId="1582234996" sldId="318"/>
            <ac:spMk id="15" creationId="{19C2E1FF-458B-A568-74D4-4E49BF9A8D07}"/>
          </ac:spMkLst>
        </pc:spChg>
        <pc:spChg chg="add mod">
          <ac:chgData name="Simona Rinaldi" userId="29925aa0-83e0-48cf-b4dc-54eab132a6a9" providerId="ADAL" clId="{488564E8-35D4-537E-829E-54AE84E3E08F}" dt="2025-12-17T22:50:38.115" v="13352" actId="1076"/>
          <ac:spMkLst>
            <pc:docMk/>
            <pc:sldMk cId="1582234996" sldId="318"/>
            <ac:spMk id="16" creationId="{92BABDE4-115B-8A1C-7828-A03971DDE178}"/>
          </ac:spMkLst>
        </pc:spChg>
        <pc:graphicFrameChg chg="mod modGraphic">
          <ac:chgData name="Simona Rinaldi" userId="29925aa0-83e0-48cf-b4dc-54eab132a6a9" providerId="ADAL" clId="{488564E8-35D4-537E-829E-54AE84E3E08F}" dt="2025-12-17T22:52:50.398" v="13368" actId="1076"/>
          <ac:graphicFrameMkLst>
            <pc:docMk/>
            <pc:sldMk cId="1582234996" sldId="318"/>
            <ac:graphicFrameMk id="8" creationId="{919F2CB5-C72D-5856-F07C-70215EC1A6DA}"/>
          </ac:graphicFrameMkLst>
        </pc:graphicFrameChg>
      </pc:sldChg>
      <pc:sldChg chg="modSp mod">
        <pc:chgData name="Simona Rinaldi" userId="29925aa0-83e0-48cf-b4dc-54eab132a6a9" providerId="ADAL" clId="{488564E8-35D4-537E-829E-54AE84E3E08F}" dt="2025-12-18T12:56:36.770" v="14203" actId="2711"/>
        <pc:sldMkLst>
          <pc:docMk/>
          <pc:sldMk cId="1301133799" sldId="319"/>
        </pc:sldMkLst>
        <pc:spChg chg="mod">
          <ac:chgData name="Simona Rinaldi" userId="29925aa0-83e0-48cf-b4dc-54eab132a6a9" providerId="ADAL" clId="{488564E8-35D4-537E-829E-54AE84E3E08F}" dt="2025-12-18T12:56:36.770" v="14203" actId="2711"/>
          <ac:spMkLst>
            <pc:docMk/>
            <pc:sldMk cId="1301133799" sldId="319"/>
            <ac:spMk id="3" creationId="{1EF1EE90-47FD-7F7C-E1BE-2A2045C26FFA}"/>
          </ac:spMkLst>
        </pc:spChg>
      </pc:sldChg>
      <pc:sldChg chg="addSp modSp add mod ord modShow">
        <pc:chgData name="Simona Rinaldi" userId="29925aa0-83e0-48cf-b4dc-54eab132a6a9" providerId="ADAL" clId="{488564E8-35D4-537E-829E-54AE84E3E08F}" dt="2025-12-15T13:02:10.142" v="7923" actId="20577"/>
        <pc:sldMkLst>
          <pc:docMk/>
          <pc:sldMk cId="3612459838" sldId="320"/>
        </pc:sldMkLst>
        <pc:spChg chg="add mod">
          <ac:chgData name="Simona Rinaldi" userId="29925aa0-83e0-48cf-b4dc-54eab132a6a9" providerId="ADAL" clId="{488564E8-35D4-537E-829E-54AE84E3E08F}" dt="2025-12-14T18:51:10.645" v="5941" actId="14100"/>
          <ac:spMkLst>
            <pc:docMk/>
            <pc:sldMk cId="3612459838" sldId="320"/>
            <ac:spMk id="3" creationId="{9CBB8AC7-ECDC-B885-7700-5C7E49D4CBCB}"/>
          </ac:spMkLst>
        </pc:spChg>
        <pc:spChg chg="mod">
          <ac:chgData name="Simona Rinaldi" userId="29925aa0-83e0-48cf-b4dc-54eab132a6a9" providerId="ADAL" clId="{488564E8-35D4-537E-829E-54AE84E3E08F}" dt="2025-12-14T18:51:43.273" v="5943" actId="13926"/>
          <ac:spMkLst>
            <pc:docMk/>
            <pc:sldMk cId="3612459838" sldId="320"/>
            <ac:spMk id="5" creationId="{67C5D8FA-7802-2B40-F347-8025C4455A3C}"/>
          </ac:spMkLst>
        </pc:spChg>
        <pc:graphicFrameChg chg="mod modGraphic">
          <ac:chgData name="Simona Rinaldi" userId="29925aa0-83e0-48cf-b4dc-54eab132a6a9" providerId="ADAL" clId="{488564E8-35D4-537E-829E-54AE84E3E08F}" dt="2025-12-15T13:02:10.142" v="7923" actId="20577"/>
          <ac:graphicFrameMkLst>
            <pc:docMk/>
            <pc:sldMk cId="3612459838" sldId="320"/>
            <ac:graphicFrameMk id="4" creationId="{F11E5F4E-5423-A667-82AF-90A2E0DEC077}"/>
          </ac:graphicFrameMkLst>
        </pc:graphicFrameChg>
      </pc:sldChg>
      <pc:sldChg chg="modSp mod">
        <pc:chgData name="Simona Rinaldi" userId="29925aa0-83e0-48cf-b4dc-54eab132a6a9" providerId="ADAL" clId="{488564E8-35D4-537E-829E-54AE84E3E08F}" dt="2025-12-15T15:51:21.858" v="8798" actId="20577"/>
        <pc:sldMkLst>
          <pc:docMk/>
          <pc:sldMk cId="4279976582" sldId="323"/>
        </pc:sldMkLst>
        <pc:spChg chg="mod">
          <ac:chgData name="Simona Rinaldi" userId="29925aa0-83e0-48cf-b4dc-54eab132a6a9" providerId="ADAL" clId="{488564E8-35D4-537E-829E-54AE84E3E08F}" dt="2025-12-15T15:51:21.858" v="8798" actId="20577"/>
          <ac:spMkLst>
            <pc:docMk/>
            <pc:sldMk cId="4279976582" sldId="323"/>
            <ac:spMk id="9" creationId="{61A2A275-E94F-182C-1E62-632ABB5EF38E}"/>
          </ac:spMkLst>
        </pc:spChg>
      </pc:sldChg>
      <pc:sldChg chg="addSp delSp modSp mod">
        <pc:chgData name="Simona Rinaldi" userId="29925aa0-83e0-48cf-b4dc-54eab132a6a9" providerId="ADAL" clId="{488564E8-35D4-537E-829E-54AE84E3E08F}" dt="2025-12-15T16:21:12.887" v="9289" actId="20577"/>
        <pc:sldMkLst>
          <pc:docMk/>
          <pc:sldMk cId="3972037700" sldId="324"/>
        </pc:sldMkLst>
        <pc:spChg chg="mod">
          <ac:chgData name="Simona Rinaldi" userId="29925aa0-83e0-48cf-b4dc-54eab132a6a9" providerId="ADAL" clId="{488564E8-35D4-537E-829E-54AE84E3E08F}" dt="2025-12-15T15:46:40.612" v="8733" actId="20577"/>
          <ac:spMkLst>
            <pc:docMk/>
            <pc:sldMk cId="3972037700" sldId="324"/>
            <ac:spMk id="3" creationId="{2A55C959-2A77-E423-7A8B-B8D96E461DF9}"/>
          </ac:spMkLst>
        </pc:spChg>
        <pc:spChg chg="mod">
          <ac:chgData name="Simona Rinaldi" userId="29925aa0-83e0-48cf-b4dc-54eab132a6a9" providerId="ADAL" clId="{488564E8-35D4-537E-829E-54AE84E3E08F}" dt="2025-12-15T16:21:12.887" v="9289" actId="20577"/>
          <ac:spMkLst>
            <pc:docMk/>
            <pc:sldMk cId="3972037700" sldId="324"/>
            <ac:spMk id="6" creationId="{90BDDFE2-63F6-9F78-52D3-F7F70B437A04}"/>
          </ac:spMkLst>
        </pc:spChg>
        <pc:spChg chg="mod">
          <ac:chgData name="Simona Rinaldi" userId="29925aa0-83e0-48cf-b4dc-54eab132a6a9" providerId="ADAL" clId="{488564E8-35D4-537E-829E-54AE84E3E08F}" dt="2025-12-15T16:20:57.295" v="9280" actId="404"/>
          <ac:spMkLst>
            <pc:docMk/>
            <pc:sldMk cId="3972037700" sldId="324"/>
            <ac:spMk id="7" creationId="{89BD2FD0-C37D-BA08-B012-12F8D9537946}"/>
          </ac:spMkLst>
        </pc:spChg>
        <pc:spChg chg="add mod">
          <ac:chgData name="Simona Rinaldi" userId="29925aa0-83e0-48cf-b4dc-54eab132a6a9" providerId="ADAL" clId="{488564E8-35D4-537E-829E-54AE84E3E08F}" dt="2025-12-15T16:20:53.556" v="9279" actId="1076"/>
          <ac:spMkLst>
            <pc:docMk/>
            <pc:sldMk cId="3972037700" sldId="324"/>
            <ac:spMk id="8" creationId="{46554D1C-1413-EDDD-BF23-0B132A09FB0E}"/>
          </ac:spMkLst>
        </pc:spChg>
        <pc:spChg chg="add mod">
          <ac:chgData name="Simona Rinaldi" userId="29925aa0-83e0-48cf-b4dc-54eab132a6a9" providerId="ADAL" clId="{488564E8-35D4-537E-829E-54AE84E3E08F}" dt="2025-12-15T16:20:45.910" v="9277" actId="1076"/>
          <ac:spMkLst>
            <pc:docMk/>
            <pc:sldMk cId="3972037700" sldId="324"/>
            <ac:spMk id="9" creationId="{9045F8F0-C2ED-B36D-DB74-4D0ED1CBACE9}"/>
          </ac:spMkLst>
        </pc:spChg>
      </pc:sldChg>
      <pc:sldChg chg="addSp delSp modSp add mod ord">
        <pc:chgData name="Simona Rinaldi" userId="29925aa0-83e0-48cf-b4dc-54eab132a6a9" providerId="ADAL" clId="{488564E8-35D4-537E-829E-54AE84E3E08F}" dt="2025-12-10T17:36:04.480" v="2704" actId="27636"/>
        <pc:sldMkLst>
          <pc:docMk/>
          <pc:sldMk cId="1117886773" sldId="325"/>
        </pc:sldMkLst>
        <pc:spChg chg="mod">
          <ac:chgData name="Simona Rinaldi" userId="29925aa0-83e0-48cf-b4dc-54eab132a6a9" providerId="ADAL" clId="{488564E8-35D4-537E-829E-54AE84E3E08F}" dt="2025-12-10T17:36:04.480" v="2704" actId="27636"/>
          <ac:spMkLst>
            <pc:docMk/>
            <pc:sldMk cId="1117886773" sldId="325"/>
            <ac:spMk id="3" creationId="{2F498917-E5B9-47FF-1FD4-17D4CF10496F}"/>
          </ac:spMkLst>
        </pc:spChg>
        <pc:spChg chg="add mod">
          <ac:chgData name="Simona Rinaldi" userId="29925aa0-83e0-48cf-b4dc-54eab132a6a9" providerId="ADAL" clId="{488564E8-35D4-537E-829E-54AE84E3E08F}" dt="2025-12-10T16:37:03.277" v="2431"/>
          <ac:spMkLst>
            <pc:docMk/>
            <pc:sldMk cId="1117886773" sldId="325"/>
            <ac:spMk id="10" creationId="{435D0814-AD36-D318-41E7-256AEC9A3EBA}"/>
          </ac:spMkLst>
        </pc:spChg>
        <pc:picChg chg="mod">
          <ac:chgData name="Simona Rinaldi" userId="29925aa0-83e0-48cf-b4dc-54eab132a6a9" providerId="ADAL" clId="{488564E8-35D4-537E-829E-54AE84E3E08F}" dt="2025-12-10T16:37:20.281" v="2433" actId="1076"/>
          <ac:picMkLst>
            <pc:docMk/>
            <pc:sldMk cId="1117886773" sldId="325"/>
            <ac:picMk id="4" creationId="{8CAC41EB-9DEA-C08E-6E3D-A54EF2E187EC}"/>
          </ac:picMkLst>
        </pc:picChg>
      </pc:sldChg>
      <pc:sldChg chg="add">
        <pc:chgData name="Simona Rinaldi" userId="29925aa0-83e0-48cf-b4dc-54eab132a6a9" providerId="ADAL" clId="{488564E8-35D4-537E-829E-54AE84E3E08F}" dt="2025-12-10T21:14:00.450" v="3629"/>
        <pc:sldMkLst>
          <pc:docMk/>
          <pc:sldMk cId="680765521" sldId="326"/>
        </pc:sldMkLst>
      </pc:sldChg>
      <pc:sldChg chg="add">
        <pc:chgData name="Simona Rinaldi" userId="29925aa0-83e0-48cf-b4dc-54eab132a6a9" providerId="ADAL" clId="{488564E8-35D4-537E-829E-54AE84E3E08F}" dt="2025-12-10T21:14:00.450" v="3629"/>
        <pc:sldMkLst>
          <pc:docMk/>
          <pc:sldMk cId="2165851004" sldId="329"/>
        </pc:sldMkLst>
      </pc:sldChg>
      <pc:sldChg chg="addSp delSp modSp add mod">
        <pc:chgData name="Simona Rinaldi" userId="29925aa0-83e0-48cf-b4dc-54eab132a6a9" providerId="ADAL" clId="{488564E8-35D4-537E-829E-54AE84E3E08F}" dt="2025-12-10T21:07:13.384" v="3602" actId="1076"/>
        <pc:sldMkLst>
          <pc:docMk/>
          <pc:sldMk cId="2584373398" sldId="333"/>
        </pc:sldMkLst>
        <pc:spChg chg="mod">
          <ac:chgData name="Simona Rinaldi" userId="29925aa0-83e0-48cf-b4dc-54eab132a6a9" providerId="ADAL" clId="{488564E8-35D4-537E-829E-54AE84E3E08F}" dt="2025-12-10T21:07:13.384" v="3602" actId="1076"/>
          <ac:spMkLst>
            <pc:docMk/>
            <pc:sldMk cId="2584373398" sldId="333"/>
            <ac:spMk id="3" creationId="{023F638C-905E-5A0D-E86C-55E0E940FB9A}"/>
          </ac:spMkLst>
        </pc:spChg>
        <pc:spChg chg="add mod">
          <ac:chgData name="Simona Rinaldi" userId="29925aa0-83e0-48cf-b4dc-54eab132a6a9" providerId="ADAL" clId="{488564E8-35D4-537E-829E-54AE84E3E08F}" dt="2025-12-10T17:39:31.409" v="2781" actId="164"/>
          <ac:spMkLst>
            <pc:docMk/>
            <pc:sldMk cId="2584373398" sldId="333"/>
            <ac:spMk id="9" creationId="{B0C6842E-7E6E-A063-AD94-D1AAAD1E78F9}"/>
          </ac:spMkLst>
        </pc:spChg>
        <pc:grpChg chg="add mod">
          <ac:chgData name="Simona Rinaldi" userId="29925aa0-83e0-48cf-b4dc-54eab132a6a9" providerId="ADAL" clId="{488564E8-35D4-537E-829E-54AE84E3E08F}" dt="2025-12-10T21:05:06.733" v="3571" actId="1076"/>
          <ac:grpSpMkLst>
            <pc:docMk/>
            <pc:sldMk cId="2584373398" sldId="333"/>
            <ac:grpSpMk id="10" creationId="{74292C40-5CD7-2D15-634C-60854BEE2415}"/>
          </ac:grpSpMkLst>
        </pc:grpChg>
        <pc:picChg chg="mod">
          <ac:chgData name="Simona Rinaldi" userId="29925aa0-83e0-48cf-b4dc-54eab132a6a9" providerId="ADAL" clId="{488564E8-35D4-537E-829E-54AE84E3E08F}" dt="2025-12-10T17:39:31.409" v="2781" actId="164"/>
          <ac:picMkLst>
            <pc:docMk/>
            <pc:sldMk cId="2584373398" sldId="333"/>
            <ac:picMk id="4" creationId="{FFECA63B-38E0-17A2-C591-0680D829BBFE}"/>
          </ac:picMkLst>
        </pc:picChg>
      </pc:sldChg>
      <pc:sldChg chg="addSp delSp modSp add mod">
        <pc:chgData name="Simona Rinaldi" userId="29925aa0-83e0-48cf-b4dc-54eab132a6a9" providerId="ADAL" clId="{488564E8-35D4-537E-829E-54AE84E3E08F}" dt="2025-12-10T21:06:52.723" v="3600" actId="1076"/>
        <pc:sldMkLst>
          <pc:docMk/>
          <pc:sldMk cId="1475433608" sldId="334"/>
        </pc:sldMkLst>
        <pc:spChg chg="mod">
          <ac:chgData name="Simona Rinaldi" userId="29925aa0-83e0-48cf-b4dc-54eab132a6a9" providerId="ADAL" clId="{488564E8-35D4-537E-829E-54AE84E3E08F}" dt="2025-12-10T21:06:52.723" v="3600" actId="1076"/>
          <ac:spMkLst>
            <pc:docMk/>
            <pc:sldMk cId="1475433608" sldId="334"/>
            <ac:spMk id="3" creationId="{7ADF569A-CAAC-84AD-5E18-63762494C904}"/>
          </ac:spMkLst>
        </pc:spChg>
        <pc:spChg chg="mod">
          <ac:chgData name="Simona Rinaldi" userId="29925aa0-83e0-48cf-b4dc-54eab132a6a9" providerId="ADAL" clId="{488564E8-35D4-537E-829E-54AE84E3E08F}" dt="2025-12-10T21:04:55.285" v="3570"/>
          <ac:spMkLst>
            <pc:docMk/>
            <pc:sldMk cId="1475433608" sldId="334"/>
            <ac:spMk id="12" creationId="{103B3460-9811-A35F-7316-5D17ED27750B}"/>
          </ac:spMkLst>
        </pc:spChg>
        <pc:grpChg chg="add mod">
          <ac:chgData name="Simona Rinaldi" userId="29925aa0-83e0-48cf-b4dc-54eab132a6a9" providerId="ADAL" clId="{488564E8-35D4-537E-829E-54AE84E3E08F}" dt="2025-12-10T21:06:43.271" v="3598" actId="1038"/>
          <ac:grpSpMkLst>
            <pc:docMk/>
            <pc:sldMk cId="1475433608" sldId="334"/>
            <ac:grpSpMk id="6" creationId="{09F99A39-D866-5F6D-AC5C-F1408A5DEB83}"/>
          </ac:grpSpMkLst>
        </pc:grpChg>
        <pc:picChg chg="mod">
          <ac:chgData name="Simona Rinaldi" userId="29925aa0-83e0-48cf-b4dc-54eab132a6a9" providerId="ADAL" clId="{488564E8-35D4-537E-829E-54AE84E3E08F}" dt="2025-12-10T21:04:55.285" v="3570"/>
          <ac:picMkLst>
            <pc:docMk/>
            <pc:sldMk cId="1475433608" sldId="334"/>
            <ac:picMk id="11" creationId="{C37B5C5A-89A1-8391-E524-465C7459847B}"/>
          </ac:picMkLst>
        </pc:picChg>
      </pc:sldChg>
      <pc:sldChg chg="addSp delSp modSp add mod">
        <pc:chgData name="Simona Rinaldi" userId="29925aa0-83e0-48cf-b4dc-54eab132a6a9" providerId="ADAL" clId="{488564E8-35D4-537E-829E-54AE84E3E08F}" dt="2025-12-10T19:05:33.867" v="3309" actId="403"/>
        <pc:sldMkLst>
          <pc:docMk/>
          <pc:sldMk cId="3930784433" sldId="360"/>
        </pc:sldMkLst>
        <pc:spChg chg="mod">
          <ac:chgData name="Simona Rinaldi" userId="29925aa0-83e0-48cf-b4dc-54eab132a6a9" providerId="ADAL" clId="{488564E8-35D4-537E-829E-54AE84E3E08F}" dt="2025-12-10T19:05:33.867" v="3309" actId="403"/>
          <ac:spMkLst>
            <pc:docMk/>
            <pc:sldMk cId="3930784433" sldId="360"/>
            <ac:spMk id="3" creationId="{2BC3AB38-0C32-3A40-DD6B-3EB8D07B5F9F}"/>
          </ac:spMkLst>
        </pc:spChg>
        <pc:spChg chg="add mod">
          <ac:chgData name="Simona Rinaldi" userId="29925aa0-83e0-48cf-b4dc-54eab132a6a9" providerId="ADAL" clId="{488564E8-35D4-537E-829E-54AE84E3E08F}" dt="2025-12-10T19:04:18.217" v="3307" actId="1076"/>
          <ac:spMkLst>
            <pc:docMk/>
            <pc:sldMk cId="3930784433" sldId="360"/>
            <ac:spMk id="8" creationId="{3AA4072A-EAFF-74C7-C8C0-B2BFF5503E5A}"/>
          </ac:spMkLst>
        </pc:spChg>
        <pc:picChg chg="add mod">
          <ac:chgData name="Simona Rinaldi" userId="29925aa0-83e0-48cf-b4dc-54eab132a6a9" providerId="ADAL" clId="{488564E8-35D4-537E-829E-54AE84E3E08F}" dt="2025-12-10T19:04:18.217" v="3307" actId="1076"/>
          <ac:picMkLst>
            <pc:docMk/>
            <pc:sldMk cId="3930784433" sldId="360"/>
            <ac:picMk id="7" creationId="{B3FD6DA9-C9B7-3900-63DB-4B7F95BA3069}"/>
          </ac:picMkLst>
        </pc:picChg>
      </pc:sldChg>
      <pc:sldChg chg="modSp add mod">
        <pc:chgData name="Simona Rinaldi" userId="29925aa0-83e0-48cf-b4dc-54eab132a6a9" providerId="ADAL" clId="{488564E8-35D4-537E-829E-54AE84E3E08F}" dt="2025-12-15T13:41:29.501" v="8009" actId="20577"/>
        <pc:sldMkLst>
          <pc:docMk/>
          <pc:sldMk cId="2627668468" sldId="361"/>
        </pc:sldMkLst>
        <pc:spChg chg="mod">
          <ac:chgData name="Simona Rinaldi" userId="29925aa0-83e0-48cf-b4dc-54eab132a6a9" providerId="ADAL" clId="{488564E8-35D4-537E-829E-54AE84E3E08F}" dt="2025-12-15T13:41:29.501" v="8009" actId="20577"/>
          <ac:spMkLst>
            <pc:docMk/>
            <pc:sldMk cId="2627668468" sldId="361"/>
            <ac:spMk id="3" creationId="{78B56BCE-0F5C-1973-8162-2D7837ED5ACA}"/>
          </ac:spMkLst>
        </pc:spChg>
      </pc:sldChg>
      <pc:sldChg chg="addSp delSp modSp add mod ord">
        <pc:chgData name="Simona Rinaldi" userId="29925aa0-83e0-48cf-b4dc-54eab132a6a9" providerId="ADAL" clId="{488564E8-35D4-537E-829E-54AE84E3E08F}" dt="2025-12-16T13:49:30.093" v="11823" actId="14826"/>
        <pc:sldMkLst>
          <pc:docMk/>
          <pc:sldMk cId="1179174013" sldId="363"/>
        </pc:sldMkLst>
        <pc:spChg chg="mod">
          <ac:chgData name="Simona Rinaldi" userId="29925aa0-83e0-48cf-b4dc-54eab132a6a9" providerId="ADAL" clId="{488564E8-35D4-537E-829E-54AE84E3E08F}" dt="2025-12-10T21:43:36.807" v="3849" actId="20577"/>
          <ac:spMkLst>
            <pc:docMk/>
            <pc:sldMk cId="1179174013" sldId="363"/>
            <ac:spMk id="3" creationId="{FE1E759D-5870-423C-B491-CB531C52942D}"/>
          </ac:spMkLst>
        </pc:spChg>
        <pc:spChg chg="mod">
          <ac:chgData name="Simona Rinaldi" userId="29925aa0-83e0-48cf-b4dc-54eab132a6a9" providerId="ADAL" clId="{488564E8-35D4-537E-829E-54AE84E3E08F}" dt="2025-12-15T14:00:25.357" v="8025" actId="1076"/>
          <ac:spMkLst>
            <pc:docMk/>
            <pc:sldMk cId="1179174013" sldId="363"/>
            <ac:spMk id="4" creationId="{22D2CA2C-0E3D-3AE5-21BF-B5CC3A7D799C}"/>
          </ac:spMkLst>
        </pc:spChg>
        <pc:spChg chg="mod">
          <ac:chgData name="Simona Rinaldi" userId="29925aa0-83e0-48cf-b4dc-54eab132a6a9" providerId="ADAL" clId="{488564E8-35D4-537E-829E-54AE84E3E08F}" dt="2025-12-15T14:00:33.286" v="8033" actId="1036"/>
          <ac:spMkLst>
            <pc:docMk/>
            <pc:sldMk cId="1179174013" sldId="363"/>
            <ac:spMk id="6" creationId="{4E20CAC8-1A97-FFAF-393C-1EF1143AD94C}"/>
          </ac:spMkLst>
        </pc:spChg>
        <pc:spChg chg="mod">
          <ac:chgData name="Simona Rinaldi" userId="29925aa0-83e0-48cf-b4dc-54eab132a6a9" providerId="ADAL" clId="{488564E8-35D4-537E-829E-54AE84E3E08F}" dt="2025-12-15T14:00:22.839" v="8024" actId="1076"/>
          <ac:spMkLst>
            <pc:docMk/>
            <pc:sldMk cId="1179174013" sldId="363"/>
            <ac:spMk id="7" creationId="{AF6E4961-8750-DE9D-287D-7CA81C066938}"/>
          </ac:spMkLst>
        </pc:spChg>
        <pc:spChg chg="add mod">
          <ac:chgData name="Simona Rinaldi" userId="29925aa0-83e0-48cf-b4dc-54eab132a6a9" providerId="ADAL" clId="{488564E8-35D4-537E-829E-54AE84E3E08F}" dt="2025-12-10T21:20:57.090" v="3723"/>
          <ac:spMkLst>
            <pc:docMk/>
            <pc:sldMk cId="1179174013" sldId="363"/>
            <ac:spMk id="11" creationId="{33CFB517-06B2-CEB1-92CB-700A54CEB813}"/>
          </ac:spMkLst>
        </pc:spChg>
        <pc:spChg chg="add mod">
          <ac:chgData name="Simona Rinaldi" userId="29925aa0-83e0-48cf-b4dc-54eab132a6a9" providerId="ADAL" clId="{488564E8-35D4-537E-829E-54AE84E3E08F}" dt="2025-12-14T15:57:43.232" v="5742" actId="6549"/>
          <ac:spMkLst>
            <pc:docMk/>
            <pc:sldMk cId="1179174013" sldId="363"/>
            <ac:spMk id="12" creationId="{34CBC619-A827-65F5-68D2-854B0A179BA1}"/>
          </ac:spMkLst>
        </pc:spChg>
        <pc:spChg chg="add mod">
          <ac:chgData name="Simona Rinaldi" userId="29925aa0-83e0-48cf-b4dc-54eab132a6a9" providerId="ADAL" clId="{488564E8-35D4-537E-829E-54AE84E3E08F}" dt="2025-12-10T21:41:35.392" v="3830"/>
          <ac:spMkLst>
            <pc:docMk/>
            <pc:sldMk cId="1179174013" sldId="363"/>
            <ac:spMk id="13" creationId="{0886660A-87E4-472E-FB1E-A9DED3315C8D}"/>
          </ac:spMkLst>
        </pc:spChg>
        <pc:picChg chg="add mod">
          <ac:chgData name="Simona Rinaldi" userId="29925aa0-83e0-48cf-b4dc-54eab132a6a9" providerId="ADAL" clId="{488564E8-35D4-537E-829E-54AE84E3E08F}" dt="2025-12-16T13:49:30.093" v="11823" actId="14826"/>
          <ac:picMkLst>
            <pc:docMk/>
            <pc:sldMk cId="1179174013" sldId="363"/>
            <ac:picMk id="8" creationId="{9FC8F25B-CFC7-B583-53F1-F8C9F67302D4}"/>
          </ac:picMkLst>
        </pc:picChg>
      </pc:sldChg>
      <pc:sldChg chg="addSp delSp modSp add mod">
        <pc:chgData name="Simona Rinaldi" userId="29925aa0-83e0-48cf-b4dc-54eab132a6a9" providerId="ADAL" clId="{488564E8-35D4-537E-829E-54AE84E3E08F}" dt="2025-12-16T14:04:43.853" v="11870" actId="14826"/>
        <pc:sldMkLst>
          <pc:docMk/>
          <pc:sldMk cId="3648297299" sldId="365"/>
        </pc:sldMkLst>
        <pc:spChg chg="add mod">
          <ac:chgData name="Simona Rinaldi" userId="29925aa0-83e0-48cf-b4dc-54eab132a6a9" providerId="ADAL" clId="{488564E8-35D4-537E-829E-54AE84E3E08F}" dt="2025-12-15T12:45:53.337" v="7678" actId="20577"/>
          <ac:spMkLst>
            <pc:docMk/>
            <pc:sldMk cId="3648297299" sldId="365"/>
            <ac:spMk id="4" creationId="{F700B4ED-D2AA-F167-B1A4-2084B8368E5B}"/>
          </ac:spMkLst>
        </pc:spChg>
        <pc:spChg chg="mod">
          <ac:chgData name="Simona Rinaldi" userId="29925aa0-83e0-48cf-b4dc-54eab132a6a9" providerId="ADAL" clId="{488564E8-35D4-537E-829E-54AE84E3E08F}" dt="2025-12-15T12:58:03.460" v="7776" actId="20577"/>
          <ac:spMkLst>
            <pc:docMk/>
            <pc:sldMk cId="3648297299" sldId="365"/>
            <ac:spMk id="7" creationId="{8E10D8CB-D857-094A-C2C0-E0CB7FCA6924}"/>
          </ac:spMkLst>
        </pc:spChg>
        <pc:spChg chg="add mod">
          <ac:chgData name="Simona Rinaldi" userId="29925aa0-83e0-48cf-b4dc-54eab132a6a9" providerId="ADAL" clId="{488564E8-35D4-537E-829E-54AE84E3E08F}" dt="2025-12-15T12:43:51.627" v="7668" actId="1076"/>
          <ac:spMkLst>
            <pc:docMk/>
            <pc:sldMk cId="3648297299" sldId="365"/>
            <ac:spMk id="10" creationId="{D98EA128-6ABF-EF9C-86FD-C8B3097B3E8B}"/>
          </ac:spMkLst>
        </pc:spChg>
        <pc:picChg chg="add mod">
          <ac:chgData name="Simona Rinaldi" userId="29925aa0-83e0-48cf-b4dc-54eab132a6a9" providerId="ADAL" clId="{488564E8-35D4-537E-829E-54AE84E3E08F}" dt="2025-12-16T14:04:43.853" v="11870" actId="14826"/>
          <ac:picMkLst>
            <pc:docMk/>
            <pc:sldMk cId="3648297299" sldId="365"/>
            <ac:picMk id="14" creationId="{8A998D90-F7BC-E5BF-44D2-34780F2C90CA}"/>
          </ac:picMkLst>
        </pc:picChg>
        <pc:cxnChg chg="add mod">
          <ac:chgData name="Simona Rinaldi" userId="29925aa0-83e0-48cf-b4dc-54eab132a6a9" providerId="ADAL" clId="{488564E8-35D4-537E-829E-54AE84E3E08F}" dt="2025-12-15T12:43:45.692" v="7666" actId="1076"/>
          <ac:cxnSpMkLst>
            <pc:docMk/>
            <pc:sldMk cId="3648297299" sldId="365"/>
            <ac:cxnSpMk id="12" creationId="{4F2712E7-1437-F1BE-6E6E-8537D9F6F0C5}"/>
          </ac:cxnSpMkLst>
        </pc:cxnChg>
      </pc:sldChg>
      <pc:sldChg chg="addSp delSp modSp add mod">
        <pc:chgData name="Simona Rinaldi" userId="29925aa0-83e0-48cf-b4dc-54eab132a6a9" providerId="ADAL" clId="{488564E8-35D4-537E-829E-54AE84E3E08F}" dt="2025-12-16T14:04:58.265" v="11871" actId="14826"/>
        <pc:sldMkLst>
          <pc:docMk/>
          <pc:sldMk cId="4256249130" sldId="366"/>
        </pc:sldMkLst>
        <pc:spChg chg="mod">
          <ac:chgData name="Simona Rinaldi" userId="29925aa0-83e0-48cf-b4dc-54eab132a6a9" providerId="ADAL" clId="{488564E8-35D4-537E-829E-54AE84E3E08F}" dt="2025-12-15T12:44:08.403" v="7670" actId="20577"/>
          <ac:spMkLst>
            <pc:docMk/>
            <pc:sldMk cId="4256249130" sldId="366"/>
            <ac:spMk id="3" creationId="{E728DD93-27F1-9577-E256-9C4FA36EF221}"/>
          </ac:spMkLst>
        </pc:spChg>
        <pc:spChg chg="mod">
          <ac:chgData name="Simona Rinaldi" userId="29925aa0-83e0-48cf-b4dc-54eab132a6a9" providerId="ADAL" clId="{488564E8-35D4-537E-829E-54AE84E3E08F}" dt="2025-12-15T12:58:04.905" v="7778" actId="20577"/>
          <ac:spMkLst>
            <pc:docMk/>
            <pc:sldMk cId="4256249130" sldId="366"/>
            <ac:spMk id="7" creationId="{1D38794B-A607-88C8-6212-665872CC2342}"/>
          </ac:spMkLst>
        </pc:spChg>
        <pc:picChg chg="add mod">
          <ac:chgData name="Simona Rinaldi" userId="29925aa0-83e0-48cf-b4dc-54eab132a6a9" providerId="ADAL" clId="{488564E8-35D4-537E-829E-54AE84E3E08F}" dt="2025-12-16T14:04:58.265" v="11871" actId="14826"/>
          <ac:picMkLst>
            <pc:docMk/>
            <pc:sldMk cId="4256249130" sldId="366"/>
            <ac:picMk id="2" creationId="{F04E6F21-7315-E44C-D036-F0B457EA0067}"/>
          </ac:picMkLst>
        </pc:picChg>
      </pc:sldChg>
      <pc:sldChg chg="modSp add mod">
        <pc:chgData name="Simona Rinaldi" userId="29925aa0-83e0-48cf-b4dc-54eab132a6a9" providerId="ADAL" clId="{488564E8-35D4-537E-829E-54AE84E3E08F}" dt="2025-12-18T16:33:03.467" v="16371" actId="403"/>
        <pc:sldMkLst>
          <pc:docMk/>
          <pc:sldMk cId="2228140862" sldId="367"/>
        </pc:sldMkLst>
        <pc:spChg chg="mod">
          <ac:chgData name="Simona Rinaldi" userId="29925aa0-83e0-48cf-b4dc-54eab132a6a9" providerId="ADAL" clId="{488564E8-35D4-537E-829E-54AE84E3E08F}" dt="2025-12-18T16:33:03.467" v="16371" actId="403"/>
          <ac:spMkLst>
            <pc:docMk/>
            <pc:sldMk cId="2228140862" sldId="367"/>
            <ac:spMk id="3" creationId="{F423F75F-70B7-4E5B-02D7-A33B0C89D7B6}"/>
          </ac:spMkLst>
        </pc:spChg>
        <pc:spChg chg="mod">
          <ac:chgData name="Simona Rinaldi" userId="29925aa0-83e0-48cf-b4dc-54eab132a6a9" providerId="ADAL" clId="{488564E8-35D4-537E-829E-54AE84E3E08F}" dt="2025-12-15T12:58:01.454" v="7772" actId="20577"/>
          <ac:spMkLst>
            <pc:docMk/>
            <pc:sldMk cId="2228140862" sldId="367"/>
            <ac:spMk id="7" creationId="{44E01999-0F35-2D80-2793-C6063C960D9C}"/>
          </ac:spMkLst>
        </pc:spChg>
      </pc:sldChg>
      <pc:sldChg chg="addSp delSp modSp add mod">
        <pc:chgData name="Simona Rinaldi" userId="29925aa0-83e0-48cf-b4dc-54eab132a6a9" providerId="ADAL" clId="{488564E8-35D4-537E-829E-54AE84E3E08F}" dt="2025-12-15T13:01:31.989" v="7907" actId="20577"/>
        <pc:sldMkLst>
          <pc:docMk/>
          <pc:sldMk cId="690073736" sldId="369"/>
        </pc:sldMkLst>
        <pc:spChg chg="add mod">
          <ac:chgData name="Simona Rinaldi" userId="29925aa0-83e0-48cf-b4dc-54eab132a6a9" providerId="ADAL" clId="{488564E8-35D4-537E-829E-54AE84E3E08F}" dt="2025-12-15T11:21:17.715" v="6865" actId="14100"/>
          <ac:spMkLst>
            <pc:docMk/>
            <pc:sldMk cId="690073736" sldId="369"/>
            <ac:spMk id="2" creationId="{DD6F145F-0C06-4334-5B40-8644494B75C4}"/>
          </ac:spMkLst>
        </pc:spChg>
        <pc:spChg chg="mod">
          <ac:chgData name="Simona Rinaldi" userId="29925aa0-83e0-48cf-b4dc-54eab132a6a9" providerId="ADAL" clId="{488564E8-35D4-537E-829E-54AE84E3E08F}" dt="2025-12-15T11:23:36.563" v="6885" actId="113"/>
          <ac:spMkLst>
            <pc:docMk/>
            <pc:sldMk cId="690073736" sldId="369"/>
            <ac:spMk id="3" creationId="{89913E36-7F03-5862-0A64-075306177989}"/>
          </ac:spMkLst>
        </pc:spChg>
        <pc:spChg chg="add mod">
          <ac:chgData name="Simona Rinaldi" userId="29925aa0-83e0-48cf-b4dc-54eab132a6a9" providerId="ADAL" clId="{488564E8-35D4-537E-829E-54AE84E3E08F}" dt="2025-12-15T11:21:32.884" v="6870" actId="14100"/>
          <ac:spMkLst>
            <pc:docMk/>
            <pc:sldMk cId="690073736" sldId="369"/>
            <ac:spMk id="4" creationId="{48F3CB72-4C5D-6B33-FF32-381CC2BE265F}"/>
          </ac:spMkLst>
        </pc:spChg>
        <pc:spChg chg="add mod">
          <ac:chgData name="Simona Rinaldi" userId="29925aa0-83e0-48cf-b4dc-54eab132a6a9" providerId="ADAL" clId="{488564E8-35D4-537E-829E-54AE84E3E08F}" dt="2025-12-15T11:22:43.243" v="6882" actId="1076"/>
          <ac:spMkLst>
            <pc:docMk/>
            <pc:sldMk cId="690073736" sldId="369"/>
            <ac:spMk id="5" creationId="{D609D1C0-B183-0D6E-F572-F8497D2C9DFC}"/>
          </ac:spMkLst>
        </pc:spChg>
        <pc:spChg chg="mod">
          <ac:chgData name="Simona Rinaldi" userId="29925aa0-83e0-48cf-b4dc-54eab132a6a9" providerId="ADAL" clId="{488564E8-35D4-537E-829E-54AE84E3E08F}" dt="2025-12-15T13:01:31.989" v="7907" actId="20577"/>
          <ac:spMkLst>
            <pc:docMk/>
            <pc:sldMk cId="690073736" sldId="369"/>
            <ac:spMk id="7" creationId="{49D5A26D-17E3-209A-C0B3-B51AE2AA28A5}"/>
          </ac:spMkLst>
        </pc:spChg>
        <pc:picChg chg="add mod">
          <ac:chgData name="Simona Rinaldi" userId="29925aa0-83e0-48cf-b4dc-54eab132a6a9" providerId="ADAL" clId="{488564E8-35D4-537E-829E-54AE84E3E08F}" dt="2025-12-12T15:58:54.646" v="4967" actId="1076"/>
          <ac:picMkLst>
            <pc:docMk/>
            <pc:sldMk cId="690073736" sldId="369"/>
            <ac:picMk id="2050" creationId="{6C184FCF-8DB0-B3A3-04A2-AA462B8E8209}"/>
          </ac:picMkLst>
        </pc:picChg>
        <pc:picChg chg="add mod">
          <ac:chgData name="Simona Rinaldi" userId="29925aa0-83e0-48cf-b4dc-54eab132a6a9" providerId="ADAL" clId="{488564E8-35D4-537E-829E-54AE84E3E08F}" dt="2025-12-15T11:19:53.458" v="6693" actId="732"/>
          <ac:picMkLst>
            <pc:docMk/>
            <pc:sldMk cId="690073736" sldId="369"/>
            <ac:picMk id="2051" creationId="{2A776A41-F1D1-E6BF-107C-48489F207920}"/>
          </ac:picMkLst>
        </pc:picChg>
      </pc:sldChg>
      <pc:sldChg chg="addSp delSp modSp add mod modNotesTx">
        <pc:chgData name="Simona Rinaldi" userId="29925aa0-83e0-48cf-b4dc-54eab132a6a9" providerId="ADAL" clId="{488564E8-35D4-537E-829E-54AE84E3E08F}" dt="2025-12-18T12:10:38.858" v="13951" actId="5793"/>
        <pc:sldMkLst>
          <pc:docMk/>
          <pc:sldMk cId="2784292232" sldId="371"/>
        </pc:sldMkLst>
        <pc:spChg chg="mod">
          <ac:chgData name="Simona Rinaldi" userId="29925aa0-83e0-48cf-b4dc-54eab132a6a9" providerId="ADAL" clId="{488564E8-35D4-537E-829E-54AE84E3E08F}" dt="2025-12-18T12:10:38.858" v="13951" actId="5793"/>
          <ac:spMkLst>
            <pc:docMk/>
            <pc:sldMk cId="2784292232" sldId="371"/>
            <ac:spMk id="3" creationId="{0CDCDE9E-71E0-692F-1CA4-7F293DF342EE}"/>
          </ac:spMkLst>
        </pc:spChg>
        <pc:spChg chg="add mod">
          <ac:chgData name="Simona Rinaldi" userId="29925aa0-83e0-48cf-b4dc-54eab132a6a9" providerId="ADAL" clId="{488564E8-35D4-537E-829E-54AE84E3E08F}" dt="2025-12-15T11:49:09.704" v="7351" actId="1076"/>
          <ac:spMkLst>
            <pc:docMk/>
            <pc:sldMk cId="2784292232" sldId="371"/>
            <ac:spMk id="4" creationId="{FBCDBDF9-A017-ED93-6045-91D44AF74BFE}"/>
          </ac:spMkLst>
        </pc:spChg>
        <pc:spChg chg="mod">
          <ac:chgData name="Simona Rinaldi" userId="29925aa0-83e0-48cf-b4dc-54eab132a6a9" providerId="ADAL" clId="{488564E8-35D4-537E-829E-54AE84E3E08F}" dt="2025-12-15T13:01:27.882" v="7905" actId="20577"/>
          <ac:spMkLst>
            <pc:docMk/>
            <pc:sldMk cId="2784292232" sldId="371"/>
            <ac:spMk id="7" creationId="{3CE2EE61-882F-A5A4-F25A-E148B1DEE5DA}"/>
          </ac:spMkLst>
        </pc:spChg>
        <pc:picChg chg="add mod">
          <ac:chgData name="Simona Rinaldi" userId="29925aa0-83e0-48cf-b4dc-54eab132a6a9" providerId="ADAL" clId="{488564E8-35D4-537E-829E-54AE84E3E08F}" dt="2025-12-17T09:13:41.314" v="12196" actId="1036"/>
          <ac:picMkLst>
            <pc:docMk/>
            <pc:sldMk cId="2784292232" sldId="371"/>
            <ac:picMk id="2" creationId="{BB6F197B-609D-F14E-84C1-2079CA03FFC9}"/>
          </ac:picMkLst>
        </pc:picChg>
      </pc:sldChg>
      <pc:sldChg chg="modSp add mod modShow">
        <pc:chgData name="Simona Rinaldi" userId="29925aa0-83e0-48cf-b4dc-54eab132a6a9" providerId="ADAL" clId="{488564E8-35D4-537E-829E-54AE84E3E08F}" dt="2025-12-15T16:37:20.070" v="9506" actId="6549"/>
        <pc:sldMkLst>
          <pc:docMk/>
          <pc:sldMk cId="2954829148" sldId="372"/>
        </pc:sldMkLst>
        <pc:spChg chg="mod">
          <ac:chgData name="Simona Rinaldi" userId="29925aa0-83e0-48cf-b4dc-54eab132a6a9" providerId="ADAL" clId="{488564E8-35D4-537E-829E-54AE84E3E08F}" dt="2025-12-15T16:37:20.070" v="9506" actId="6549"/>
          <ac:spMkLst>
            <pc:docMk/>
            <pc:sldMk cId="2954829148" sldId="372"/>
            <ac:spMk id="3" creationId="{08AB918B-323C-E910-FD23-A329F503CBD9}"/>
          </ac:spMkLst>
        </pc:spChg>
        <pc:spChg chg="mod">
          <ac:chgData name="Simona Rinaldi" userId="29925aa0-83e0-48cf-b4dc-54eab132a6a9" providerId="ADAL" clId="{488564E8-35D4-537E-829E-54AE84E3E08F}" dt="2025-12-15T13:01:19.108" v="7899" actId="20577"/>
          <ac:spMkLst>
            <pc:docMk/>
            <pc:sldMk cId="2954829148" sldId="372"/>
            <ac:spMk id="7" creationId="{085D2E36-1C14-82E5-CD21-E36C952338DD}"/>
          </ac:spMkLst>
        </pc:spChg>
      </pc:sldChg>
      <pc:sldChg chg="addSp delSp modSp add mod modNotesTx">
        <pc:chgData name="Simona Rinaldi" userId="29925aa0-83e0-48cf-b4dc-54eab132a6a9" providerId="ADAL" clId="{488564E8-35D4-537E-829E-54AE84E3E08F}" dt="2025-12-19T08:21:59.795" v="16423" actId="255"/>
        <pc:sldMkLst>
          <pc:docMk/>
          <pc:sldMk cId="934202526" sldId="374"/>
        </pc:sldMkLst>
        <pc:spChg chg="add del mod">
          <ac:chgData name="Simona Rinaldi" userId="29925aa0-83e0-48cf-b4dc-54eab132a6a9" providerId="ADAL" clId="{488564E8-35D4-537E-829E-54AE84E3E08F}" dt="2025-12-19T08:20:12.421" v="16375" actId="478"/>
          <ac:spMkLst>
            <pc:docMk/>
            <pc:sldMk cId="934202526" sldId="374"/>
            <ac:spMk id="2" creationId="{C6017B4E-DE45-BB15-A473-3ED34FE8EC78}"/>
          </ac:spMkLst>
        </pc:spChg>
        <pc:spChg chg="mod">
          <ac:chgData name="Simona Rinaldi" userId="29925aa0-83e0-48cf-b4dc-54eab132a6a9" providerId="ADAL" clId="{488564E8-35D4-537E-829E-54AE84E3E08F}" dt="2025-12-19T08:21:59.795" v="16423" actId="255"/>
          <ac:spMkLst>
            <pc:docMk/>
            <pc:sldMk cId="934202526" sldId="374"/>
            <ac:spMk id="3" creationId="{AD2B0DDB-1EDF-C708-14F9-D1A3339E804E}"/>
          </ac:spMkLst>
        </pc:spChg>
        <pc:spChg chg="add mod">
          <ac:chgData name="Simona Rinaldi" userId="29925aa0-83e0-48cf-b4dc-54eab132a6a9" providerId="ADAL" clId="{488564E8-35D4-537E-829E-54AE84E3E08F}" dt="2025-12-16T10:43:10.433" v="10253" actId="1076"/>
          <ac:spMkLst>
            <pc:docMk/>
            <pc:sldMk cId="934202526" sldId="374"/>
            <ac:spMk id="5" creationId="{549AE05D-9CCE-7D05-E42F-314E5B83DD42}"/>
          </ac:spMkLst>
        </pc:spChg>
        <pc:spChg chg="mod">
          <ac:chgData name="Simona Rinaldi" userId="29925aa0-83e0-48cf-b4dc-54eab132a6a9" providerId="ADAL" clId="{488564E8-35D4-537E-829E-54AE84E3E08F}" dt="2025-12-15T13:01:14.793" v="7897" actId="20577"/>
          <ac:spMkLst>
            <pc:docMk/>
            <pc:sldMk cId="934202526" sldId="374"/>
            <ac:spMk id="7" creationId="{2D089955-DDC3-D349-3D59-9AC94336E08A}"/>
          </ac:spMkLst>
        </pc:spChg>
        <pc:picChg chg="add mod">
          <ac:chgData name="Simona Rinaldi" userId="29925aa0-83e0-48cf-b4dc-54eab132a6a9" providerId="ADAL" clId="{488564E8-35D4-537E-829E-54AE84E3E08F}" dt="2025-12-16T13:54:09.729" v="11833" actId="14826"/>
          <ac:picMkLst>
            <pc:docMk/>
            <pc:sldMk cId="934202526" sldId="374"/>
            <ac:picMk id="4" creationId="{74ED96A0-AE9D-F99B-04FD-C701B5282343}"/>
          </ac:picMkLst>
        </pc:picChg>
        <pc:cxnChg chg="add mod">
          <ac:chgData name="Simona Rinaldi" userId="29925aa0-83e0-48cf-b4dc-54eab132a6a9" providerId="ADAL" clId="{488564E8-35D4-537E-829E-54AE84E3E08F}" dt="2025-12-16T10:54:14.997" v="10585" actId="14100"/>
          <ac:cxnSpMkLst>
            <pc:docMk/>
            <pc:sldMk cId="934202526" sldId="374"/>
            <ac:cxnSpMk id="6" creationId="{9B7973A6-0377-F05F-CD1F-782B5FAB82CE}"/>
          </ac:cxnSpMkLst>
        </pc:cxnChg>
      </pc:sldChg>
      <pc:sldChg chg="addSp delSp modSp add mod ord modNotesTx">
        <pc:chgData name="Simona Rinaldi" userId="29925aa0-83e0-48cf-b4dc-54eab132a6a9" providerId="ADAL" clId="{488564E8-35D4-537E-829E-54AE84E3E08F}" dt="2025-12-16T13:53:30.824" v="11830" actId="1036"/>
        <pc:sldMkLst>
          <pc:docMk/>
          <pc:sldMk cId="2339862790" sldId="375"/>
        </pc:sldMkLst>
        <pc:spChg chg="mod">
          <ac:chgData name="Simona Rinaldi" userId="29925aa0-83e0-48cf-b4dc-54eab132a6a9" providerId="ADAL" clId="{488564E8-35D4-537E-829E-54AE84E3E08F}" dt="2025-12-12T16:21:17.102" v="5310" actId="20577"/>
          <ac:spMkLst>
            <pc:docMk/>
            <pc:sldMk cId="2339862790" sldId="375"/>
            <ac:spMk id="3" creationId="{89624A28-8BAA-5A41-CF45-14FB34204147}"/>
          </ac:spMkLst>
        </pc:spChg>
        <pc:spChg chg="mod">
          <ac:chgData name="Simona Rinaldi" userId="29925aa0-83e0-48cf-b4dc-54eab132a6a9" providerId="ADAL" clId="{488564E8-35D4-537E-829E-54AE84E3E08F}" dt="2025-12-15T13:01:10.581" v="7895" actId="20577"/>
          <ac:spMkLst>
            <pc:docMk/>
            <pc:sldMk cId="2339862790" sldId="375"/>
            <ac:spMk id="7" creationId="{38603ADB-011A-6B2E-5878-B5D052C36884}"/>
          </ac:spMkLst>
        </pc:spChg>
        <pc:picChg chg="add mod">
          <ac:chgData name="Simona Rinaldi" userId="29925aa0-83e0-48cf-b4dc-54eab132a6a9" providerId="ADAL" clId="{488564E8-35D4-537E-829E-54AE84E3E08F}" dt="2025-12-16T13:53:30.824" v="11830" actId="1036"/>
          <ac:picMkLst>
            <pc:docMk/>
            <pc:sldMk cId="2339862790" sldId="375"/>
            <ac:picMk id="2" creationId="{CAE780E4-28C0-2CA8-8AB3-A0A76B040826}"/>
          </ac:picMkLst>
        </pc:picChg>
        <pc:cxnChg chg="add mod">
          <ac:chgData name="Simona Rinaldi" userId="29925aa0-83e0-48cf-b4dc-54eab132a6a9" providerId="ADAL" clId="{488564E8-35D4-537E-829E-54AE84E3E08F}" dt="2025-12-15T16:45:45.175" v="9520" actId="1038"/>
          <ac:cxnSpMkLst>
            <pc:docMk/>
            <pc:sldMk cId="2339862790" sldId="375"/>
            <ac:cxnSpMk id="6" creationId="{5790B13D-2661-8D8E-5696-46EC94666832}"/>
          </ac:cxnSpMkLst>
        </pc:cxnChg>
        <pc:cxnChg chg="add mod">
          <ac:chgData name="Simona Rinaldi" userId="29925aa0-83e0-48cf-b4dc-54eab132a6a9" providerId="ADAL" clId="{488564E8-35D4-537E-829E-54AE84E3E08F}" dt="2025-12-15T16:39:41.681" v="9519" actId="1076"/>
          <ac:cxnSpMkLst>
            <pc:docMk/>
            <pc:sldMk cId="2339862790" sldId="375"/>
            <ac:cxnSpMk id="8" creationId="{882D6F9A-2556-6CCD-417B-5A65D0EEBEF1}"/>
          </ac:cxnSpMkLst>
        </pc:cxnChg>
      </pc:sldChg>
      <pc:sldChg chg="addSp delSp modSp add mod">
        <pc:chgData name="Simona Rinaldi" userId="29925aa0-83e0-48cf-b4dc-54eab132a6a9" providerId="ADAL" clId="{488564E8-35D4-537E-829E-54AE84E3E08F}" dt="2025-12-19T10:19:55.185" v="16425"/>
        <pc:sldMkLst>
          <pc:docMk/>
          <pc:sldMk cId="4031040055" sldId="376"/>
        </pc:sldMkLst>
        <pc:spChg chg="mod">
          <ac:chgData name="Simona Rinaldi" userId="29925aa0-83e0-48cf-b4dc-54eab132a6a9" providerId="ADAL" clId="{488564E8-35D4-537E-829E-54AE84E3E08F}" dt="2025-12-19T10:19:55.185" v="16425"/>
          <ac:spMkLst>
            <pc:docMk/>
            <pc:sldMk cId="4031040055" sldId="376"/>
            <ac:spMk id="3" creationId="{F940237C-531D-C1E7-576D-97DA43057147}"/>
          </ac:spMkLst>
        </pc:spChg>
        <pc:spChg chg="add mod">
          <ac:chgData name="Simona Rinaldi" userId="29925aa0-83e0-48cf-b4dc-54eab132a6a9" providerId="ADAL" clId="{488564E8-35D4-537E-829E-54AE84E3E08F}" dt="2025-12-16T11:07:20.710" v="11063"/>
          <ac:spMkLst>
            <pc:docMk/>
            <pc:sldMk cId="4031040055" sldId="376"/>
            <ac:spMk id="4" creationId="{C19C6C41-44FB-2E0D-6D54-3765C6102E5F}"/>
          </ac:spMkLst>
        </pc:spChg>
        <pc:spChg chg="mod">
          <ac:chgData name="Simona Rinaldi" userId="29925aa0-83e0-48cf-b4dc-54eab132a6a9" providerId="ADAL" clId="{488564E8-35D4-537E-829E-54AE84E3E08F}" dt="2025-12-17T19:51:37.910" v="13200" actId="20577"/>
          <ac:spMkLst>
            <pc:docMk/>
            <pc:sldMk cId="4031040055" sldId="376"/>
            <ac:spMk id="7" creationId="{5BFB60E6-9064-1E3A-1282-843A62BC3EED}"/>
          </ac:spMkLst>
        </pc:spChg>
        <pc:picChg chg="add mod">
          <ac:chgData name="Simona Rinaldi" userId="29925aa0-83e0-48cf-b4dc-54eab132a6a9" providerId="ADAL" clId="{488564E8-35D4-537E-829E-54AE84E3E08F}" dt="2025-12-16T13:57:54.373" v="11837" actId="14826"/>
          <ac:picMkLst>
            <pc:docMk/>
            <pc:sldMk cId="4031040055" sldId="376"/>
            <ac:picMk id="6" creationId="{5F248228-3DB0-3886-BF84-755BE239E4E8}"/>
          </ac:picMkLst>
        </pc:picChg>
        <pc:cxnChg chg="add mod">
          <ac:chgData name="Simona Rinaldi" userId="29925aa0-83e0-48cf-b4dc-54eab132a6a9" providerId="ADAL" clId="{488564E8-35D4-537E-829E-54AE84E3E08F}" dt="2025-12-16T10:54:37.241" v="10628" actId="1036"/>
          <ac:cxnSpMkLst>
            <pc:docMk/>
            <pc:sldMk cId="4031040055" sldId="376"/>
            <ac:cxnSpMk id="2" creationId="{369832DB-FE8F-0C00-4CE3-56101E4E1E95}"/>
          </ac:cxnSpMkLst>
        </pc:cxnChg>
      </pc:sldChg>
      <pc:sldChg chg="addSp delSp modSp add mod modNotesTx">
        <pc:chgData name="Simona Rinaldi" userId="29925aa0-83e0-48cf-b4dc-54eab132a6a9" providerId="ADAL" clId="{488564E8-35D4-537E-829E-54AE84E3E08F}" dt="2025-12-17T19:51:42.633" v="13202" actId="20577"/>
        <pc:sldMkLst>
          <pc:docMk/>
          <pc:sldMk cId="3848817545" sldId="377"/>
        </pc:sldMkLst>
        <pc:spChg chg="mod">
          <ac:chgData name="Simona Rinaldi" userId="29925aa0-83e0-48cf-b4dc-54eab132a6a9" providerId="ADAL" clId="{488564E8-35D4-537E-829E-54AE84E3E08F}" dt="2025-12-12T16:22:43.447" v="5325" actId="20577"/>
          <ac:spMkLst>
            <pc:docMk/>
            <pc:sldMk cId="3848817545" sldId="377"/>
            <ac:spMk id="3" creationId="{780AAC03-74D4-D36B-0C6B-9F9158239389}"/>
          </ac:spMkLst>
        </pc:spChg>
        <pc:spChg chg="mod">
          <ac:chgData name="Simona Rinaldi" userId="29925aa0-83e0-48cf-b4dc-54eab132a6a9" providerId="ADAL" clId="{488564E8-35D4-537E-829E-54AE84E3E08F}" dt="2025-12-17T19:51:42.633" v="13202" actId="20577"/>
          <ac:spMkLst>
            <pc:docMk/>
            <pc:sldMk cId="3848817545" sldId="377"/>
            <ac:spMk id="7" creationId="{2FFD13CF-141E-FE14-D1EC-43E334EFABF8}"/>
          </ac:spMkLst>
        </pc:spChg>
        <pc:picChg chg="add mod">
          <ac:chgData name="Simona Rinaldi" userId="29925aa0-83e0-48cf-b4dc-54eab132a6a9" providerId="ADAL" clId="{488564E8-35D4-537E-829E-54AE84E3E08F}" dt="2025-12-16T13:55:42.986" v="11836" actId="1036"/>
          <ac:picMkLst>
            <pc:docMk/>
            <pc:sldMk cId="3848817545" sldId="377"/>
            <ac:picMk id="4" creationId="{182AD03C-77BD-3742-EA08-59C6BDC77EB9}"/>
          </ac:picMkLst>
        </pc:picChg>
        <pc:cxnChg chg="add mod">
          <ac:chgData name="Simona Rinaldi" userId="29925aa0-83e0-48cf-b4dc-54eab132a6a9" providerId="ADAL" clId="{488564E8-35D4-537E-829E-54AE84E3E08F}" dt="2025-12-16T10:55:12.389" v="10674" actId="14100"/>
          <ac:cxnSpMkLst>
            <pc:docMk/>
            <pc:sldMk cId="3848817545" sldId="377"/>
            <ac:cxnSpMk id="2" creationId="{7ACD6188-FAED-D6A4-31CD-0BAD867F0DB8}"/>
          </ac:cxnSpMkLst>
        </pc:cxnChg>
        <pc:cxnChg chg="add mod">
          <ac:chgData name="Simona Rinaldi" userId="29925aa0-83e0-48cf-b4dc-54eab132a6a9" providerId="ADAL" clId="{488564E8-35D4-537E-829E-54AE84E3E08F}" dt="2025-12-16T10:55:21.108" v="10676" actId="1076"/>
          <ac:cxnSpMkLst>
            <pc:docMk/>
            <pc:sldMk cId="3848817545" sldId="377"/>
            <ac:cxnSpMk id="6" creationId="{4C452B4D-B450-3615-47C5-C077F1745E8F}"/>
          </ac:cxnSpMkLst>
        </pc:cxnChg>
      </pc:sldChg>
      <pc:sldChg chg="addSp delSp modSp add mod ord modShow modNotesTx">
        <pc:chgData name="Simona Rinaldi" userId="29925aa0-83e0-48cf-b4dc-54eab132a6a9" providerId="ADAL" clId="{488564E8-35D4-537E-829E-54AE84E3E08F}" dt="2025-12-19T10:45:58.816" v="16426" actId="20578"/>
        <pc:sldMkLst>
          <pc:docMk/>
          <pc:sldMk cId="2550032944" sldId="378"/>
        </pc:sldMkLst>
        <pc:spChg chg="mod">
          <ac:chgData name="Simona Rinaldi" userId="29925aa0-83e0-48cf-b4dc-54eab132a6a9" providerId="ADAL" clId="{488564E8-35D4-537E-829E-54AE84E3E08F}" dt="2025-12-17T19:51:31.305" v="13194" actId="20577"/>
          <ac:spMkLst>
            <pc:docMk/>
            <pc:sldMk cId="2550032944" sldId="378"/>
            <ac:spMk id="7" creationId="{CA5D10AA-E566-2528-627F-94B84F462A9A}"/>
          </ac:spMkLst>
        </pc:spChg>
        <pc:spChg chg="add mod">
          <ac:chgData name="Simona Rinaldi" userId="29925aa0-83e0-48cf-b4dc-54eab132a6a9" providerId="ADAL" clId="{488564E8-35D4-537E-829E-54AE84E3E08F}" dt="2025-12-16T11:51:09.621" v="11640" actId="20577"/>
          <ac:spMkLst>
            <pc:docMk/>
            <pc:sldMk cId="2550032944" sldId="378"/>
            <ac:spMk id="11" creationId="{4C0113CA-5615-A49B-6E24-BFCFA666B780}"/>
          </ac:spMkLst>
        </pc:spChg>
        <pc:spChg chg="add mod">
          <ac:chgData name="Simona Rinaldi" userId="29925aa0-83e0-48cf-b4dc-54eab132a6a9" providerId="ADAL" clId="{488564E8-35D4-537E-829E-54AE84E3E08F}" dt="2025-12-17T09:25:25.563" v="12211" actId="14100"/>
          <ac:spMkLst>
            <pc:docMk/>
            <pc:sldMk cId="2550032944" sldId="378"/>
            <ac:spMk id="13" creationId="{E6878D1C-C3E1-D3A8-D261-E74F18877A82}"/>
          </ac:spMkLst>
        </pc:spChg>
        <pc:spChg chg="add mod">
          <ac:chgData name="Simona Rinaldi" userId="29925aa0-83e0-48cf-b4dc-54eab132a6a9" providerId="ADAL" clId="{488564E8-35D4-537E-829E-54AE84E3E08F}" dt="2025-12-16T11:46:09.495" v="11524" actId="1076"/>
          <ac:spMkLst>
            <pc:docMk/>
            <pc:sldMk cId="2550032944" sldId="378"/>
            <ac:spMk id="14" creationId="{240521BE-7E3E-AE40-55A6-C9648143E8F4}"/>
          </ac:spMkLst>
        </pc:spChg>
        <pc:spChg chg="add mod">
          <ac:chgData name="Simona Rinaldi" userId="29925aa0-83e0-48cf-b4dc-54eab132a6a9" providerId="ADAL" clId="{488564E8-35D4-537E-829E-54AE84E3E08F}" dt="2025-12-16T11:46:18.499" v="11530" actId="20577"/>
          <ac:spMkLst>
            <pc:docMk/>
            <pc:sldMk cId="2550032944" sldId="378"/>
            <ac:spMk id="16" creationId="{5495087A-144A-ADFA-F482-9653BE79C79F}"/>
          </ac:spMkLst>
        </pc:spChg>
        <pc:spChg chg="add mod">
          <ac:chgData name="Simona Rinaldi" userId="29925aa0-83e0-48cf-b4dc-54eab132a6a9" providerId="ADAL" clId="{488564E8-35D4-537E-829E-54AE84E3E08F}" dt="2025-12-16T11:50:18.695" v="11624" actId="1076"/>
          <ac:spMkLst>
            <pc:docMk/>
            <pc:sldMk cId="2550032944" sldId="378"/>
            <ac:spMk id="18" creationId="{BE0571CC-3B9C-BDD6-DA2A-ECC11A277423}"/>
          </ac:spMkLst>
        </pc:spChg>
        <pc:spChg chg="add mod">
          <ac:chgData name="Simona Rinaldi" userId="29925aa0-83e0-48cf-b4dc-54eab132a6a9" providerId="ADAL" clId="{488564E8-35D4-537E-829E-54AE84E3E08F}" dt="2025-12-16T11:50:22.954" v="11625" actId="1076"/>
          <ac:spMkLst>
            <pc:docMk/>
            <pc:sldMk cId="2550032944" sldId="378"/>
            <ac:spMk id="19" creationId="{304852E2-0ACC-EC16-7CCD-ACAE3A8586FC}"/>
          </ac:spMkLst>
        </pc:spChg>
        <pc:picChg chg="add mod">
          <ac:chgData name="Simona Rinaldi" userId="29925aa0-83e0-48cf-b4dc-54eab132a6a9" providerId="ADAL" clId="{488564E8-35D4-537E-829E-54AE84E3E08F}" dt="2025-12-16T11:48:06.259" v="11590" actId="1076"/>
          <ac:picMkLst>
            <pc:docMk/>
            <pc:sldMk cId="2550032944" sldId="378"/>
            <ac:picMk id="5" creationId="{567E7660-77E1-6D46-3804-FE675C0842F2}"/>
          </ac:picMkLst>
        </pc:picChg>
        <pc:picChg chg="add mod">
          <ac:chgData name="Simona Rinaldi" userId="29925aa0-83e0-48cf-b4dc-54eab132a6a9" providerId="ADAL" clId="{488564E8-35D4-537E-829E-54AE84E3E08F}" dt="2025-12-16T11:48:52.356" v="11594" actId="1076"/>
          <ac:picMkLst>
            <pc:docMk/>
            <pc:sldMk cId="2550032944" sldId="378"/>
            <ac:picMk id="10" creationId="{0D452495-0448-E9D0-D61B-2F6CA9BC93D7}"/>
          </ac:picMkLst>
        </pc:picChg>
      </pc:sldChg>
      <pc:sldChg chg="addSp delSp modSp add mod">
        <pc:chgData name="Simona Rinaldi" userId="29925aa0-83e0-48cf-b4dc-54eab132a6a9" providerId="ADAL" clId="{488564E8-35D4-537E-829E-54AE84E3E08F}" dt="2025-12-16T14:04:10.524" v="11869" actId="14826"/>
        <pc:sldMkLst>
          <pc:docMk/>
          <pc:sldMk cId="722467418" sldId="379"/>
        </pc:sldMkLst>
        <pc:spChg chg="mod">
          <ac:chgData name="Simona Rinaldi" userId="29925aa0-83e0-48cf-b4dc-54eab132a6a9" providerId="ADAL" clId="{488564E8-35D4-537E-829E-54AE84E3E08F}" dt="2025-12-16T13:15:19.851" v="11820" actId="20577"/>
          <ac:spMkLst>
            <pc:docMk/>
            <pc:sldMk cId="722467418" sldId="379"/>
            <ac:spMk id="2" creationId="{9164C2B1-9BAA-12BA-C3A1-3388005C33AB}"/>
          </ac:spMkLst>
        </pc:spChg>
        <pc:spChg chg="mod">
          <ac:chgData name="Simona Rinaldi" userId="29925aa0-83e0-48cf-b4dc-54eab132a6a9" providerId="ADAL" clId="{488564E8-35D4-537E-829E-54AE84E3E08F}" dt="2025-12-16T13:14:54.328" v="11796" actId="1038"/>
          <ac:spMkLst>
            <pc:docMk/>
            <pc:sldMk cId="722467418" sldId="379"/>
            <ac:spMk id="3" creationId="{D1CDF93F-FBA6-7D87-3BEA-C9CFDA843363}"/>
          </ac:spMkLst>
        </pc:spChg>
        <pc:spChg chg="mod">
          <ac:chgData name="Simona Rinaldi" userId="29925aa0-83e0-48cf-b4dc-54eab132a6a9" providerId="ADAL" clId="{488564E8-35D4-537E-829E-54AE84E3E08F}" dt="2025-12-16T13:14:54.328" v="11796" actId="1038"/>
          <ac:spMkLst>
            <pc:docMk/>
            <pc:sldMk cId="722467418" sldId="379"/>
            <ac:spMk id="4" creationId="{FF63B77A-461A-77D0-5D23-B5BA45BF06E2}"/>
          </ac:spMkLst>
        </pc:spChg>
        <pc:spChg chg="mod">
          <ac:chgData name="Simona Rinaldi" userId="29925aa0-83e0-48cf-b4dc-54eab132a6a9" providerId="ADAL" clId="{488564E8-35D4-537E-829E-54AE84E3E08F}" dt="2025-12-16T13:15:16.747" v="11819" actId="20577"/>
          <ac:spMkLst>
            <pc:docMk/>
            <pc:sldMk cId="722467418" sldId="379"/>
            <ac:spMk id="5" creationId="{A10F4613-EE12-274C-48F1-B49724D73D35}"/>
          </ac:spMkLst>
        </pc:spChg>
        <pc:spChg chg="mod">
          <ac:chgData name="Simona Rinaldi" userId="29925aa0-83e0-48cf-b4dc-54eab132a6a9" providerId="ADAL" clId="{488564E8-35D4-537E-829E-54AE84E3E08F}" dt="2025-12-16T13:15:05.426" v="11818" actId="1037"/>
          <ac:spMkLst>
            <pc:docMk/>
            <pc:sldMk cId="722467418" sldId="379"/>
            <ac:spMk id="6" creationId="{9C41D6CD-72BA-D6AF-12F9-90A304634464}"/>
          </ac:spMkLst>
        </pc:spChg>
        <pc:spChg chg="mod">
          <ac:chgData name="Simona Rinaldi" userId="29925aa0-83e0-48cf-b4dc-54eab132a6a9" providerId="ADAL" clId="{488564E8-35D4-537E-829E-54AE84E3E08F}" dt="2025-12-15T12:58:02.380" v="7774" actId="20577"/>
          <ac:spMkLst>
            <pc:docMk/>
            <pc:sldMk cId="722467418" sldId="379"/>
            <ac:spMk id="7" creationId="{E5D448E3-86E6-F55F-ACDB-13F8EA8F870E}"/>
          </ac:spMkLst>
        </pc:spChg>
        <pc:spChg chg="mod">
          <ac:chgData name="Simona Rinaldi" userId="29925aa0-83e0-48cf-b4dc-54eab132a6a9" providerId="ADAL" clId="{488564E8-35D4-537E-829E-54AE84E3E08F}" dt="2025-12-16T13:15:05.426" v="11818" actId="1037"/>
          <ac:spMkLst>
            <pc:docMk/>
            <pc:sldMk cId="722467418" sldId="379"/>
            <ac:spMk id="8" creationId="{0574C3EE-EAC2-451F-630E-0BFB1978B10C}"/>
          </ac:spMkLst>
        </pc:spChg>
        <pc:picChg chg="add mod">
          <ac:chgData name="Simona Rinaldi" userId="29925aa0-83e0-48cf-b4dc-54eab132a6a9" providerId="ADAL" clId="{488564E8-35D4-537E-829E-54AE84E3E08F}" dt="2025-12-16T14:02:46.448" v="11865" actId="1076"/>
          <ac:picMkLst>
            <pc:docMk/>
            <pc:sldMk cId="722467418" sldId="379"/>
            <ac:picMk id="10" creationId="{33E5BB9E-5FD6-6A4C-C25C-C272C425A6DB}"/>
          </ac:picMkLst>
        </pc:picChg>
        <pc:picChg chg="mod">
          <ac:chgData name="Simona Rinaldi" userId="29925aa0-83e0-48cf-b4dc-54eab132a6a9" providerId="ADAL" clId="{488564E8-35D4-537E-829E-54AE84E3E08F}" dt="2025-12-16T14:04:10.524" v="11869" actId="14826"/>
          <ac:picMkLst>
            <pc:docMk/>
            <pc:sldMk cId="722467418" sldId="379"/>
            <ac:picMk id="1026" creationId="{63219FB0-277A-86FC-776D-548318B5367E}"/>
          </ac:picMkLst>
        </pc:picChg>
      </pc:sldChg>
      <pc:sldChg chg="addSp delSp modSp add mod modShow">
        <pc:chgData name="Simona Rinaldi" userId="29925aa0-83e0-48cf-b4dc-54eab132a6a9" providerId="ADAL" clId="{488564E8-35D4-537E-829E-54AE84E3E08F}" dt="2025-12-17T17:12:59.468" v="12903" actId="11"/>
        <pc:sldMkLst>
          <pc:docMk/>
          <pc:sldMk cId="3456484005" sldId="380"/>
        </pc:sldMkLst>
        <pc:spChg chg="mod">
          <ac:chgData name="Simona Rinaldi" userId="29925aa0-83e0-48cf-b4dc-54eab132a6a9" providerId="ADAL" clId="{488564E8-35D4-537E-829E-54AE84E3E08F}" dt="2025-12-17T17:12:59.468" v="12903" actId="11"/>
          <ac:spMkLst>
            <pc:docMk/>
            <pc:sldMk cId="3456484005" sldId="380"/>
            <ac:spMk id="6" creationId="{0EED4491-85E0-CAC4-80A6-E48767E65C32}"/>
          </ac:spMkLst>
        </pc:spChg>
        <pc:picChg chg="add del mod">
          <ac:chgData name="Simona Rinaldi" userId="29925aa0-83e0-48cf-b4dc-54eab132a6a9" providerId="ADAL" clId="{488564E8-35D4-537E-829E-54AE84E3E08F}" dt="2025-12-17T11:11:41.581" v="12556" actId="14826"/>
          <ac:picMkLst>
            <pc:docMk/>
            <pc:sldMk cId="3456484005" sldId="380"/>
            <ac:picMk id="9" creationId="{D0A625ED-A0A9-354C-47B6-D7B2ACA3936D}"/>
          </ac:picMkLst>
        </pc:picChg>
      </pc:sldChg>
      <pc:sldChg chg="addSp modSp add mod">
        <pc:chgData name="Simona Rinaldi" userId="29925aa0-83e0-48cf-b4dc-54eab132a6a9" providerId="ADAL" clId="{488564E8-35D4-537E-829E-54AE84E3E08F}" dt="2025-12-15T14:26:38.896" v="8077" actId="20577"/>
        <pc:sldMkLst>
          <pc:docMk/>
          <pc:sldMk cId="2100203263" sldId="382"/>
        </pc:sldMkLst>
        <pc:spChg chg="mod">
          <ac:chgData name="Simona Rinaldi" userId="29925aa0-83e0-48cf-b4dc-54eab132a6a9" providerId="ADAL" clId="{488564E8-35D4-537E-829E-54AE84E3E08F}" dt="2025-12-15T14:26:38.896" v="8077" actId="20577"/>
          <ac:spMkLst>
            <pc:docMk/>
            <pc:sldMk cId="2100203263" sldId="382"/>
            <ac:spMk id="3" creationId="{904F52B9-E8F1-1578-79A9-062FBAEF9B54}"/>
          </ac:spMkLst>
        </pc:spChg>
        <pc:spChg chg="add mod">
          <ac:chgData name="Simona Rinaldi" userId="29925aa0-83e0-48cf-b4dc-54eab132a6a9" providerId="ADAL" clId="{488564E8-35D4-537E-829E-54AE84E3E08F}" dt="2025-12-15T12:28:20.516" v="7568" actId="20577"/>
          <ac:spMkLst>
            <pc:docMk/>
            <pc:sldMk cId="2100203263" sldId="382"/>
            <ac:spMk id="5" creationId="{8C4D3478-7FCA-2F8D-1811-617138AEF6E5}"/>
          </ac:spMkLst>
        </pc:spChg>
        <pc:spChg chg="mod">
          <ac:chgData name="Simona Rinaldi" userId="29925aa0-83e0-48cf-b4dc-54eab132a6a9" providerId="ADAL" clId="{488564E8-35D4-537E-829E-54AE84E3E08F}" dt="2025-12-15T13:01:22.574" v="7901" actId="20577"/>
          <ac:spMkLst>
            <pc:docMk/>
            <pc:sldMk cId="2100203263" sldId="382"/>
            <ac:spMk id="7" creationId="{4C008DE5-D874-89A8-8967-5B54BC4BAB59}"/>
          </ac:spMkLst>
        </pc:spChg>
        <pc:picChg chg="add mod">
          <ac:chgData name="Simona Rinaldi" userId="29925aa0-83e0-48cf-b4dc-54eab132a6a9" providerId="ADAL" clId="{488564E8-35D4-537E-829E-54AE84E3E08F}" dt="2025-12-15T12:26:34.647" v="7537" actId="1076"/>
          <ac:picMkLst>
            <pc:docMk/>
            <pc:sldMk cId="2100203263" sldId="382"/>
            <ac:picMk id="2" creationId="{15D13796-8A94-2E1D-A781-3BDC5F495653}"/>
          </ac:picMkLst>
        </pc:picChg>
        <pc:picChg chg="mod">
          <ac:chgData name="Simona Rinaldi" userId="29925aa0-83e0-48cf-b4dc-54eab132a6a9" providerId="ADAL" clId="{488564E8-35D4-537E-829E-54AE84E3E08F}" dt="2025-12-15T12:24:47.422" v="7535" actId="1076"/>
          <ac:picMkLst>
            <pc:docMk/>
            <pc:sldMk cId="2100203263" sldId="382"/>
            <ac:picMk id="1026" creationId="{04F7ED9C-F339-CD0C-16B0-B1A36AD26498}"/>
          </ac:picMkLst>
        </pc:picChg>
      </pc:sldChg>
      <pc:sldChg chg="addSp delSp modSp add mod">
        <pc:chgData name="Simona Rinaldi" userId="29925aa0-83e0-48cf-b4dc-54eab132a6a9" providerId="ADAL" clId="{488564E8-35D4-537E-829E-54AE84E3E08F}" dt="2025-12-15T16:00:50.456" v="9238" actId="20577"/>
        <pc:sldMkLst>
          <pc:docMk/>
          <pc:sldMk cId="1934095499" sldId="384"/>
        </pc:sldMkLst>
        <pc:spChg chg="mod">
          <ac:chgData name="Simona Rinaldi" userId="29925aa0-83e0-48cf-b4dc-54eab132a6a9" providerId="ADAL" clId="{488564E8-35D4-537E-829E-54AE84E3E08F}" dt="2025-12-15T15:59:35.908" v="9214" actId="20577"/>
          <ac:spMkLst>
            <pc:docMk/>
            <pc:sldMk cId="1934095499" sldId="384"/>
            <ac:spMk id="3" creationId="{5899CECE-DDB6-E7D6-64E0-465A91DAFF89}"/>
          </ac:spMkLst>
        </pc:spChg>
        <pc:spChg chg="add mod">
          <ac:chgData name="Simona Rinaldi" userId="29925aa0-83e0-48cf-b4dc-54eab132a6a9" providerId="ADAL" clId="{488564E8-35D4-537E-829E-54AE84E3E08F}" dt="2025-12-15T16:00:19.829" v="9217" actId="1035"/>
          <ac:spMkLst>
            <pc:docMk/>
            <pc:sldMk cId="1934095499" sldId="384"/>
            <ac:spMk id="4" creationId="{CB39E93C-B36B-8212-D5AC-ACFCDC11D588}"/>
          </ac:spMkLst>
        </pc:spChg>
        <pc:spChg chg="mod">
          <ac:chgData name="Simona Rinaldi" userId="29925aa0-83e0-48cf-b4dc-54eab132a6a9" providerId="ADAL" clId="{488564E8-35D4-537E-829E-54AE84E3E08F}" dt="2025-12-15T15:53:33.869" v="8859" actId="108"/>
          <ac:spMkLst>
            <pc:docMk/>
            <pc:sldMk cId="1934095499" sldId="384"/>
            <ac:spMk id="6" creationId="{94C179D0-52DC-CCE6-0106-4E8342FE253A}"/>
          </ac:spMkLst>
        </pc:spChg>
        <pc:spChg chg="mod">
          <ac:chgData name="Simona Rinaldi" userId="29925aa0-83e0-48cf-b4dc-54eab132a6a9" providerId="ADAL" clId="{488564E8-35D4-537E-829E-54AE84E3E08F}" dt="2025-12-15T15:56:16.995" v="9034" actId="20577"/>
          <ac:spMkLst>
            <pc:docMk/>
            <pc:sldMk cId="1934095499" sldId="384"/>
            <ac:spMk id="7" creationId="{E2894721-EED2-AED8-BD5B-EFE508424E18}"/>
          </ac:spMkLst>
        </pc:spChg>
        <pc:spChg chg="mod">
          <ac:chgData name="Simona Rinaldi" userId="29925aa0-83e0-48cf-b4dc-54eab132a6a9" providerId="ADAL" clId="{488564E8-35D4-537E-829E-54AE84E3E08F}" dt="2025-12-15T15:57:49.228" v="9054" actId="1076"/>
          <ac:spMkLst>
            <pc:docMk/>
            <pc:sldMk cId="1934095499" sldId="384"/>
            <ac:spMk id="9" creationId="{E434F5E9-D110-7C26-C8BA-1018F4795137}"/>
          </ac:spMkLst>
        </pc:spChg>
        <pc:spChg chg="add mod">
          <ac:chgData name="Simona Rinaldi" userId="29925aa0-83e0-48cf-b4dc-54eab132a6a9" providerId="ADAL" clId="{488564E8-35D4-537E-829E-54AE84E3E08F}" dt="2025-12-15T16:00:50.456" v="9238" actId="20577"/>
          <ac:spMkLst>
            <pc:docMk/>
            <pc:sldMk cId="1934095499" sldId="384"/>
            <ac:spMk id="10" creationId="{0BBA7C22-10BC-DC48-2DFE-73E653ACB694}"/>
          </ac:spMkLst>
        </pc:spChg>
      </pc:sldChg>
      <pc:sldChg chg="modSp add mod ord modNotesTx">
        <pc:chgData name="Simona Rinaldi" userId="29925aa0-83e0-48cf-b4dc-54eab132a6a9" providerId="ADAL" clId="{488564E8-35D4-537E-829E-54AE84E3E08F}" dt="2025-12-17T19:51:45.863" v="13204" actId="20577"/>
        <pc:sldMkLst>
          <pc:docMk/>
          <pc:sldMk cId="3153643686" sldId="385"/>
        </pc:sldMkLst>
        <pc:spChg chg="mod">
          <ac:chgData name="Simona Rinaldi" userId="29925aa0-83e0-48cf-b4dc-54eab132a6a9" providerId="ADAL" clId="{488564E8-35D4-537E-829E-54AE84E3E08F}" dt="2025-12-16T13:13:51.338" v="11742" actId="1076"/>
          <ac:spMkLst>
            <pc:docMk/>
            <pc:sldMk cId="3153643686" sldId="385"/>
            <ac:spMk id="2" creationId="{32709C35-F054-CF00-0C4C-F707E68043CF}"/>
          </ac:spMkLst>
        </pc:spChg>
        <pc:spChg chg="mod">
          <ac:chgData name="Simona Rinaldi" userId="29925aa0-83e0-48cf-b4dc-54eab132a6a9" providerId="ADAL" clId="{488564E8-35D4-537E-829E-54AE84E3E08F}" dt="2025-12-17T19:51:45.863" v="13204" actId="20577"/>
          <ac:spMkLst>
            <pc:docMk/>
            <pc:sldMk cId="3153643686" sldId="385"/>
            <ac:spMk id="7" creationId="{73B6DC8E-90EF-D347-BC2E-B4385BEB4BC6}"/>
          </ac:spMkLst>
        </pc:spChg>
        <pc:picChg chg="mod">
          <ac:chgData name="Simona Rinaldi" userId="29925aa0-83e0-48cf-b4dc-54eab132a6a9" providerId="ADAL" clId="{488564E8-35D4-537E-829E-54AE84E3E08F}" dt="2025-12-16T13:58:41.093" v="11839" actId="14826"/>
          <ac:picMkLst>
            <pc:docMk/>
            <pc:sldMk cId="3153643686" sldId="385"/>
            <ac:picMk id="10" creationId="{568D531B-E882-ABAE-8BA7-F2733C9DFD08}"/>
          </ac:picMkLst>
        </pc:picChg>
        <pc:picChg chg="mod">
          <ac:chgData name="Simona Rinaldi" userId="29925aa0-83e0-48cf-b4dc-54eab132a6a9" providerId="ADAL" clId="{488564E8-35D4-537E-829E-54AE84E3E08F}" dt="2025-12-16T13:58:21.500" v="11838" actId="14826"/>
          <ac:picMkLst>
            <pc:docMk/>
            <pc:sldMk cId="3153643686" sldId="385"/>
            <ac:picMk id="11" creationId="{0985055F-4698-9EEE-DFE5-84B55FBFB588}"/>
          </ac:picMkLst>
        </pc:picChg>
      </pc:sldChg>
      <pc:sldChg chg="modSp add mod modNotesTx">
        <pc:chgData name="Simona Rinaldi" userId="29925aa0-83e0-48cf-b4dc-54eab132a6a9" providerId="ADAL" clId="{488564E8-35D4-537E-829E-54AE84E3E08F}" dt="2025-12-17T22:09:51.759" v="13272" actId="1076"/>
        <pc:sldMkLst>
          <pc:docMk/>
          <pc:sldMk cId="343587876" sldId="387"/>
        </pc:sldMkLst>
        <pc:spChg chg="mod">
          <ac:chgData name="Simona Rinaldi" userId="29925aa0-83e0-48cf-b4dc-54eab132a6a9" providerId="ADAL" clId="{488564E8-35D4-537E-829E-54AE84E3E08F}" dt="2025-12-17T22:09:51.759" v="13272" actId="1076"/>
          <ac:spMkLst>
            <pc:docMk/>
            <pc:sldMk cId="343587876" sldId="387"/>
            <ac:spMk id="2" creationId="{04EFC68D-0180-498F-B2B7-A29A1F17A49A}"/>
          </ac:spMkLst>
        </pc:spChg>
        <pc:spChg chg="mod">
          <ac:chgData name="Simona Rinaldi" userId="29925aa0-83e0-48cf-b4dc-54eab132a6a9" providerId="ADAL" clId="{488564E8-35D4-537E-829E-54AE84E3E08F}" dt="2025-12-17T19:51:49.383" v="13206" actId="20577"/>
          <ac:spMkLst>
            <pc:docMk/>
            <pc:sldMk cId="343587876" sldId="387"/>
            <ac:spMk id="7" creationId="{42E7AE62-0552-8D93-95F8-9ECC804FCB93}"/>
          </ac:spMkLst>
        </pc:spChg>
        <pc:picChg chg="mod">
          <ac:chgData name="Simona Rinaldi" userId="29925aa0-83e0-48cf-b4dc-54eab132a6a9" providerId="ADAL" clId="{488564E8-35D4-537E-829E-54AE84E3E08F}" dt="2025-12-17T09:26:37.892" v="12214" actId="14826"/>
          <ac:picMkLst>
            <pc:docMk/>
            <pc:sldMk cId="343587876" sldId="387"/>
            <ac:picMk id="10" creationId="{81932BEA-8970-4204-443C-0A9A0EE08250}"/>
          </ac:picMkLst>
        </pc:picChg>
        <pc:picChg chg="mod">
          <ac:chgData name="Simona Rinaldi" userId="29925aa0-83e0-48cf-b4dc-54eab132a6a9" providerId="ADAL" clId="{488564E8-35D4-537E-829E-54AE84E3E08F}" dt="2025-12-17T09:26:20.086" v="12213" actId="14826"/>
          <ac:picMkLst>
            <pc:docMk/>
            <pc:sldMk cId="343587876" sldId="387"/>
            <ac:picMk id="11" creationId="{050D42FA-1D37-99CF-3DC5-4A07BB7B2A63}"/>
          </ac:picMkLst>
        </pc:picChg>
      </pc:sldChg>
      <pc:sldChg chg="addSp delSp modSp add mod modNotesTx">
        <pc:chgData name="Simona Rinaldi" userId="29925aa0-83e0-48cf-b4dc-54eab132a6a9" providerId="ADAL" clId="{488564E8-35D4-537E-829E-54AE84E3E08F}" dt="2025-12-17T17:10:33.040" v="12885" actId="20577"/>
        <pc:sldMkLst>
          <pc:docMk/>
          <pc:sldMk cId="675881947" sldId="390"/>
        </pc:sldMkLst>
        <pc:spChg chg="add mod">
          <ac:chgData name="Simona Rinaldi" userId="29925aa0-83e0-48cf-b4dc-54eab132a6a9" providerId="ADAL" clId="{488564E8-35D4-537E-829E-54AE84E3E08F}" dt="2025-12-17T15:29:13.072" v="12730" actId="1076"/>
          <ac:spMkLst>
            <pc:docMk/>
            <pc:sldMk cId="675881947" sldId="390"/>
            <ac:spMk id="6" creationId="{BC3EE10D-71F3-7F1C-50EF-0BF62C2894DC}"/>
          </ac:spMkLst>
        </pc:spChg>
        <pc:spChg chg="mod">
          <ac:chgData name="Simona Rinaldi" userId="29925aa0-83e0-48cf-b4dc-54eab132a6a9" providerId="ADAL" clId="{488564E8-35D4-537E-829E-54AE84E3E08F}" dt="2025-12-17T17:10:33.040" v="12885" actId="20577"/>
          <ac:spMkLst>
            <pc:docMk/>
            <pc:sldMk cId="675881947" sldId="390"/>
            <ac:spMk id="7" creationId="{0D42D030-D550-E684-D0B5-5382CD4497A3}"/>
          </ac:spMkLst>
        </pc:spChg>
        <pc:spChg chg="add mod">
          <ac:chgData name="Simona Rinaldi" userId="29925aa0-83e0-48cf-b4dc-54eab132a6a9" providerId="ADAL" clId="{488564E8-35D4-537E-829E-54AE84E3E08F}" dt="2025-12-17T15:29:17.686" v="12731" actId="1076"/>
          <ac:spMkLst>
            <pc:docMk/>
            <pc:sldMk cId="675881947" sldId="390"/>
            <ac:spMk id="8" creationId="{548ED449-2F83-924E-937E-225499663AC6}"/>
          </ac:spMkLst>
        </pc:spChg>
        <pc:spChg chg="mod">
          <ac:chgData name="Simona Rinaldi" userId="29925aa0-83e0-48cf-b4dc-54eab132a6a9" providerId="ADAL" clId="{488564E8-35D4-537E-829E-54AE84E3E08F}" dt="2025-12-17T13:11:42.401" v="12698" actId="20577"/>
          <ac:spMkLst>
            <pc:docMk/>
            <pc:sldMk cId="675881947" sldId="390"/>
            <ac:spMk id="11" creationId="{7112541F-9E66-7E3A-A53C-D8EEC3ADBF0A}"/>
          </ac:spMkLst>
        </pc:spChg>
        <pc:spChg chg="mod">
          <ac:chgData name="Simona Rinaldi" userId="29925aa0-83e0-48cf-b4dc-54eab132a6a9" providerId="ADAL" clId="{488564E8-35D4-537E-829E-54AE84E3E08F}" dt="2025-12-17T15:11:31.754" v="12717" actId="1076"/>
          <ac:spMkLst>
            <pc:docMk/>
            <pc:sldMk cId="675881947" sldId="390"/>
            <ac:spMk id="18" creationId="{CEB20F57-A732-6637-776C-1BE7E2BD935E}"/>
          </ac:spMkLst>
        </pc:spChg>
        <pc:spChg chg="mod">
          <ac:chgData name="Simona Rinaldi" userId="29925aa0-83e0-48cf-b4dc-54eab132a6a9" providerId="ADAL" clId="{488564E8-35D4-537E-829E-54AE84E3E08F}" dt="2025-12-17T15:11:27.527" v="12716" actId="1076"/>
          <ac:spMkLst>
            <pc:docMk/>
            <pc:sldMk cId="675881947" sldId="390"/>
            <ac:spMk id="19" creationId="{2F5DF7FE-EB39-D505-35E3-1642A31C573B}"/>
          </ac:spMkLst>
        </pc:spChg>
        <pc:picChg chg="add mod">
          <ac:chgData name="Simona Rinaldi" userId="29925aa0-83e0-48cf-b4dc-54eab132a6a9" providerId="ADAL" clId="{488564E8-35D4-537E-829E-54AE84E3E08F}" dt="2025-12-17T15:12:27.709" v="12728" actId="14100"/>
          <ac:picMkLst>
            <pc:docMk/>
            <pc:sldMk cId="675881947" sldId="390"/>
            <ac:picMk id="4" creationId="{ED29231B-ED41-5C92-DCF1-D49E4921A01F}"/>
          </ac:picMkLst>
        </pc:picChg>
        <pc:picChg chg="mod">
          <ac:chgData name="Simona Rinaldi" userId="29925aa0-83e0-48cf-b4dc-54eab132a6a9" providerId="ADAL" clId="{488564E8-35D4-537E-829E-54AE84E3E08F}" dt="2025-12-17T13:12:47.737" v="12713" actId="1036"/>
          <ac:picMkLst>
            <pc:docMk/>
            <pc:sldMk cId="675881947" sldId="390"/>
            <ac:picMk id="5" creationId="{650A0BD5-153D-9C35-1E1B-426DFD5749FB}"/>
          </ac:picMkLst>
        </pc:picChg>
        <pc:picChg chg="mod">
          <ac:chgData name="Simona Rinaldi" userId="29925aa0-83e0-48cf-b4dc-54eab132a6a9" providerId="ADAL" clId="{488564E8-35D4-537E-829E-54AE84E3E08F}" dt="2025-12-17T13:12:47.737" v="12713" actId="1036"/>
          <ac:picMkLst>
            <pc:docMk/>
            <pc:sldMk cId="675881947" sldId="390"/>
            <ac:picMk id="10" creationId="{E2B80EC4-F112-180D-55BA-1E8FE66FE122}"/>
          </ac:picMkLst>
        </pc:picChg>
      </pc:sldChg>
      <pc:sldChg chg="addSp delSp modSp add mod ord modNotesTx">
        <pc:chgData name="Simona Rinaldi" userId="29925aa0-83e0-48cf-b4dc-54eab132a6a9" providerId="ADAL" clId="{488564E8-35D4-537E-829E-54AE84E3E08F}" dt="2025-12-17T18:09:39.376" v="13036" actId="14826"/>
        <pc:sldMkLst>
          <pc:docMk/>
          <pc:sldMk cId="471630640" sldId="391"/>
        </pc:sldMkLst>
        <pc:spChg chg="add mod">
          <ac:chgData name="Simona Rinaldi" userId="29925aa0-83e0-48cf-b4dc-54eab132a6a9" providerId="ADAL" clId="{488564E8-35D4-537E-829E-54AE84E3E08F}" dt="2025-12-17T15:34:09.395" v="12769" actId="20577"/>
          <ac:spMkLst>
            <pc:docMk/>
            <pc:sldMk cId="471630640" sldId="391"/>
            <ac:spMk id="3" creationId="{6BEF5313-357E-DA52-6539-BD2FB1905AC0}"/>
          </ac:spMkLst>
        </pc:spChg>
        <pc:picChg chg="add mod">
          <ac:chgData name="Simona Rinaldi" userId="29925aa0-83e0-48cf-b4dc-54eab132a6a9" providerId="ADAL" clId="{488564E8-35D4-537E-829E-54AE84E3E08F}" dt="2025-12-17T18:09:39.376" v="13036" actId="14826"/>
          <ac:picMkLst>
            <pc:docMk/>
            <pc:sldMk cId="471630640" sldId="391"/>
            <ac:picMk id="2" creationId="{ADE48981-0755-69EF-B7BB-57945F289727}"/>
          </ac:picMkLst>
        </pc:picChg>
      </pc:sldChg>
      <pc:sldChg chg="modSp add mod modNotesTx">
        <pc:chgData name="Simona Rinaldi" userId="29925aa0-83e0-48cf-b4dc-54eab132a6a9" providerId="ADAL" clId="{488564E8-35D4-537E-829E-54AE84E3E08F}" dt="2025-12-17T18:08:42.848" v="13035" actId="1035"/>
        <pc:sldMkLst>
          <pc:docMk/>
          <pc:sldMk cId="2211861135" sldId="392"/>
        </pc:sldMkLst>
        <pc:spChg chg="mod">
          <ac:chgData name="Simona Rinaldi" userId="29925aa0-83e0-48cf-b4dc-54eab132a6a9" providerId="ADAL" clId="{488564E8-35D4-537E-829E-54AE84E3E08F}" dt="2025-12-17T15:34:49.024" v="12813" actId="20577"/>
          <ac:spMkLst>
            <pc:docMk/>
            <pc:sldMk cId="2211861135" sldId="392"/>
            <ac:spMk id="3" creationId="{21ED78D1-E9A1-8B31-D3BF-2DD27CE32E84}"/>
          </ac:spMkLst>
        </pc:spChg>
        <pc:picChg chg="mod">
          <ac:chgData name="Simona Rinaldi" userId="29925aa0-83e0-48cf-b4dc-54eab132a6a9" providerId="ADAL" clId="{488564E8-35D4-537E-829E-54AE84E3E08F}" dt="2025-12-17T18:08:42.848" v="13035" actId="1035"/>
          <ac:picMkLst>
            <pc:docMk/>
            <pc:sldMk cId="2211861135" sldId="392"/>
            <ac:picMk id="2" creationId="{70B24060-2286-956F-818D-550487B0E3DF}"/>
          </ac:picMkLst>
        </pc:picChg>
      </pc:sldChg>
      <pc:sldChg chg="addSp delSp modSp add mod">
        <pc:chgData name="Simona Rinaldi" userId="29925aa0-83e0-48cf-b4dc-54eab132a6a9" providerId="ADAL" clId="{488564E8-35D4-537E-829E-54AE84E3E08F}" dt="2025-12-17T18:12:19.928" v="13057" actId="1076"/>
        <pc:sldMkLst>
          <pc:docMk/>
          <pc:sldMk cId="3920341603" sldId="393"/>
        </pc:sldMkLst>
        <pc:spChg chg="mod">
          <ac:chgData name="Simona Rinaldi" userId="29925aa0-83e0-48cf-b4dc-54eab132a6a9" providerId="ADAL" clId="{488564E8-35D4-537E-829E-54AE84E3E08F}" dt="2025-12-17T17:10:38.222" v="12889" actId="20577"/>
          <ac:spMkLst>
            <pc:docMk/>
            <pc:sldMk cId="3920341603" sldId="393"/>
            <ac:spMk id="7" creationId="{51E53562-CEDA-FEF0-B8BA-FBE2E9D77CFF}"/>
          </ac:spMkLst>
        </pc:spChg>
        <pc:picChg chg="add mod modCrop">
          <ac:chgData name="Simona Rinaldi" userId="29925aa0-83e0-48cf-b4dc-54eab132a6a9" providerId="ADAL" clId="{488564E8-35D4-537E-829E-54AE84E3E08F}" dt="2025-12-17T18:11:34.174" v="13049" actId="1076"/>
          <ac:picMkLst>
            <pc:docMk/>
            <pc:sldMk cId="3920341603" sldId="393"/>
            <ac:picMk id="14" creationId="{A9C5F2DF-2A04-D79F-B325-3F6921E37B72}"/>
          </ac:picMkLst>
        </pc:picChg>
        <pc:picChg chg="add mod modCrop">
          <ac:chgData name="Simona Rinaldi" userId="29925aa0-83e0-48cf-b4dc-54eab132a6a9" providerId="ADAL" clId="{488564E8-35D4-537E-829E-54AE84E3E08F}" dt="2025-12-17T18:12:19.928" v="13057" actId="1076"/>
          <ac:picMkLst>
            <pc:docMk/>
            <pc:sldMk cId="3920341603" sldId="393"/>
            <ac:picMk id="15" creationId="{6BD281AB-541E-4B6E-A724-A7542729ABE4}"/>
          </ac:picMkLst>
        </pc:picChg>
      </pc:sldChg>
      <pc:sldChg chg="addSp delSp modSp add mod ord modNotesTx">
        <pc:chgData name="Simona Rinaldi" userId="29925aa0-83e0-48cf-b4dc-54eab132a6a9" providerId="ADAL" clId="{488564E8-35D4-537E-829E-54AE84E3E08F}" dt="2025-12-17T18:12:58.515" v="13060" actId="22"/>
        <pc:sldMkLst>
          <pc:docMk/>
          <pc:sldMk cId="55769237" sldId="394"/>
        </pc:sldMkLst>
        <pc:spChg chg="mod">
          <ac:chgData name="Simona Rinaldi" userId="29925aa0-83e0-48cf-b4dc-54eab132a6a9" providerId="ADAL" clId="{488564E8-35D4-537E-829E-54AE84E3E08F}" dt="2025-12-17T17:10:43.822" v="12893" actId="20577"/>
          <ac:spMkLst>
            <pc:docMk/>
            <pc:sldMk cId="55769237" sldId="394"/>
            <ac:spMk id="7" creationId="{9B78B5E1-3059-C835-B52B-82AA42C99CEA}"/>
          </ac:spMkLst>
        </pc:spChg>
        <pc:spChg chg="mod">
          <ac:chgData name="Simona Rinaldi" userId="29925aa0-83e0-48cf-b4dc-54eab132a6a9" providerId="ADAL" clId="{488564E8-35D4-537E-829E-54AE84E3E08F}" dt="2025-12-17T15:46:52.650" v="12877" actId="1076"/>
          <ac:spMkLst>
            <pc:docMk/>
            <pc:sldMk cId="55769237" sldId="394"/>
            <ac:spMk id="18" creationId="{85EBD450-3089-DC89-354F-6F381B56B6C8}"/>
          </ac:spMkLst>
        </pc:spChg>
        <pc:spChg chg="mod">
          <ac:chgData name="Simona Rinaldi" userId="29925aa0-83e0-48cf-b4dc-54eab132a6a9" providerId="ADAL" clId="{488564E8-35D4-537E-829E-54AE84E3E08F}" dt="2025-12-17T15:46:57.306" v="12878" actId="1076"/>
          <ac:spMkLst>
            <pc:docMk/>
            <pc:sldMk cId="55769237" sldId="394"/>
            <ac:spMk id="19" creationId="{A567D05E-3F3C-1056-01A8-A54E3BC8C538}"/>
          </ac:spMkLst>
        </pc:spChg>
        <pc:picChg chg="mod">
          <ac:chgData name="Simona Rinaldi" userId="29925aa0-83e0-48cf-b4dc-54eab132a6a9" providerId="ADAL" clId="{488564E8-35D4-537E-829E-54AE84E3E08F}" dt="2025-12-17T15:46:47.524" v="12876" actId="14826"/>
          <ac:picMkLst>
            <pc:docMk/>
            <pc:sldMk cId="55769237" sldId="394"/>
            <ac:picMk id="5" creationId="{04D0B413-1BD1-0260-3BF4-BB65CC2324E9}"/>
          </ac:picMkLst>
        </pc:picChg>
        <pc:picChg chg="mod">
          <ac:chgData name="Simona Rinaldi" userId="29925aa0-83e0-48cf-b4dc-54eab132a6a9" providerId="ADAL" clId="{488564E8-35D4-537E-829E-54AE84E3E08F}" dt="2025-12-17T15:46:33.892" v="12875" actId="14826"/>
          <ac:picMkLst>
            <pc:docMk/>
            <pc:sldMk cId="55769237" sldId="394"/>
            <ac:picMk id="10" creationId="{262A0AF5-A478-0E4F-09E2-E8D2D11AA836}"/>
          </ac:picMkLst>
        </pc:picChg>
      </pc:sldChg>
      <pc:sldChg chg="addSp delSp modSp add mod ord">
        <pc:chgData name="Simona Rinaldi" userId="29925aa0-83e0-48cf-b4dc-54eab132a6a9" providerId="ADAL" clId="{488564E8-35D4-537E-829E-54AE84E3E08F}" dt="2025-12-18T15:46:44.107" v="14303" actId="20578"/>
        <pc:sldMkLst>
          <pc:docMk/>
          <pc:sldMk cId="2951248343" sldId="395"/>
        </pc:sldMkLst>
        <pc:spChg chg="add del mod">
          <ac:chgData name="Simona Rinaldi" userId="29925aa0-83e0-48cf-b4dc-54eab132a6a9" providerId="ADAL" clId="{488564E8-35D4-537E-829E-54AE84E3E08F}" dt="2025-12-18T11:50:57.881" v="13802" actId="478"/>
          <ac:spMkLst>
            <pc:docMk/>
            <pc:sldMk cId="2951248343" sldId="395"/>
            <ac:spMk id="3" creationId="{88997BB9-67BC-95AB-3FE0-009A7F4E02DA}"/>
          </ac:spMkLst>
        </pc:spChg>
        <pc:spChg chg="mod">
          <ac:chgData name="Simona Rinaldi" userId="29925aa0-83e0-48cf-b4dc-54eab132a6a9" providerId="ADAL" clId="{488564E8-35D4-537E-829E-54AE84E3E08F}" dt="2025-12-18T11:52:19.191" v="13944" actId="20577"/>
          <ac:spMkLst>
            <pc:docMk/>
            <pc:sldMk cId="2951248343" sldId="395"/>
            <ac:spMk id="6" creationId="{5F689B70-8069-F52D-CE6C-0DA10E4BA975}"/>
          </ac:spMkLst>
        </pc:spChg>
      </pc:sldChg>
      <pc:sldChg chg="addSp delSp modSp add mod">
        <pc:chgData name="Simona Rinaldi" userId="29925aa0-83e0-48cf-b4dc-54eab132a6a9" providerId="ADAL" clId="{488564E8-35D4-537E-829E-54AE84E3E08F}" dt="2025-12-17T22:09:58.799" v="13274"/>
        <pc:sldMkLst>
          <pc:docMk/>
          <pc:sldMk cId="417968199" sldId="396"/>
        </pc:sldMkLst>
        <pc:spChg chg="add mod">
          <ac:chgData name="Simona Rinaldi" userId="29925aa0-83e0-48cf-b4dc-54eab132a6a9" providerId="ADAL" clId="{488564E8-35D4-537E-829E-54AE84E3E08F}" dt="2025-12-17T22:09:58.799" v="13274"/>
          <ac:spMkLst>
            <pc:docMk/>
            <pc:sldMk cId="417968199" sldId="396"/>
            <ac:spMk id="12" creationId="{9E9AE8CA-EEA2-A26B-D085-6C67EDC00010}"/>
          </ac:spMkLst>
        </pc:spChg>
        <pc:picChg chg="add mod modCrop">
          <ac:chgData name="Simona Rinaldi" userId="29925aa0-83e0-48cf-b4dc-54eab132a6a9" providerId="ADAL" clId="{488564E8-35D4-537E-829E-54AE84E3E08F}" dt="2025-12-17T22:09:18.695" v="13271" actId="12789"/>
          <ac:picMkLst>
            <pc:docMk/>
            <pc:sldMk cId="417968199" sldId="396"/>
            <ac:picMk id="6" creationId="{95D76FCD-BDF2-67EB-A1CF-E37EFCF04766}"/>
          </ac:picMkLst>
        </pc:picChg>
        <pc:picChg chg="add mod modCrop">
          <ac:chgData name="Simona Rinaldi" userId="29925aa0-83e0-48cf-b4dc-54eab132a6a9" providerId="ADAL" clId="{488564E8-35D4-537E-829E-54AE84E3E08F}" dt="2025-12-17T22:09:18.695" v="13271" actId="12789"/>
          <ac:picMkLst>
            <pc:docMk/>
            <pc:sldMk cId="417968199" sldId="396"/>
            <ac:picMk id="8" creationId="{866FAE32-EEC3-8158-B095-400AC14427CE}"/>
          </ac:picMkLst>
        </pc:picChg>
      </pc:sldChg>
      <pc:sldChg chg="addSp delSp modSp add mod modNotesTx">
        <pc:chgData name="Simona Rinaldi" userId="29925aa0-83e0-48cf-b4dc-54eab132a6a9" providerId="ADAL" clId="{488564E8-35D4-537E-829E-54AE84E3E08F}" dt="2025-12-18T07:06:58.279" v="13570" actId="20577"/>
        <pc:sldMkLst>
          <pc:docMk/>
          <pc:sldMk cId="1174558149" sldId="397"/>
        </pc:sldMkLst>
        <pc:spChg chg="add mod">
          <ac:chgData name="Simona Rinaldi" userId="29925aa0-83e0-48cf-b4dc-54eab132a6a9" providerId="ADAL" clId="{488564E8-35D4-537E-829E-54AE84E3E08F}" dt="2025-12-17T22:33:34.525" v="13322" actId="1076"/>
          <ac:spMkLst>
            <pc:docMk/>
            <pc:sldMk cId="1174558149" sldId="397"/>
            <ac:spMk id="6" creationId="{63BD27F3-1D3C-940E-D18F-687F97686C4D}"/>
          </ac:spMkLst>
        </pc:spChg>
        <pc:spChg chg="add mod">
          <ac:chgData name="Simona Rinaldi" userId="29925aa0-83e0-48cf-b4dc-54eab132a6a9" providerId="ADAL" clId="{488564E8-35D4-537E-829E-54AE84E3E08F}" dt="2025-12-17T22:34:14.121" v="13327" actId="1076"/>
          <ac:spMkLst>
            <pc:docMk/>
            <pc:sldMk cId="1174558149" sldId="397"/>
            <ac:spMk id="8" creationId="{C35E98C9-2F04-80CB-7D4B-DA63421CB95C}"/>
          </ac:spMkLst>
        </pc:spChg>
        <pc:spChg chg="mod">
          <ac:chgData name="Simona Rinaldi" userId="29925aa0-83e0-48cf-b4dc-54eab132a6a9" providerId="ADAL" clId="{488564E8-35D4-537E-829E-54AE84E3E08F}" dt="2025-12-17T22:32:00.150" v="13307" actId="1076"/>
          <ac:spMkLst>
            <pc:docMk/>
            <pc:sldMk cId="1174558149" sldId="397"/>
            <ac:spMk id="10" creationId="{F21963CB-B483-22AA-D033-F94EA82C092A}"/>
          </ac:spMkLst>
        </pc:spChg>
        <pc:spChg chg="add mod">
          <ac:chgData name="Simona Rinaldi" userId="29925aa0-83e0-48cf-b4dc-54eab132a6a9" providerId="ADAL" clId="{488564E8-35D4-537E-829E-54AE84E3E08F}" dt="2025-12-17T22:35:00.709" v="13333" actId="20577"/>
          <ac:spMkLst>
            <pc:docMk/>
            <pc:sldMk cId="1174558149" sldId="397"/>
            <ac:spMk id="11" creationId="{469842E1-4506-5E4F-302A-AC01D65E6426}"/>
          </ac:spMkLst>
        </pc:spChg>
        <pc:spChg chg="add mod">
          <ac:chgData name="Simona Rinaldi" userId="29925aa0-83e0-48cf-b4dc-54eab132a6a9" providerId="ADAL" clId="{488564E8-35D4-537E-829E-54AE84E3E08F}" dt="2025-12-17T22:35:51.486" v="13339" actId="20577"/>
          <ac:spMkLst>
            <pc:docMk/>
            <pc:sldMk cId="1174558149" sldId="397"/>
            <ac:spMk id="13" creationId="{01C5B8C4-644E-D745-4439-FF6EA021E08C}"/>
          </ac:spMkLst>
        </pc:spChg>
        <pc:picChg chg="add mod">
          <ac:chgData name="Simona Rinaldi" userId="29925aa0-83e0-48cf-b4dc-54eab132a6a9" providerId="ADAL" clId="{488564E8-35D4-537E-829E-54AE84E3E08F}" dt="2025-12-17T22:31:33.430" v="13297" actId="1076"/>
          <ac:picMkLst>
            <pc:docMk/>
            <pc:sldMk cId="1174558149" sldId="397"/>
            <ac:picMk id="2" creationId="{47BD5664-ADD3-C987-DA66-3210C414EEC4}"/>
          </ac:picMkLst>
        </pc:picChg>
        <pc:picChg chg="add mod">
          <ac:chgData name="Simona Rinaldi" userId="29925aa0-83e0-48cf-b4dc-54eab132a6a9" providerId="ADAL" clId="{488564E8-35D4-537E-829E-54AE84E3E08F}" dt="2025-12-17T22:31:35.689" v="13298" actId="1076"/>
          <ac:picMkLst>
            <pc:docMk/>
            <pc:sldMk cId="1174558149" sldId="397"/>
            <ac:picMk id="3" creationId="{B68DB3AE-78B9-7134-F990-83A4CA1FB40E}"/>
          </ac:picMkLst>
        </pc:picChg>
        <pc:picChg chg="add mod">
          <ac:chgData name="Simona Rinaldi" userId="29925aa0-83e0-48cf-b4dc-54eab132a6a9" providerId="ADAL" clId="{488564E8-35D4-537E-829E-54AE84E3E08F}" dt="2025-12-17T22:31:42.723" v="13299" actId="1076"/>
          <ac:picMkLst>
            <pc:docMk/>
            <pc:sldMk cId="1174558149" sldId="397"/>
            <ac:picMk id="5" creationId="{2ED01664-45B5-3F6E-6C86-953A4D899093}"/>
          </ac:picMkLst>
        </pc:picChg>
        <pc:picChg chg="mod">
          <ac:chgData name="Simona Rinaldi" userId="29925aa0-83e0-48cf-b4dc-54eab132a6a9" providerId="ADAL" clId="{488564E8-35D4-537E-829E-54AE84E3E08F}" dt="2025-12-17T22:31:46.552" v="13300" actId="1076"/>
          <ac:picMkLst>
            <pc:docMk/>
            <pc:sldMk cId="1174558149" sldId="397"/>
            <ac:picMk id="14" creationId="{6D19A04F-E4AC-382B-9F17-C324383426FA}"/>
          </ac:picMkLst>
        </pc:picChg>
      </pc:sldChg>
      <pc:sldChg chg="addSp delSp modSp add mod">
        <pc:chgData name="Simona Rinaldi" userId="29925aa0-83e0-48cf-b4dc-54eab132a6a9" providerId="ADAL" clId="{488564E8-35D4-537E-829E-54AE84E3E08F}" dt="2025-12-18T11:39:52.822" v="13756" actId="1076"/>
        <pc:sldMkLst>
          <pc:docMk/>
          <pc:sldMk cId="3648653180" sldId="398"/>
        </pc:sldMkLst>
        <pc:spChg chg="del mod">
          <ac:chgData name="Simona Rinaldi" userId="29925aa0-83e0-48cf-b4dc-54eab132a6a9" providerId="ADAL" clId="{488564E8-35D4-537E-829E-54AE84E3E08F}" dt="2025-12-18T10:52:44.191" v="13636" actId="478"/>
          <ac:spMkLst>
            <pc:docMk/>
            <pc:sldMk cId="3648653180" sldId="398"/>
            <ac:spMk id="3" creationId="{F92033EB-7662-9143-AB01-3E46FFAE3657}"/>
          </ac:spMkLst>
        </pc:spChg>
        <pc:spChg chg="add del mod">
          <ac:chgData name="Simona Rinaldi" userId="29925aa0-83e0-48cf-b4dc-54eab132a6a9" providerId="ADAL" clId="{488564E8-35D4-537E-829E-54AE84E3E08F}" dt="2025-12-18T10:52:42.789" v="13635" actId="478"/>
          <ac:spMkLst>
            <pc:docMk/>
            <pc:sldMk cId="3648653180" sldId="398"/>
            <ac:spMk id="5" creationId="{14DAF7D2-C39E-E661-6372-677C5B00B9B5}"/>
          </ac:spMkLst>
        </pc:spChg>
        <pc:spChg chg="add del mod">
          <ac:chgData name="Simona Rinaldi" userId="29925aa0-83e0-48cf-b4dc-54eab132a6a9" providerId="ADAL" clId="{488564E8-35D4-537E-829E-54AE84E3E08F}" dt="2025-12-18T10:57:32.506" v="13661" actId="478"/>
          <ac:spMkLst>
            <pc:docMk/>
            <pc:sldMk cId="3648653180" sldId="398"/>
            <ac:spMk id="7" creationId="{3DC19CD5-973F-C836-1C04-DE808B2D6C7C}"/>
          </ac:spMkLst>
        </pc:spChg>
        <pc:spChg chg="add del">
          <ac:chgData name="Simona Rinaldi" userId="29925aa0-83e0-48cf-b4dc-54eab132a6a9" providerId="ADAL" clId="{488564E8-35D4-537E-829E-54AE84E3E08F}" dt="2025-12-18T10:52:42.789" v="13635" actId="478"/>
          <ac:spMkLst>
            <pc:docMk/>
            <pc:sldMk cId="3648653180" sldId="398"/>
            <ac:spMk id="15" creationId="{75C4FAEC-63B7-0574-4F88-70D12D9180CC}"/>
          </ac:spMkLst>
        </pc:spChg>
        <pc:spChg chg="del">
          <ac:chgData name="Simona Rinaldi" userId="29925aa0-83e0-48cf-b4dc-54eab132a6a9" providerId="ADAL" clId="{488564E8-35D4-537E-829E-54AE84E3E08F}" dt="2025-12-18T10:52:28.431" v="13632" actId="478"/>
          <ac:spMkLst>
            <pc:docMk/>
            <pc:sldMk cId="3648653180" sldId="398"/>
            <ac:spMk id="16" creationId="{986693A9-2FCB-79DD-37E8-6172960F4659}"/>
          </ac:spMkLst>
        </pc:spChg>
        <pc:graphicFrameChg chg="mod modGraphic">
          <ac:chgData name="Simona Rinaldi" userId="29925aa0-83e0-48cf-b4dc-54eab132a6a9" providerId="ADAL" clId="{488564E8-35D4-537E-829E-54AE84E3E08F}" dt="2025-12-18T11:32:19.999" v="13747" actId="14100"/>
          <ac:graphicFrameMkLst>
            <pc:docMk/>
            <pc:sldMk cId="3648653180" sldId="398"/>
            <ac:graphicFrameMk id="8" creationId="{F902A27E-7588-0BC9-202B-28EECF484F85}"/>
          </ac:graphicFrameMkLst>
        </pc:graphicFrameChg>
        <pc:picChg chg="add mod modCrop">
          <ac:chgData name="Simona Rinaldi" userId="29925aa0-83e0-48cf-b4dc-54eab132a6a9" providerId="ADAL" clId="{488564E8-35D4-537E-829E-54AE84E3E08F}" dt="2025-12-18T11:39:52.822" v="13756" actId="1076"/>
          <ac:picMkLst>
            <pc:docMk/>
            <pc:sldMk cId="3648653180" sldId="398"/>
            <ac:picMk id="9" creationId="{9BC4D079-5C35-2390-6913-1C9F02BB951D}"/>
          </ac:picMkLst>
        </pc:picChg>
        <pc:picChg chg="add mod">
          <ac:chgData name="Simona Rinaldi" userId="29925aa0-83e0-48cf-b4dc-54eab132a6a9" providerId="ADAL" clId="{488564E8-35D4-537E-829E-54AE84E3E08F}" dt="2025-12-18T11:39:50.504" v="13755" actId="1076"/>
          <ac:picMkLst>
            <pc:docMk/>
            <pc:sldMk cId="3648653180" sldId="398"/>
            <ac:picMk id="1026" creationId="{B66F1D62-C6AF-44C4-3A32-07844AA4EFA4}"/>
          </ac:picMkLst>
        </pc:picChg>
      </pc:sldChg>
      <pc:sldChg chg="addSp delSp modSp add mod">
        <pc:chgData name="Simona Rinaldi" userId="29925aa0-83e0-48cf-b4dc-54eab132a6a9" providerId="ADAL" clId="{488564E8-35D4-537E-829E-54AE84E3E08F}" dt="2025-12-18T11:32:10.832" v="13745" actId="14100"/>
        <pc:sldMkLst>
          <pc:docMk/>
          <pc:sldMk cId="2543615307" sldId="399"/>
        </pc:sldMkLst>
        <pc:graphicFrameChg chg="mod modGraphic">
          <ac:chgData name="Simona Rinaldi" userId="29925aa0-83e0-48cf-b4dc-54eab132a6a9" providerId="ADAL" clId="{488564E8-35D4-537E-829E-54AE84E3E08F}" dt="2025-12-18T11:32:10.832" v="13745" actId="14100"/>
          <ac:graphicFrameMkLst>
            <pc:docMk/>
            <pc:sldMk cId="2543615307" sldId="399"/>
            <ac:graphicFrameMk id="8" creationId="{D6C12B25-CE47-53A3-C421-02A188A0729B}"/>
          </ac:graphicFrameMkLst>
        </pc:graphicFrameChg>
        <pc:picChg chg="add">
          <ac:chgData name="Simona Rinaldi" userId="29925aa0-83e0-48cf-b4dc-54eab132a6a9" providerId="ADAL" clId="{488564E8-35D4-537E-829E-54AE84E3E08F}" dt="2025-12-18T11:31:11.484" v="13709"/>
          <ac:picMkLst>
            <pc:docMk/>
            <pc:sldMk cId="2543615307" sldId="399"/>
            <ac:picMk id="2" creationId="{B3635219-72D5-2CA5-2068-809213ACE64B}"/>
          </ac:picMkLst>
        </pc:picChg>
        <pc:picChg chg="del">
          <ac:chgData name="Simona Rinaldi" userId="29925aa0-83e0-48cf-b4dc-54eab132a6a9" providerId="ADAL" clId="{488564E8-35D4-537E-829E-54AE84E3E08F}" dt="2025-12-18T11:31:11.071" v="13708" actId="478"/>
          <ac:picMkLst>
            <pc:docMk/>
            <pc:sldMk cId="2543615307" sldId="399"/>
            <ac:picMk id="1026" creationId="{002122E6-6319-3B24-04F2-EFD453D764CE}"/>
          </ac:picMkLst>
        </pc:picChg>
      </pc:sldChg>
      <pc:sldChg chg="add">
        <pc:chgData name="Simona Rinaldi" userId="29925aa0-83e0-48cf-b4dc-54eab132a6a9" providerId="ADAL" clId="{488564E8-35D4-537E-829E-54AE84E3E08F}" dt="2025-12-18T12:51:10.998" v="13952" actId="2890"/>
        <pc:sldMkLst>
          <pc:docMk/>
          <pc:sldMk cId="101390846" sldId="400"/>
        </pc:sldMkLst>
      </pc:sldChg>
      <pc:sldChg chg="addSp modSp add mod modShow">
        <pc:chgData name="Simona Rinaldi" userId="29925aa0-83e0-48cf-b4dc-54eab132a6a9" providerId="ADAL" clId="{488564E8-35D4-537E-829E-54AE84E3E08F}" dt="2025-12-18T12:58:01.137" v="14298" actId="729"/>
        <pc:sldMkLst>
          <pc:docMk/>
          <pc:sldMk cId="2280336249" sldId="401"/>
        </pc:sldMkLst>
        <pc:spChg chg="mod">
          <ac:chgData name="Simona Rinaldi" userId="29925aa0-83e0-48cf-b4dc-54eab132a6a9" providerId="ADAL" clId="{488564E8-35D4-537E-829E-54AE84E3E08F}" dt="2025-12-18T12:57:46.797" v="14297" actId="20577"/>
          <ac:spMkLst>
            <pc:docMk/>
            <pc:sldMk cId="2280336249" sldId="401"/>
            <ac:spMk id="3" creationId="{BEA2C872-245F-FAE4-E973-3824631950FA}"/>
          </ac:spMkLst>
        </pc:spChg>
        <pc:spChg chg="add mod">
          <ac:chgData name="Simona Rinaldi" userId="29925aa0-83e0-48cf-b4dc-54eab132a6a9" providerId="ADAL" clId="{488564E8-35D4-537E-829E-54AE84E3E08F}" dt="2025-12-18T12:54:05.823" v="14020" actId="1076"/>
          <ac:spMkLst>
            <pc:docMk/>
            <pc:sldMk cId="2280336249" sldId="401"/>
            <ac:spMk id="6" creationId="{DBA426AB-AE54-E5AC-C9A4-3A88B2ED07A4}"/>
          </ac:spMkLst>
        </pc:spChg>
      </pc:sldChg>
      <pc:sldChg chg="addSp delSp modSp add del mod">
        <pc:chgData name="Simona Rinaldi" userId="29925aa0-83e0-48cf-b4dc-54eab132a6a9" providerId="ADAL" clId="{488564E8-35D4-537E-829E-54AE84E3E08F}" dt="2025-12-18T15:49:40.615" v="14320" actId="2696"/>
        <pc:sldMkLst>
          <pc:docMk/>
          <pc:sldMk cId="2759210265" sldId="402"/>
        </pc:sldMkLst>
        <pc:spChg chg="add del mod">
          <ac:chgData name="Simona Rinaldi" userId="29925aa0-83e0-48cf-b4dc-54eab132a6a9" providerId="ADAL" clId="{488564E8-35D4-537E-829E-54AE84E3E08F}" dt="2025-12-18T15:49:00.772" v="14319"/>
          <ac:spMkLst>
            <pc:docMk/>
            <pc:sldMk cId="2759210265" sldId="402"/>
            <ac:spMk id="2" creationId="{E9F4933E-4907-1D82-6DA1-3FCC2668C5DC}"/>
          </ac:spMkLst>
        </pc:spChg>
        <pc:spChg chg="mod">
          <ac:chgData name="Simona Rinaldi" userId="29925aa0-83e0-48cf-b4dc-54eab132a6a9" providerId="ADAL" clId="{488564E8-35D4-537E-829E-54AE84E3E08F}" dt="2025-12-18T14:46:27.407" v="14302"/>
          <ac:spMkLst>
            <pc:docMk/>
            <pc:sldMk cId="2759210265" sldId="402"/>
            <ac:spMk id="6" creationId="{F906CEEC-A379-BB31-7FE4-414B7C319BAE}"/>
          </ac:spMkLst>
        </pc:spChg>
        <pc:picChg chg="del">
          <ac:chgData name="Simona Rinaldi" userId="29925aa0-83e0-48cf-b4dc-54eab132a6a9" providerId="ADAL" clId="{488564E8-35D4-537E-829E-54AE84E3E08F}" dt="2025-12-18T15:46:54.882" v="14304" actId="478"/>
          <ac:picMkLst>
            <pc:docMk/>
            <pc:sldMk cId="2759210265" sldId="402"/>
            <ac:picMk id="9" creationId="{494673F1-53E4-95EA-D806-9EE15C6A90EE}"/>
          </ac:picMkLst>
        </pc:picChg>
      </pc:sldChg>
      <pc:sldChg chg="add del">
        <pc:chgData name="Simona Rinaldi" userId="29925aa0-83e0-48cf-b4dc-54eab132a6a9" providerId="ADAL" clId="{488564E8-35D4-537E-829E-54AE84E3E08F}" dt="2025-12-18T15:52:14.474" v="14380" actId="2696"/>
        <pc:sldMkLst>
          <pc:docMk/>
          <pc:sldMk cId="3030434750" sldId="402"/>
        </pc:sldMkLst>
      </pc:sldChg>
      <pc:sldChg chg="delSp modSp add mod">
        <pc:chgData name="Simona Rinaldi" userId="29925aa0-83e0-48cf-b4dc-54eab132a6a9" providerId="ADAL" clId="{488564E8-35D4-537E-829E-54AE84E3E08F}" dt="2025-12-18T16:16:30.023" v="15671" actId="108"/>
        <pc:sldMkLst>
          <pc:docMk/>
          <pc:sldMk cId="2128580494" sldId="403"/>
        </pc:sldMkLst>
        <pc:spChg chg="mod">
          <ac:chgData name="Simona Rinaldi" userId="29925aa0-83e0-48cf-b4dc-54eab132a6a9" providerId="ADAL" clId="{488564E8-35D4-537E-829E-54AE84E3E08F}" dt="2025-12-18T16:16:30.023" v="15671" actId="108"/>
          <ac:spMkLst>
            <pc:docMk/>
            <pc:sldMk cId="2128580494" sldId="403"/>
            <ac:spMk id="3" creationId="{DCD3A894-0094-E29C-D11C-4595ABB1C983}"/>
          </ac:spMkLst>
        </pc:spChg>
        <pc:spChg chg="del">
          <ac:chgData name="Simona Rinaldi" userId="29925aa0-83e0-48cf-b4dc-54eab132a6a9" providerId="ADAL" clId="{488564E8-35D4-537E-829E-54AE84E3E08F}" dt="2025-12-18T15:50:25.069" v="14323" actId="478"/>
          <ac:spMkLst>
            <pc:docMk/>
            <pc:sldMk cId="2128580494" sldId="403"/>
            <ac:spMk id="4" creationId="{E68B73D3-46C4-2F7F-C4D3-9ABA9BA282D0}"/>
          </ac:spMkLst>
        </pc:spChg>
        <pc:picChg chg="del">
          <ac:chgData name="Simona Rinaldi" userId="29925aa0-83e0-48cf-b4dc-54eab132a6a9" providerId="ADAL" clId="{488564E8-35D4-537E-829E-54AE84E3E08F}" dt="2025-12-18T15:51:57.394" v="14378" actId="478"/>
          <ac:picMkLst>
            <pc:docMk/>
            <pc:sldMk cId="2128580494" sldId="403"/>
            <ac:picMk id="2" creationId="{7540888E-F9B4-57F0-0154-247B010E0403}"/>
          </ac:picMkLst>
        </pc:picChg>
      </pc:sldChg>
      <pc:sldChg chg="modSp add del mod">
        <pc:chgData name="Simona Rinaldi" userId="29925aa0-83e0-48cf-b4dc-54eab132a6a9" providerId="ADAL" clId="{488564E8-35D4-537E-829E-54AE84E3E08F}" dt="2025-12-18T16:14:25.686" v="15659" actId="2696"/>
        <pc:sldMkLst>
          <pc:docMk/>
          <pc:sldMk cId="239997011" sldId="404"/>
        </pc:sldMkLst>
        <pc:spChg chg="mod">
          <ac:chgData name="Simona Rinaldi" userId="29925aa0-83e0-48cf-b4dc-54eab132a6a9" providerId="ADAL" clId="{488564E8-35D4-537E-829E-54AE84E3E08F}" dt="2025-12-18T16:11:46.420" v="15614" actId="21"/>
          <ac:spMkLst>
            <pc:docMk/>
            <pc:sldMk cId="239997011" sldId="404"/>
            <ac:spMk id="3" creationId="{7E6005EC-16F3-A89B-4AF4-60F3A6B1C263}"/>
          </ac:spMkLst>
        </pc:spChg>
      </pc:sldChg>
      <pc:sldChg chg="addSp delSp modSp add mod ord">
        <pc:chgData name="Simona Rinaldi" userId="29925aa0-83e0-48cf-b4dc-54eab132a6a9" providerId="ADAL" clId="{488564E8-35D4-537E-829E-54AE84E3E08F}" dt="2025-12-18T16:32:39.146" v="16370" actId="20577"/>
        <pc:sldMkLst>
          <pc:docMk/>
          <pc:sldMk cId="3207982004" sldId="405"/>
        </pc:sldMkLst>
        <pc:spChg chg="del mod">
          <ac:chgData name="Simona Rinaldi" userId="29925aa0-83e0-48cf-b4dc-54eab132a6a9" providerId="ADAL" clId="{488564E8-35D4-537E-829E-54AE84E3E08F}" dt="2025-12-18T16:28:05.236" v="16131" actId="478"/>
          <ac:spMkLst>
            <pc:docMk/>
            <pc:sldMk cId="3207982004" sldId="405"/>
            <ac:spMk id="3" creationId="{02B42EA4-052D-BB47-4C1A-4410DF76025C}"/>
          </ac:spMkLst>
        </pc:spChg>
        <pc:spChg chg="add del mod">
          <ac:chgData name="Simona Rinaldi" userId="29925aa0-83e0-48cf-b4dc-54eab132a6a9" providerId="ADAL" clId="{488564E8-35D4-537E-829E-54AE84E3E08F}" dt="2025-12-18T16:30:33.044" v="16354" actId="478"/>
          <ac:spMkLst>
            <pc:docMk/>
            <pc:sldMk cId="3207982004" sldId="405"/>
            <ac:spMk id="6" creationId="{53802364-5BC0-8121-9366-FFAD682B9815}"/>
          </ac:spMkLst>
        </pc:spChg>
        <pc:spChg chg="mod">
          <ac:chgData name="Simona Rinaldi" userId="29925aa0-83e0-48cf-b4dc-54eab132a6a9" providerId="ADAL" clId="{488564E8-35D4-537E-829E-54AE84E3E08F}" dt="2025-12-18T16:30:20.583" v="16352"/>
          <ac:spMkLst>
            <pc:docMk/>
            <pc:sldMk cId="3207982004" sldId="405"/>
            <ac:spMk id="7" creationId="{CC62265E-9077-44DF-F9B6-252CF2C05713}"/>
          </ac:spMkLst>
        </pc:spChg>
        <pc:spChg chg="add mod">
          <ac:chgData name="Simona Rinaldi" userId="29925aa0-83e0-48cf-b4dc-54eab132a6a9" providerId="ADAL" clId="{488564E8-35D4-537E-829E-54AE84E3E08F}" dt="2025-12-18T16:32:39.146" v="16370" actId="20577"/>
          <ac:spMkLst>
            <pc:docMk/>
            <pc:sldMk cId="3207982004" sldId="405"/>
            <ac:spMk id="11" creationId="{A0D0AB3B-F9F5-EF2D-2525-4A84A6DA300E}"/>
          </ac:spMkLst>
        </pc:spChg>
        <pc:spChg chg="add mod">
          <ac:chgData name="Simona Rinaldi" userId="29925aa0-83e0-48cf-b4dc-54eab132a6a9" providerId="ADAL" clId="{488564E8-35D4-537E-829E-54AE84E3E08F}" dt="2025-12-18T16:29:21.863" v="16317"/>
          <ac:spMkLst>
            <pc:docMk/>
            <pc:sldMk cId="3207982004" sldId="405"/>
            <ac:spMk id="12" creationId="{E5BDD5EE-F618-3D95-30D0-A88584F757A5}"/>
          </ac:spMkLst>
        </pc:spChg>
        <pc:spChg chg="add mod">
          <ac:chgData name="Simona Rinaldi" userId="29925aa0-83e0-48cf-b4dc-54eab132a6a9" providerId="ADAL" clId="{488564E8-35D4-537E-829E-54AE84E3E08F}" dt="2025-12-18T16:29:27.903" v="16319"/>
          <ac:spMkLst>
            <pc:docMk/>
            <pc:sldMk cId="3207982004" sldId="405"/>
            <ac:spMk id="13" creationId="{A90F3A8A-0296-C100-DBA2-807C57D9BD87}"/>
          </ac:spMkLst>
        </pc:spChg>
        <pc:spChg chg="add del mod">
          <ac:chgData name="Simona Rinaldi" userId="29925aa0-83e0-48cf-b4dc-54eab132a6a9" providerId="ADAL" clId="{488564E8-35D4-537E-829E-54AE84E3E08F}" dt="2025-12-18T16:31:24.055" v="16361" actId="478"/>
          <ac:spMkLst>
            <pc:docMk/>
            <pc:sldMk cId="3207982004" sldId="405"/>
            <ac:spMk id="15" creationId="{1809C7E5-C729-54EE-3841-4CD6D5F6713F}"/>
          </ac:spMkLst>
        </pc:spChg>
        <pc:spChg chg="add mod">
          <ac:chgData name="Simona Rinaldi" userId="29925aa0-83e0-48cf-b4dc-54eab132a6a9" providerId="ADAL" clId="{488564E8-35D4-537E-829E-54AE84E3E08F}" dt="2025-12-18T16:31:51.330" v="16366" actId="14100"/>
          <ac:spMkLst>
            <pc:docMk/>
            <pc:sldMk cId="3207982004" sldId="405"/>
            <ac:spMk id="17" creationId="{74A31ADB-8CB0-CAE5-0815-A71AEBB3748C}"/>
          </ac:spMkLst>
        </pc:spChg>
        <pc:picChg chg="add del mod">
          <ac:chgData name="Simona Rinaldi" userId="29925aa0-83e0-48cf-b4dc-54eab132a6a9" providerId="ADAL" clId="{488564E8-35D4-537E-829E-54AE84E3E08F}" dt="2025-12-18T16:19:07.231" v="15674" actId="478"/>
          <ac:picMkLst>
            <pc:docMk/>
            <pc:sldMk cId="3207982004" sldId="405"/>
            <ac:picMk id="2" creationId="{E1ECDB48-8D53-57FD-C2F0-8FF2549A7750}"/>
          </ac:picMkLst>
        </pc:picChg>
        <pc:picChg chg="add del mod modCrop">
          <ac:chgData name="Simona Rinaldi" userId="29925aa0-83e0-48cf-b4dc-54eab132a6a9" providerId="ADAL" clId="{488564E8-35D4-537E-829E-54AE84E3E08F}" dt="2025-12-18T16:31:08.013" v="16356" actId="478"/>
          <ac:picMkLst>
            <pc:docMk/>
            <pc:sldMk cId="3207982004" sldId="405"/>
            <ac:picMk id="4" creationId="{702C276C-4A38-5D90-48DA-F0D550AAC7F6}"/>
          </ac:picMkLst>
        </pc:picChg>
        <pc:picChg chg="add mod modCrop">
          <ac:chgData name="Simona Rinaldi" userId="29925aa0-83e0-48cf-b4dc-54eab132a6a9" providerId="ADAL" clId="{488564E8-35D4-537E-829E-54AE84E3E08F}" dt="2025-12-18T16:31:43.059" v="16364" actId="1076"/>
          <ac:picMkLst>
            <pc:docMk/>
            <pc:sldMk cId="3207982004" sldId="405"/>
            <ac:picMk id="14" creationId="{40F9ED70-A14B-A2C1-7AEE-AB91E21FAF0F}"/>
          </ac:picMkLst>
        </pc:picChg>
        <pc:cxnChg chg="add del mod">
          <ac:chgData name="Simona Rinaldi" userId="29925aa0-83e0-48cf-b4dc-54eab132a6a9" providerId="ADAL" clId="{488564E8-35D4-537E-829E-54AE84E3E08F}" dt="2025-12-18T16:30:22.089" v="16353" actId="478"/>
          <ac:cxnSpMkLst>
            <pc:docMk/>
            <pc:sldMk cId="3207982004" sldId="405"/>
            <ac:cxnSpMk id="10" creationId="{03744CD4-A848-5DDB-9DCB-E7DED0629F67}"/>
          </ac:cxnSpMkLst>
        </pc:cxnChg>
        <pc:cxnChg chg="add del mod">
          <ac:chgData name="Simona Rinaldi" userId="29925aa0-83e0-48cf-b4dc-54eab132a6a9" providerId="ADAL" clId="{488564E8-35D4-537E-829E-54AE84E3E08F}" dt="2025-12-18T16:32:00.441" v="16368" actId="478"/>
          <ac:cxnSpMkLst>
            <pc:docMk/>
            <pc:sldMk cId="3207982004" sldId="405"/>
            <ac:cxnSpMk id="16" creationId="{4F1794DE-4C51-A761-5F69-B0D82BE2DF41}"/>
          </ac:cxnSpMkLst>
        </pc:cxnChg>
      </pc:sldChg>
      <pc:sldChg chg="delSp modSp add mod">
        <pc:chgData name="Simona Rinaldi" userId="29925aa0-83e0-48cf-b4dc-54eab132a6a9" providerId="ADAL" clId="{488564E8-35D4-537E-829E-54AE84E3E08F}" dt="2025-12-18T16:27:45.398" v="16128" actId="108"/>
        <pc:sldMkLst>
          <pc:docMk/>
          <pc:sldMk cId="1730028706" sldId="406"/>
        </pc:sldMkLst>
        <pc:spChg chg="mod">
          <ac:chgData name="Simona Rinaldi" userId="29925aa0-83e0-48cf-b4dc-54eab132a6a9" providerId="ADAL" clId="{488564E8-35D4-537E-829E-54AE84E3E08F}" dt="2025-12-18T16:27:45.398" v="16128" actId="108"/>
          <ac:spMkLst>
            <pc:docMk/>
            <pc:sldMk cId="1730028706" sldId="406"/>
            <ac:spMk id="3" creationId="{FD7C3723-7435-2601-375D-70C58E7C8003}"/>
          </ac:spMkLst>
        </pc:spChg>
        <pc:spChg chg="del">
          <ac:chgData name="Simona Rinaldi" userId="29925aa0-83e0-48cf-b4dc-54eab132a6a9" providerId="ADAL" clId="{488564E8-35D4-537E-829E-54AE84E3E08F}" dt="2025-12-18T16:22:25.140" v="15754" actId="478"/>
          <ac:spMkLst>
            <pc:docMk/>
            <pc:sldMk cId="1730028706" sldId="406"/>
            <ac:spMk id="6" creationId="{99841FF2-FF0F-E3DB-5116-8AE38DA5A67F}"/>
          </ac:spMkLst>
        </pc:spChg>
        <pc:picChg chg="del">
          <ac:chgData name="Simona Rinaldi" userId="29925aa0-83e0-48cf-b4dc-54eab132a6a9" providerId="ADAL" clId="{488564E8-35D4-537E-829E-54AE84E3E08F}" dt="2025-12-18T16:22:23.550" v="15753" actId="478"/>
          <ac:picMkLst>
            <pc:docMk/>
            <pc:sldMk cId="1730028706" sldId="406"/>
            <ac:picMk id="4" creationId="{E8B690DF-389A-55B8-D460-FCC4A688FA11}"/>
          </ac:picMkLst>
        </pc:picChg>
        <pc:cxnChg chg="del">
          <ac:chgData name="Simona Rinaldi" userId="29925aa0-83e0-48cf-b4dc-54eab132a6a9" providerId="ADAL" clId="{488564E8-35D4-537E-829E-54AE84E3E08F}" dt="2025-12-18T16:22:20.485" v="15752" actId="478"/>
          <ac:cxnSpMkLst>
            <pc:docMk/>
            <pc:sldMk cId="1730028706" sldId="406"/>
            <ac:cxnSpMk id="10" creationId="{0789E298-9F36-708B-463F-0156F2D75BA7}"/>
          </ac:cxnSpMkLst>
        </pc:cxnChg>
      </pc:sldChg>
      <pc:sldChg chg="add del">
        <pc:chgData name="Simona Rinaldi" userId="29925aa0-83e0-48cf-b4dc-54eab132a6a9" providerId="ADAL" clId="{488564E8-35D4-537E-829E-54AE84E3E08F}" dt="2025-12-18T16:32:09.656" v="16369" actId="2696"/>
        <pc:sldMkLst>
          <pc:docMk/>
          <pc:sldMk cId="3856309008" sldId="407"/>
        </pc:sldMkLst>
      </pc:sldChg>
    </pc:docChg>
  </pc:docChgLst>
  <pc:docChgLst>
    <pc:chgData name="Laura Sandra Leo" userId="S::laurasandra.leo@unibo.it::cb5c8a9f-d9ce-40fc-9ac7-34dfa3687a79" providerId="AD" clId="Web-{445EBE30-901C-CC83-E218-9D4F71FD38A5}"/>
    <pc:docChg chg="modSld">
      <pc:chgData name="Laura Sandra Leo" userId="S::laurasandra.leo@unibo.it::cb5c8a9f-d9ce-40fc-9ac7-34dfa3687a79" providerId="AD" clId="Web-{445EBE30-901C-CC83-E218-9D4F71FD38A5}" dt="2025-12-11T07:03:40.932" v="10"/>
      <pc:docMkLst>
        <pc:docMk/>
      </pc:docMkLst>
      <pc:sldChg chg="mod modShow">
        <pc:chgData name="Laura Sandra Leo" userId="S::laurasandra.leo@unibo.it::cb5c8a9f-d9ce-40fc-9ac7-34dfa3687a79" providerId="AD" clId="Web-{445EBE30-901C-CC83-E218-9D4F71FD38A5}" dt="2025-12-11T07:03:40.932" v="10"/>
        <pc:sldMkLst>
          <pc:docMk/>
          <pc:sldMk cId="713383012" sldId="260"/>
        </pc:sldMkLst>
      </pc:sldChg>
      <pc:sldChg chg="mod modShow">
        <pc:chgData name="Laura Sandra Leo" userId="S::laurasandra.leo@unibo.it::cb5c8a9f-d9ce-40fc-9ac7-34dfa3687a79" providerId="AD" clId="Web-{445EBE30-901C-CC83-E218-9D4F71FD38A5}" dt="2025-12-11T07:03:40.776" v="7"/>
        <pc:sldMkLst>
          <pc:docMk/>
          <pc:sldMk cId="319751371" sldId="301"/>
        </pc:sldMkLst>
      </pc:sldChg>
      <pc:sldChg chg="modSp">
        <pc:chgData name="Laura Sandra Leo" userId="S::laurasandra.leo@unibo.it::cb5c8a9f-d9ce-40fc-9ac7-34dfa3687a79" providerId="AD" clId="Web-{445EBE30-901C-CC83-E218-9D4F71FD38A5}" dt="2025-12-11T06:44:55.672" v="5" actId="20577"/>
        <pc:sldMkLst>
          <pc:docMk/>
          <pc:sldMk cId="672341170" sldId="321"/>
        </pc:sldMkLst>
        <pc:spChg chg="mod">
          <ac:chgData name="Laura Sandra Leo" userId="S::laurasandra.leo@unibo.it::cb5c8a9f-d9ce-40fc-9ac7-34dfa3687a79" providerId="AD" clId="Web-{445EBE30-901C-CC83-E218-9D4F71FD38A5}" dt="2025-12-11T06:44:55.672" v="5" actId="20577"/>
          <ac:spMkLst>
            <pc:docMk/>
            <pc:sldMk cId="672341170" sldId="321"/>
            <ac:spMk id="3" creationId="{86556C5E-73C9-89AE-EA06-C517C5F84F1E}"/>
          </ac:spMkLst>
        </pc:spChg>
      </pc:sldChg>
      <pc:sldChg chg="mod modShow">
        <pc:chgData name="Laura Sandra Leo" userId="S::laurasandra.leo@unibo.it::cb5c8a9f-d9ce-40fc-9ac7-34dfa3687a79" providerId="AD" clId="Web-{445EBE30-901C-CC83-E218-9D4F71FD38A5}" dt="2025-12-11T06:46:17.551" v="6"/>
        <pc:sldMkLst>
          <pc:docMk/>
          <pc:sldMk cId="1117886773" sldId="325"/>
        </pc:sldMkLst>
      </pc:sldChg>
      <pc:sldChg chg="mod modShow">
        <pc:chgData name="Laura Sandra Leo" userId="S::laurasandra.leo@unibo.it::cb5c8a9f-d9ce-40fc-9ac7-34dfa3687a79" providerId="AD" clId="Web-{445EBE30-901C-CC83-E218-9D4F71FD38A5}" dt="2025-12-11T07:03:40.839" v="8"/>
        <pc:sldMkLst>
          <pc:docMk/>
          <pc:sldMk cId="2584373398" sldId="333"/>
        </pc:sldMkLst>
      </pc:sldChg>
      <pc:sldChg chg="mod modShow">
        <pc:chgData name="Laura Sandra Leo" userId="S::laurasandra.leo@unibo.it::cb5c8a9f-d9ce-40fc-9ac7-34dfa3687a79" providerId="AD" clId="Web-{445EBE30-901C-CC83-E218-9D4F71FD38A5}" dt="2025-12-11T07:03:40.901" v="9"/>
        <pc:sldMkLst>
          <pc:docMk/>
          <pc:sldMk cId="1475433608" sldId="334"/>
        </pc:sldMkLst>
      </pc:sldChg>
    </pc:docChg>
  </pc:docChgLst>
</pc:chgInfo>
</file>

<file path=ppt/comments/modernComment_17E_7D2E8EFF.xml><?xml version="1.0" encoding="utf-8"?>
<p188:cmLst xmlns:a="http://schemas.openxmlformats.org/drawingml/2006/main" xmlns:r="http://schemas.openxmlformats.org/officeDocument/2006/relationships" xmlns:p188="http://schemas.microsoft.com/office/powerpoint/2018/8/main">
  <p188:cm id="{C56770E5-3595-48FE-B769-FF74CCF62F80}" authorId="{CDCF6D5C-1E41-E333-AB1C-19F4424B2FE5}" created="2025-12-16T03:58:52.093">
    <pc:sldMkLst xmlns:pc="http://schemas.microsoft.com/office/powerpoint/2013/main/command">
      <pc:docMk/>
      <pc:sldMk cId="2100203263" sldId="382"/>
    </pc:sldMkLst>
    <p188:txBody>
      <a:bodyPr/>
      <a:lstStyle/>
      <a:p>
        <a:r>
          <a:rPr lang="en-US"/>
          <a:t>se ricordo bene, avevi fatto una simulazione anche del caso in fig. Se non è complicato in termini di settings, magari re-integriamolo come esempio base, prima di passare a quelli nelle slides successive </a:t>
        </a:r>
      </a:p>
    </p188:txBody>
  </p188:cm>
</p188:cmLst>
</file>

<file path=ppt/comments/modernComment_176_37AECC9E.xml><?xml version="1.0" encoding="utf-8"?>
<p188:cmLst xmlns:a="http://schemas.openxmlformats.org/drawingml/2006/main" xmlns:r="http://schemas.openxmlformats.org/officeDocument/2006/relationships" xmlns:p188="http://schemas.microsoft.com/office/powerpoint/2018/8/main">
  <p188:cm id="{BED93B4D-EA29-4921-B814-32E60FC5F6C0}" authorId="{CDCF6D5C-1E41-E333-AB1C-19F4424B2FE5}" status="resolved" created="2025-12-15T20:46:15.004" complete="100000">
    <pc:sldMkLst xmlns:pc="http://schemas.microsoft.com/office/powerpoint/2013/main/command">
      <pc:docMk/>
      <pc:sldMk cId="934202526" sldId="374"/>
    </pc:sldMkLst>
    <p188:txBody>
      <a:bodyPr/>
      <a:lstStyle/>
      <a:p>
        <a:r>
          <a:rPr lang="en-US"/>
          <a:t> wave breaking a z=5km?</a:t>
        </a:r>
      </a:p>
    </p188:txBody>
  </p188:cm>
</p188:cmLst>
</file>

<file path=ppt/comments/modernComment_178_F044CA37.xml><?xml version="1.0" encoding="utf-8"?>
<p188:cmLst xmlns:a="http://schemas.openxmlformats.org/drawingml/2006/main" xmlns:r="http://schemas.openxmlformats.org/officeDocument/2006/relationships" xmlns:p188="http://schemas.microsoft.com/office/powerpoint/2018/8/main">
  <p188:cm id="{0B1FBEEE-7FE2-4212-A567-20B18970C842}" authorId="{CDCF6D5C-1E41-E333-AB1C-19F4424B2FE5}" status="resolved" created="2025-12-15T20:48:01.876" complete="100000">
    <pc:sldMkLst xmlns:pc="http://schemas.microsoft.com/office/powerpoint/2013/main/command">
      <pc:docMk/>
      <pc:sldMk cId="4031040055" sldId="376"/>
    </pc:sldMkLst>
    <p188:txBody>
      <a:bodyPr/>
      <a:lstStyle/>
      <a:p>
        <a:r>
          <a:rPr lang="en-US"/>
          <a:t>Anche qui… non so se a istanti successivi si vede wave breaking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Source Sans Pro" panose="020B0503030403020204" pitchFamily="34" charset="0"/>
              </a:defRPr>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Source Sans Pro" panose="020B0503030403020204" pitchFamily="34" charset="0"/>
              </a:defRPr>
            </a:lvl1pPr>
          </a:lstStyle>
          <a:p>
            <a:fld id="{EC2037FA-9AC3-4456-BBBD-F0B62CE6B750}" type="datetimeFigureOut">
              <a:rPr lang="it-IT" smtClean="0"/>
              <a:pPr/>
              <a:t>19/12/25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Source Sans Pro" panose="020B0503030403020204" pitchFamily="34" charset="0"/>
              </a:defRPr>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Source Sans Pro" panose="020B0503030403020204" pitchFamily="34" charset="0"/>
              </a:defRPr>
            </a:lvl1pPr>
          </a:lstStyle>
          <a:p>
            <a:fld id="{7559FCF2-57BA-4DB3-8971-2CF7A1E5AC6C}" type="slidenum">
              <a:rPr lang="it-IT" smtClean="0"/>
              <a:pPr/>
              <a:t>‹N›</a:t>
            </a:fld>
            <a:endParaRPr lang="it-IT"/>
          </a:p>
        </p:txBody>
      </p:sp>
    </p:spTree>
    <p:extLst>
      <p:ext uri="{BB962C8B-B14F-4D97-AF65-F5344CB8AC3E}">
        <p14:creationId xmlns:p14="http://schemas.microsoft.com/office/powerpoint/2010/main" val="3474612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Source Sans Pro" panose="020B0503030403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L’obiettivo di questo laboratorio è studiare il caso di un flusso bidimensionale che incontra un ostacolo, in particolare una collina isolata. Vedremo come vari fattori quali la stabilità atmosferica, la velocità del vento di background, e la forma di una collina, influenzano il comportamento del flusso.</a:t>
            </a:r>
          </a:p>
        </p:txBody>
      </p:sp>
      <p:sp>
        <p:nvSpPr>
          <p:cNvPr id="4" name="Segnaposto numero diapositiva 3"/>
          <p:cNvSpPr>
            <a:spLocks noGrp="1"/>
          </p:cNvSpPr>
          <p:nvPr>
            <p:ph type="sldNum" sz="quarter" idx="5"/>
          </p:nvPr>
        </p:nvSpPr>
        <p:spPr/>
        <p:txBody>
          <a:bodyPr/>
          <a:lstStyle/>
          <a:p>
            <a:fld id="{7559FCF2-57BA-4DB3-8971-2CF7A1E5AC6C}" type="slidenum">
              <a:rPr lang="it-IT" smtClean="0"/>
              <a:t>2</a:t>
            </a:fld>
            <a:endParaRPr lang="it-IT"/>
          </a:p>
        </p:txBody>
      </p:sp>
    </p:spTree>
    <p:extLst>
      <p:ext uri="{BB962C8B-B14F-4D97-AF65-F5344CB8AC3E}">
        <p14:creationId xmlns:p14="http://schemas.microsoft.com/office/powerpoint/2010/main" val="3628917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1907D-2670-4C0D-11CD-07CB22C7A16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F582655-B353-799C-7808-304CC24A3722}"/>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B7144F68-EA2C-9D54-0831-68A29DE8398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9159EA13-9DB5-4D30-80D1-8B657EA1AB6F}"/>
              </a:ext>
            </a:extLst>
          </p:cNvPr>
          <p:cNvSpPr>
            <a:spLocks noGrp="1"/>
          </p:cNvSpPr>
          <p:nvPr>
            <p:ph type="sldNum" sz="quarter" idx="5"/>
          </p:nvPr>
        </p:nvSpPr>
        <p:spPr/>
        <p:txBody>
          <a:bodyPr/>
          <a:lstStyle/>
          <a:p>
            <a:fld id="{7559FCF2-57BA-4DB3-8971-2CF7A1E5AC6C}" type="slidenum">
              <a:rPr lang="it-IT" smtClean="0"/>
              <a:t>3</a:t>
            </a:fld>
            <a:endParaRPr lang="it-IT"/>
          </a:p>
        </p:txBody>
      </p:sp>
    </p:spTree>
    <p:extLst>
      <p:ext uri="{BB962C8B-B14F-4D97-AF65-F5344CB8AC3E}">
        <p14:creationId xmlns:p14="http://schemas.microsoft.com/office/powerpoint/2010/main" val="2916205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a:latin typeface="Calibri"/>
                <a:ea typeface="Calibri"/>
                <a:cs typeface="Calibri"/>
              </a:rPr>
              <a:t>Flowchart </a:t>
            </a:r>
            <a:r>
              <a:rPr lang="en-US" err="1">
                <a:latin typeface="Calibri"/>
                <a:ea typeface="Calibri"/>
                <a:cs typeface="Calibri"/>
              </a:rPr>
              <a:t>che</a:t>
            </a:r>
            <a:r>
              <a:rPr lang="en-US">
                <a:latin typeface="Calibri"/>
                <a:ea typeface="Calibri"/>
                <a:cs typeface="Calibri"/>
              </a:rPr>
              <a:t> </a:t>
            </a:r>
            <a:r>
              <a:rPr lang="en-US" err="1">
                <a:latin typeface="Calibri"/>
                <a:ea typeface="Calibri"/>
                <a:cs typeface="Calibri"/>
              </a:rPr>
              <a:t>mostra</a:t>
            </a:r>
            <a:r>
              <a:rPr lang="en-US">
                <a:latin typeface="Calibri"/>
                <a:ea typeface="Calibri"/>
                <a:cs typeface="Calibri"/>
              </a:rPr>
              <a:t> come </a:t>
            </a:r>
            <a:r>
              <a:rPr lang="en-US" err="1">
                <a:latin typeface="Calibri"/>
                <a:ea typeface="Calibri"/>
                <a:cs typeface="Calibri"/>
              </a:rPr>
              <a:t>funziona</a:t>
            </a:r>
            <a:r>
              <a:rPr lang="en-US">
                <a:latin typeface="Calibri"/>
                <a:ea typeface="Calibri"/>
                <a:cs typeface="Calibri"/>
              </a:rPr>
              <a:t> il </a:t>
            </a:r>
            <a:r>
              <a:rPr lang="en-US" err="1">
                <a:latin typeface="Calibri"/>
                <a:ea typeface="Calibri"/>
                <a:cs typeface="Calibri"/>
              </a:rPr>
              <a:t>modello</a:t>
            </a:r>
            <a:r>
              <a:rPr lang="en-US">
                <a:latin typeface="Calibri"/>
                <a:ea typeface="Calibri"/>
                <a:cs typeface="Calibri"/>
              </a:rPr>
              <a:t>.</a:t>
            </a:r>
            <a:endParaRPr lang="en-US" err="1">
              <a:latin typeface="Calibri"/>
              <a:ea typeface="Calibri"/>
              <a:cs typeface="Calibri"/>
            </a:endParaRPr>
          </a:p>
        </p:txBody>
      </p:sp>
      <p:sp>
        <p:nvSpPr>
          <p:cNvPr id="4" name="Slide Number Placeholder 3"/>
          <p:cNvSpPr>
            <a:spLocks noGrp="1"/>
          </p:cNvSpPr>
          <p:nvPr>
            <p:ph type="sldNum" sz="quarter" idx="5"/>
          </p:nvPr>
        </p:nvSpPr>
        <p:spPr/>
        <p:txBody>
          <a:bodyPr/>
          <a:lstStyle/>
          <a:p>
            <a:fld id="{7559FCF2-57BA-4DB3-8971-2CF7A1E5AC6C}" type="slidenum">
              <a:rPr lang="it-IT" smtClean="0"/>
              <a:t>7</a:t>
            </a:fld>
            <a:endParaRPr lang="it-IT"/>
          </a:p>
        </p:txBody>
      </p:sp>
    </p:spTree>
    <p:extLst>
      <p:ext uri="{BB962C8B-B14F-4D97-AF65-F5344CB8AC3E}">
        <p14:creationId xmlns:p14="http://schemas.microsoft.com/office/powerpoint/2010/main" val="2331938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a:t>The WRF model is capable of simulating both real- and ideal-data cases. </a:t>
            </a:r>
            <a:r>
              <a:rPr lang="en-US" err="1"/>
              <a:t>ideal.exe</a:t>
            </a:r>
            <a:r>
              <a:rPr lang="en-US"/>
              <a:t> is a program that simulates in a controlled environment. Idealized simulations are initiated from an included initial condition file from an existing sounding, and assumes a simplified orography.</a:t>
            </a:r>
          </a:p>
        </p:txBody>
      </p:sp>
      <p:sp>
        <p:nvSpPr>
          <p:cNvPr id="4" name="Slide Number Placeholder 3"/>
          <p:cNvSpPr>
            <a:spLocks noGrp="1"/>
          </p:cNvSpPr>
          <p:nvPr>
            <p:ph type="sldNum" sz="quarter" idx="5"/>
          </p:nvPr>
        </p:nvSpPr>
        <p:spPr/>
        <p:txBody>
          <a:bodyPr/>
          <a:lstStyle/>
          <a:p>
            <a:fld id="{7559FCF2-57BA-4DB3-8971-2CF7A1E5AC6C}" type="slidenum">
              <a:rPr lang="it-IT" smtClean="0"/>
              <a:t>8</a:t>
            </a:fld>
            <a:endParaRPr lang="it-IT"/>
          </a:p>
        </p:txBody>
      </p:sp>
    </p:spTree>
    <p:extLst>
      <p:ext uri="{BB962C8B-B14F-4D97-AF65-F5344CB8AC3E}">
        <p14:creationId xmlns:p14="http://schemas.microsoft.com/office/powerpoint/2010/main" val="863803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pPr marL="228600" indent="-228600">
              <a:lnSpc>
                <a:spcPct val="90000"/>
              </a:lnSpc>
              <a:spcBef>
                <a:spcPts val="1000"/>
              </a:spcBef>
            </a:pPr>
            <a:r>
              <a:rPr lang="en-US"/>
              <a:t>The ARW equations are formulated using a terrain-following hydrostatic-pressure vertical coordinate denoted by </a:t>
            </a:r>
            <a:r>
              <a:rPr lang="en-US" err="1"/>
              <a:t>η</a:t>
            </a:r>
            <a:r>
              <a:rPr lang="en-US"/>
              <a:t>, which is also referred to a mass vertical coordinate. </a:t>
            </a:r>
          </a:p>
          <a:p>
            <a:r>
              <a:rPr lang="en-US"/>
              <a:t>In previous versions of the ARW the traditional sigma coordinate (Laprise, 1992) were used. In V4, the vertical coordinate has been generalized to allow the influence of the terrain on the coordinate surfaces to be removed more rapidly with increasing height above the surface.</a:t>
            </a:r>
          </a:p>
        </p:txBody>
      </p:sp>
      <p:sp>
        <p:nvSpPr>
          <p:cNvPr id="4" name="Slide Number Placeholder 3"/>
          <p:cNvSpPr>
            <a:spLocks noGrp="1"/>
          </p:cNvSpPr>
          <p:nvPr>
            <p:ph type="sldNum" sz="quarter" idx="5"/>
          </p:nvPr>
        </p:nvSpPr>
        <p:spPr/>
        <p:txBody>
          <a:bodyPr/>
          <a:lstStyle/>
          <a:p>
            <a:fld id="{7559FCF2-57BA-4DB3-8971-2CF7A1E5AC6C}" type="slidenum">
              <a:rPr lang="it-IT" smtClean="0"/>
              <a:t>10</a:t>
            </a:fld>
            <a:endParaRPr lang="it-IT"/>
          </a:p>
        </p:txBody>
      </p:sp>
    </p:spTree>
    <p:extLst>
      <p:ext uri="{BB962C8B-B14F-4D97-AF65-F5344CB8AC3E}">
        <p14:creationId xmlns:p14="http://schemas.microsoft.com/office/powerpoint/2010/main" val="2848340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a:t> in un </a:t>
            </a:r>
            <a:r>
              <a:rPr lang="en-US" err="1"/>
              <a:t>sistema</a:t>
            </a:r>
            <a:r>
              <a:rPr lang="en-US"/>
              <a:t> </a:t>
            </a:r>
            <a:r>
              <a:rPr lang="en-US" err="1"/>
              <a:t>ibrido</a:t>
            </a:r>
            <a:r>
              <a:rPr lang="en-US"/>
              <a:t> sigma-</a:t>
            </a:r>
            <a:r>
              <a:rPr lang="en-US" err="1"/>
              <a:t>pressione</a:t>
            </a:r>
            <a:r>
              <a:rPr lang="en-US"/>
              <a:t> </a:t>
            </a:r>
            <a:r>
              <a:rPr lang="en-US" err="1"/>
              <a:t>i</a:t>
            </a:r>
            <a:r>
              <a:rPr lang="en-US"/>
              <a:t> </a:t>
            </a:r>
            <a:r>
              <a:rPr lang="en-US" err="1"/>
              <a:t>livelli</a:t>
            </a:r>
            <a:r>
              <a:rPr lang="en-US"/>
              <a:t> </a:t>
            </a:r>
            <a:r>
              <a:rPr lang="en-US" err="1"/>
              <a:t>vicini</a:t>
            </a:r>
            <a:r>
              <a:rPr lang="en-US"/>
              <a:t> alla </a:t>
            </a:r>
            <a:r>
              <a:rPr lang="en-US" err="1"/>
              <a:t>superficie</a:t>
            </a:r>
            <a:r>
              <a:rPr lang="en-US"/>
              <a:t> </a:t>
            </a:r>
            <a:r>
              <a:rPr lang="en-US" err="1"/>
              <a:t>seguono</a:t>
            </a:r>
            <a:r>
              <a:rPr lang="en-US"/>
              <a:t> il </a:t>
            </a:r>
            <a:r>
              <a:rPr lang="en-US" err="1"/>
              <a:t>terreno</a:t>
            </a:r>
            <a:r>
              <a:rPr lang="en-US"/>
              <a:t>, </a:t>
            </a:r>
            <a:r>
              <a:rPr lang="en-US" err="1"/>
              <a:t>mentre</a:t>
            </a:r>
            <a:r>
              <a:rPr lang="en-US"/>
              <a:t> </a:t>
            </a:r>
            <a:r>
              <a:rPr lang="en-US" err="1"/>
              <a:t>nell’alta</a:t>
            </a:r>
            <a:r>
              <a:rPr lang="en-US"/>
              <a:t> </a:t>
            </a:r>
            <a:r>
              <a:rPr lang="en-US" err="1"/>
              <a:t>troposfera</a:t>
            </a:r>
            <a:r>
              <a:rPr lang="en-US"/>
              <a:t> </a:t>
            </a:r>
            <a:r>
              <a:rPr lang="en-US" err="1"/>
              <a:t>si</a:t>
            </a:r>
            <a:r>
              <a:rPr lang="en-US"/>
              <a:t> </a:t>
            </a:r>
            <a:r>
              <a:rPr lang="en-US" err="1"/>
              <a:t>trasformano</a:t>
            </a:r>
            <a:r>
              <a:rPr lang="en-US"/>
              <a:t> in coordinate di </a:t>
            </a:r>
            <a:r>
              <a:rPr lang="en-US" err="1"/>
              <a:t>pressione</a:t>
            </a:r>
            <a:r>
              <a:rPr lang="en-US"/>
              <a:t>.</a:t>
            </a:r>
          </a:p>
          <a:p>
            <a:endParaRPr lang="en-US"/>
          </a:p>
        </p:txBody>
      </p:sp>
      <p:sp>
        <p:nvSpPr>
          <p:cNvPr id="4" name="Slide Number Placeholder 3"/>
          <p:cNvSpPr>
            <a:spLocks noGrp="1"/>
          </p:cNvSpPr>
          <p:nvPr>
            <p:ph type="sldNum" sz="quarter" idx="5"/>
          </p:nvPr>
        </p:nvSpPr>
        <p:spPr/>
        <p:txBody>
          <a:bodyPr/>
          <a:lstStyle/>
          <a:p>
            <a:fld id="{7559FCF2-57BA-4DB3-8971-2CF7A1E5AC6C}" type="slidenum">
              <a:rPr lang="it-IT" smtClean="0"/>
              <a:t>11</a:t>
            </a:fld>
            <a:endParaRPr lang="it-IT"/>
          </a:p>
        </p:txBody>
      </p:sp>
    </p:spTree>
    <p:extLst>
      <p:ext uri="{BB962C8B-B14F-4D97-AF65-F5344CB8AC3E}">
        <p14:creationId xmlns:p14="http://schemas.microsoft.com/office/powerpoint/2010/main" val="1966434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a:t>Le </a:t>
            </a:r>
            <a:r>
              <a:rPr lang="en-US" err="1"/>
              <a:t>equazioni</a:t>
            </a:r>
            <a:r>
              <a:rPr lang="en-US"/>
              <a:t> </a:t>
            </a:r>
            <a:r>
              <a:rPr lang="en-US" err="1"/>
              <a:t>sono</a:t>
            </a:r>
            <a:r>
              <a:rPr lang="en-US"/>
              <a:t> </a:t>
            </a:r>
            <a:r>
              <a:rPr lang="en-US" err="1"/>
              <a:t>scritte</a:t>
            </a:r>
            <a:r>
              <a:rPr lang="en-US"/>
              <a:t> </a:t>
            </a:r>
            <a:r>
              <a:rPr lang="en-US" err="1"/>
              <a:t>nella</a:t>
            </a:r>
            <a:r>
              <a:rPr lang="en-US"/>
              <a:t> forma di </a:t>
            </a:r>
            <a:r>
              <a:rPr lang="en-US" err="1"/>
              <a:t>flusso</a:t>
            </a:r>
            <a:endParaRPr lang="en-US"/>
          </a:p>
        </p:txBody>
      </p:sp>
      <p:sp>
        <p:nvSpPr>
          <p:cNvPr id="4" name="Slide Number Placeholder 3"/>
          <p:cNvSpPr>
            <a:spLocks noGrp="1"/>
          </p:cNvSpPr>
          <p:nvPr>
            <p:ph type="sldNum" sz="quarter" idx="5"/>
          </p:nvPr>
        </p:nvSpPr>
        <p:spPr/>
        <p:txBody>
          <a:bodyPr/>
          <a:lstStyle/>
          <a:p>
            <a:fld id="{7559FCF2-57BA-4DB3-8971-2CF7A1E5AC6C}" type="slidenum">
              <a:rPr lang="it-IT" smtClean="0"/>
              <a:t>12</a:t>
            </a:fld>
            <a:endParaRPr lang="it-IT"/>
          </a:p>
        </p:txBody>
      </p:sp>
    </p:spTree>
    <p:extLst>
      <p:ext uri="{BB962C8B-B14F-4D97-AF65-F5344CB8AC3E}">
        <p14:creationId xmlns:p14="http://schemas.microsoft.com/office/powerpoint/2010/main" val="4018679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err="1"/>
              <a:t>Griglia</a:t>
            </a:r>
            <a:r>
              <a:rPr lang="en-US"/>
              <a:t> </a:t>
            </a:r>
            <a:r>
              <a:rPr lang="en-US" err="1"/>
              <a:t>staggerata</a:t>
            </a:r>
            <a:r>
              <a:rPr lang="en-US"/>
              <a:t>: </a:t>
            </a:r>
            <a:r>
              <a:rPr lang="en-US" err="1"/>
              <a:t>griglia</a:t>
            </a:r>
            <a:r>
              <a:rPr lang="en-US"/>
              <a:t> in cui le </a:t>
            </a:r>
            <a:r>
              <a:rPr lang="en-US" err="1"/>
              <a:t>variabili</a:t>
            </a:r>
            <a:r>
              <a:rPr lang="en-US"/>
              <a:t> </a:t>
            </a:r>
            <a:r>
              <a:rPr lang="en-US" err="1"/>
              <a:t>prognostiche</a:t>
            </a:r>
            <a:r>
              <a:rPr lang="en-US"/>
              <a:t> </a:t>
            </a:r>
            <a:r>
              <a:rPr lang="en-US" err="1"/>
              <a:t>sono</a:t>
            </a:r>
            <a:r>
              <a:rPr lang="en-US"/>
              <a:t> definite in </a:t>
            </a:r>
            <a:r>
              <a:rPr lang="en-US" err="1"/>
              <a:t>punti</a:t>
            </a:r>
            <a:r>
              <a:rPr lang="en-US"/>
              <a:t> </a:t>
            </a:r>
            <a:r>
              <a:rPr lang="en-US" err="1"/>
              <a:t>diversi</a:t>
            </a:r>
            <a:r>
              <a:rPr lang="en-US"/>
              <a:t> rispetto alle </a:t>
            </a:r>
            <a:r>
              <a:rPr lang="en-US" err="1"/>
              <a:t>variabili</a:t>
            </a:r>
            <a:r>
              <a:rPr lang="en-US"/>
              <a:t> </a:t>
            </a:r>
            <a:r>
              <a:rPr lang="en-US" err="1"/>
              <a:t>termodinamiche</a:t>
            </a:r>
            <a:endParaRPr lang="en-US"/>
          </a:p>
        </p:txBody>
      </p:sp>
      <p:sp>
        <p:nvSpPr>
          <p:cNvPr id="4" name="Slide Number Placeholder 3"/>
          <p:cNvSpPr>
            <a:spLocks noGrp="1"/>
          </p:cNvSpPr>
          <p:nvPr>
            <p:ph type="sldNum" sz="quarter" idx="5"/>
          </p:nvPr>
        </p:nvSpPr>
        <p:spPr/>
        <p:txBody>
          <a:bodyPr/>
          <a:lstStyle/>
          <a:p>
            <a:fld id="{7559FCF2-57BA-4DB3-8971-2CF7A1E5AC6C}" type="slidenum">
              <a:rPr lang="it-IT" smtClean="0"/>
              <a:t>13</a:t>
            </a:fld>
            <a:endParaRPr lang="it-IT"/>
          </a:p>
        </p:txBody>
      </p:sp>
    </p:spTree>
    <p:extLst>
      <p:ext uri="{BB962C8B-B14F-4D97-AF65-F5344CB8AC3E}">
        <p14:creationId xmlns:p14="http://schemas.microsoft.com/office/powerpoint/2010/main" val="985402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a:t>Vertical spacing determined by the number of eta levels and another factor in the initialization module</a:t>
            </a:r>
          </a:p>
        </p:txBody>
      </p:sp>
      <p:sp>
        <p:nvSpPr>
          <p:cNvPr id="4" name="Slide Number Placeholder 3"/>
          <p:cNvSpPr>
            <a:spLocks noGrp="1"/>
          </p:cNvSpPr>
          <p:nvPr>
            <p:ph type="sldNum" sz="quarter" idx="5"/>
          </p:nvPr>
        </p:nvSpPr>
        <p:spPr/>
        <p:txBody>
          <a:bodyPr/>
          <a:lstStyle/>
          <a:p>
            <a:fld id="{7559FCF2-57BA-4DB3-8971-2CF7A1E5AC6C}" type="slidenum">
              <a:rPr lang="it-IT" smtClean="0"/>
              <a:t>14</a:t>
            </a:fld>
            <a:endParaRPr lang="it-IT"/>
          </a:p>
        </p:txBody>
      </p:sp>
    </p:spTree>
    <p:extLst>
      <p:ext uri="{BB962C8B-B14F-4D97-AF65-F5344CB8AC3E}">
        <p14:creationId xmlns:p14="http://schemas.microsoft.com/office/powerpoint/2010/main" val="2510161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US">
                <a:latin typeface="Calibri"/>
                <a:ea typeface="Calibri"/>
                <a:cs typeface="Calibri"/>
              </a:rPr>
              <a:t>Adesso </a:t>
            </a:r>
            <a:r>
              <a:rPr lang="en-US" err="1">
                <a:latin typeface="Calibri"/>
                <a:ea typeface="Calibri"/>
                <a:cs typeface="Calibri"/>
              </a:rPr>
              <a:t>vediamo</a:t>
            </a:r>
            <a:r>
              <a:rPr lang="en-US">
                <a:latin typeface="Calibri"/>
                <a:ea typeface="Calibri"/>
                <a:cs typeface="Calibri"/>
              </a:rPr>
              <a:t> il </a:t>
            </a:r>
            <a:r>
              <a:rPr lang="en-US" err="1">
                <a:latin typeface="Calibri"/>
                <a:ea typeface="Calibri"/>
                <a:cs typeface="Calibri"/>
              </a:rPr>
              <a:t>caso</a:t>
            </a:r>
            <a:r>
              <a:rPr lang="en-US">
                <a:latin typeface="Calibri"/>
                <a:ea typeface="Calibri"/>
                <a:cs typeface="Calibri"/>
              </a:rPr>
              <a:t> </a:t>
            </a:r>
            <a:r>
              <a:rPr lang="en-US" err="1">
                <a:latin typeface="Calibri"/>
                <a:ea typeface="Calibri"/>
                <a:cs typeface="Calibri"/>
              </a:rPr>
              <a:t>che</a:t>
            </a:r>
            <a:r>
              <a:rPr lang="en-US">
                <a:latin typeface="Calibri"/>
                <a:ea typeface="Calibri"/>
                <a:cs typeface="Calibri"/>
              </a:rPr>
              <a:t> </a:t>
            </a:r>
            <a:r>
              <a:rPr lang="en-US" err="1">
                <a:latin typeface="Calibri"/>
                <a:ea typeface="Calibri"/>
                <a:cs typeface="Calibri"/>
              </a:rPr>
              <a:t>andiamo</a:t>
            </a:r>
            <a:r>
              <a:rPr lang="en-US">
                <a:latin typeface="Calibri"/>
                <a:ea typeface="Calibri"/>
                <a:cs typeface="Calibri"/>
              </a:rPr>
              <a:t> a </a:t>
            </a:r>
            <a:r>
              <a:rPr lang="en-US" err="1">
                <a:latin typeface="Calibri"/>
                <a:ea typeface="Calibri"/>
                <a:cs typeface="Calibri"/>
              </a:rPr>
              <a:t>simulare</a:t>
            </a:r>
            <a:r>
              <a:rPr lang="en-US">
                <a:latin typeface="Calibri"/>
                <a:ea typeface="Calibri"/>
                <a:cs typeface="Calibri"/>
              </a:rPr>
              <a:t>. Come </a:t>
            </a:r>
            <a:r>
              <a:rPr lang="en-US" err="1">
                <a:latin typeface="Calibri"/>
                <a:ea typeface="Calibri"/>
                <a:cs typeface="Calibri"/>
              </a:rPr>
              <a:t>detto</a:t>
            </a:r>
            <a:r>
              <a:rPr lang="en-US">
                <a:latin typeface="Calibri"/>
                <a:ea typeface="Calibri"/>
                <a:cs typeface="Calibri"/>
              </a:rPr>
              <a:t>, WRF </a:t>
            </a:r>
            <a:r>
              <a:rPr lang="en-US" err="1">
                <a:latin typeface="Calibri"/>
                <a:ea typeface="Calibri"/>
                <a:cs typeface="Calibri"/>
              </a:rPr>
              <a:t>può</a:t>
            </a:r>
            <a:r>
              <a:rPr lang="en-US">
                <a:latin typeface="Calibri"/>
                <a:ea typeface="Calibri"/>
                <a:cs typeface="Calibri"/>
              </a:rPr>
              <a:t> </a:t>
            </a:r>
            <a:r>
              <a:rPr lang="en-US" err="1">
                <a:latin typeface="Calibri"/>
                <a:ea typeface="Calibri"/>
                <a:cs typeface="Calibri"/>
              </a:rPr>
              <a:t>simulare</a:t>
            </a:r>
            <a:r>
              <a:rPr lang="en-US">
                <a:latin typeface="Calibri"/>
                <a:ea typeface="Calibri"/>
                <a:cs typeface="Calibri"/>
              </a:rPr>
              <a:t> </a:t>
            </a:r>
            <a:r>
              <a:rPr lang="en-US" err="1">
                <a:latin typeface="Calibri"/>
                <a:ea typeface="Calibri"/>
                <a:cs typeface="Calibri"/>
              </a:rPr>
              <a:t>anche</a:t>
            </a:r>
            <a:r>
              <a:rPr lang="en-US">
                <a:latin typeface="Calibri"/>
                <a:ea typeface="Calibri"/>
                <a:cs typeface="Calibri"/>
              </a:rPr>
              <a:t> </a:t>
            </a:r>
            <a:r>
              <a:rPr lang="en-US" err="1">
                <a:latin typeface="Calibri"/>
                <a:ea typeface="Calibri"/>
                <a:cs typeface="Calibri"/>
              </a:rPr>
              <a:t>casi</a:t>
            </a:r>
            <a:r>
              <a:rPr lang="en-US">
                <a:latin typeface="Calibri"/>
                <a:ea typeface="Calibri"/>
                <a:cs typeface="Calibri"/>
              </a:rPr>
              <a:t> </a:t>
            </a:r>
            <a:r>
              <a:rPr lang="en-US" err="1">
                <a:latin typeface="Calibri"/>
                <a:ea typeface="Calibri"/>
                <a:cs typeface="Calibri"/>
              </a:rPr>
              <a:t>idealizzati</a:t>
            </a:r>
            <a:r>
              <a:rPr lang="en-US">
                <a:latin typeface="Calibri"/>
                <a:ea typeface="Calibri"/>
                <a:cs typeface="Calibri"/>
              </a:rPr>
              <a:t> in cui le </a:t>
            </a:r>
            <a:r>
              <a:rPr lang="en-US" err="1">
                <a:latin typeface="Calibri"/>
                <a:ea typeface="Calibri"/>
                <a:cs typeface="Calibri"/>
              </a:rPr>
              <a:t>condizioni</a:t>
            </a:r>
            <a:r>
              <a:rPr lang="en-US">
                <a:latin typeface="Calibri"/>
                <a:ea typeface="Calibri"/>
                <a:cs typeface="Calibri"/>
              </a:rPr>
              <a:t> </a:t>
            </a:r>
            <a:r>
              <a:rPr lang="en-US" err="1">
                <a:latin typeface="Calibri"/>
                <a:ea typeface="Calibri"/>
                <a:cs typeface="Calibri"/>
              </a:rPr>
              <a:t>iniziali</a:t>
            </a:r>
            <a:r>
              <a:rPr lang="en-US">
                <a:latin typeface="Calibri"/>
                <a:ea typeface="Calibri"/>
                <a:cs typeface="Calibri"/>
              </a:rPr>
              <a:t> </a:t>
            </a:r>
            <a:r>
              <a:rPr lang="en-US" err="1">
                <a:latin typeface="Calibri"/>
                <a:ea typeface="Calibri"/>
                <a:cs typeface="Calibri"/>
              </a:rPr>
              <a:t>sono</a:t>
            </a:r>
            <a:r>
              <a:rPr lang="en-US">
                <a:latin typeface="Calibri"/>
                <a:ea typeface="Calibri"/>
                <a:cs typeface="Calibri"/>
              </a:rPr>
              <a:t> date da un file </a:t>
            </a:r>
            <a:r>
              <a:rPr lang="en-US" err="1">
                <a:latin typeface="Calibri"/>
                <a:ea typeface="Calibri"/>
                <a:cs typeface="Calibri"/>
              </a:rPr>
              <a:t>rappresentante</a:t>
            </a:r>
            <a:r>
              <a:rPr lang="en-US">
                <a:latin typeface="Calibri"/>
                <a:ea typeface="Calibri"/>
                <a:cs typeface="Calibri"/>
              </a:rPr>
              <a:t> il sounding di input, e </a:t>
            </a:r>
            <a:r>
              <a:rPr lang="en-US" err="1">
                <a:latin typeface="Calibri"/>
                <a:ea typeface="Calibri"/>
                <a:cs typeface="Calibri"/>
              </a:rPr>
              <a:t>viene</a:t>
            </a:r>
            <a:r>
              <a:rPr lang="en-US">
                <a:latin typeface="Calibri"/>
                <a:ea typeface="Calibri"/>
                <a:cs typeface="Calibri"/>
              </a:rPr>
              <a:t> </a:t>
            </a:r>
            <a:r>
              <a:rPr lang="en-US" err="1">
                <a:latin typeface="Calibri"/>
                <a:ea typeface="Calibri"/>
                <a:cs typeface="Calibri"/>
              </a:rPr>
              <a:t>assunta</a:t>
            </a:r>
            <a:r>
              <a:rPr lang="en-US">
                <a:latin typeface="Calibri"/>
                <a:ea typeface="Calibri"/>
                <a:cs typeface="Calibri"/>
              </a:rPr>
              <a:t> </a:t>
            </a:r>
            <a:r>
              <a:rPr lang="en-US" err="1">
                <a:latin typeface="Calibri"/>
                <a:ea typeface="Calibri"/>
                <a:cs typeface="Calibri"/>
              </a:rPr>
              <a:t>un'orografia</a:t>
            </a:r>
            <a:r>
              <a:rPr lang="en-US">
                <a:latin typeface="Calibri"/>
                <a:ea typeface="Calibri"/>
                <a:cs typeface="Calibri"/>
              </a:rPr>
              <a:t> </a:t>
            </a:r>
            <a:r>
              <a:rPr lang="en-US" err="1">
                <a:latin typeface="Calibri"/>
                <a:ea typeface="Calibri"/>
                <a:cs typeface="Calibri"/>
              </a:rPr>
              <a:t>semplificata</a:t>
            </a:r>
            <a:r>
              <a:rPr lang="en-US">
                <a:latin typeface="Calibri"/>
                <a:ea typeface="Calibri"/>
                <a:cs typeface="Calibri"/>
              </a:rPr>
              <a:t>. </a:t>
            </a:r>
          </a:p>
          <a:p>
            <a:r>
              <a:rPr lang="en-US">
                <a:latin typeface="Calibri"/>
                <a:ea typeface="Calibri"/>
                <a:cs typeface="Calibri"/>
              </a:rPr>
              <a:t>Il </a:t>
            </a:r>
            <a:r>
              <a:rPr lang="en-US" err="1">
                <a:latin typeface="Calibri"/>
                <a:ea typeface="Calibri"/>
                <a:cs typeface="Calibri"/>
              </a:rPr>
              <a:t>caso</a:t>
            </a:r>
            <a:r>
              <a:rPr lang="en-US">
                <a:latin typeface="Calibri"/>
                <a:ea typeface="Calibri"/>
                <a:cs typeface="Calibri"/>
              </a:rPr>
              <a:t> </a:t>
            </a:r>
            <a:r>
              <a:rPr lang="en-US" err="1">
                <a:latin typeface="Calibri"/>
                <a:ea typeface="Calibri"/>
                <a:cs typeface="Calibri"/>
              </a:rPr>
              <a:t>che</a:t>
            </a:r>
            <a:r>
              <a:rPr lang="en-US">
                <a:latin typeface="Calibri"/>
                <a:ea typeface="Calibri"/>
                <a:cs typeface="Calibri"/>
              </a:rPr>
              <a:t> </a:t>
            </a:r>
            <a:r>
              <a:rPr lang="en-US" err="1">
                <a:latin typeface="Calibri"/>
                <a:ea typeface="Calibri"/>
                <a:cs typeface="Calibri"/>
              </a:rPr>
              <a:t>andiamo</a:t>
            </a:r>
            <a:r>
              <a:rPr lang="en-US">
                <a:latin typeface="Calibri"/>
                <a:ea typeface="Calibri"/>
                <a:cs typeface="Calibri"/>
              </a:rPr>
              <a:t> a </a:t>
            </a:r>
            <a:r>
              <a:rPr lang="en-US" err="1">
                <a:latin typeface="Calibri"/>
                <a:ea typeface="Calibri"/>
                <a:cs typeface="Calibri"/>
              </a:rPr>
              <a:t>simulare</a:t>
            </a:r>
            <a:r>
              <a:rPr lang="en-US">
                <a:latin typeface="Calibri"/>
                <a:ea typeface="Calibri"/>
                <a:cs typeface="Calibri"/>
              </a:rPr>
              <a:t> </a:t>
            </a:r>
            <a:r>
              <a:rPr lang="en-US" err="1">
                <a:latin typeface="Calibri"/>
                <a:ea typeface="Calibri"/>
                <a:cs typeface="Calibri"/>
              </a:rPr>
              <a:t>si</a:t>
            </a:r>
            <a:r>
              <a:rPr lang="en-US">
                <a:latin typeface="Calibri"/>
                <a:ea typeface="Calibri"/>
                <a:cs typeface="Calibri"/>
              </a:rPr>
              <a:t> trova </a:t>
            </a:r>
            <a:r>
              <a:rPr lang="en-US" err="1">
                <a:latin typeface="Calibri"/>
                <a:ea typeface="Calibri"/>
                <a:cs typeface="Calibri"/>
              </a:rPr>
              <a:t>nella</a:t>
            </a:r>
            <a:r>
              <a:rPr lang="en-US">
                <a:latin typeface="Calibri"/>
                <a:ea typeface="Calibri"/>
                <a:cs typeface="Calibri"/>
              </a:rPr>
              <a:t> </a:t>
            </a:r>
            <a:r>
              <a:rPr lang="en-US" err="1">
                <a:latin typeface="Calibri"/>
                <a:ea typeface="Calibri"/>
                <a:cs typeface="Calibri"/>
              </a:rPr>
              <a:t>cartella</a:t>
            </a:r>
            <a:r>
              <a:rPr lang="en-US">
                <a:latin typeface="Calibri"/>
                <a:ea typeface="Calibri"/>
                <a:cs typeface="Calibri"/>
              </a:rPr>
              <a:t> test/em_hill2d_x, </a:t>
            </a:r>
            <a:r>
              <a:rPr lang="en-US" err="1">
                <a:latin typeface="Calibri"/>
                <a:ea typeface="Calibri"/>
                <a:cs typeface="Calibri"/>
              </a:rPr>
              <a:t>mentre</a:t>
            </a:r>
            <a:r>
              <a:rPr lang="en-US">
                <a:latin typeface="Calibri"/>
                <a:ea typeface="Calibri"/>
                <a:cs typeface="Calibri"/>
              </a:rPr>
              <a:t> il </a:t>
            </a:r>
            <a:r>
              <a:rPr lang="en-US" err="1">
                <a:latin typeface="Calibri"/>
                <a:ea typeface="Calibri"/>
                <a:cs typeface="Calibri"/>
              </a:rPr>
              <a:t>codice</a:t>
            </a:r>
            <a:r>
              <a:rPr lang="en-US">
                <a:latin typeface="Calibri"/>
                <a:ea typeface="Calibri"/>
                <a:cs typeface="Calibri"/>
              </a:rPr>
              <a:t> di </a:t>
            </a:r>
            <a:r>
              <a:rPr lang="en-US" err="1">
                <a:latin typeface="Calibri"/>
                <a:ea typeface="Calibri"/>
                <a:cs typeface="Calibri"/>
              </a:rPr>
              <a:t>inizializzazione</a:t>
            </a:r>
            <a:r>
              <a:rPr lang="en-US">
                <a:latin typeface="Calibri"/>
                <a:ea typeface="Calibri"/>
                <a:cs typeface="Calibri"/>
              </a:rPr>
              <a:t> </a:t>
            </a:r>
            <a:r>
              <a:rPr lang="en-US" err="1">
                <a:latin typeface="Calibri"/>
                <a:ea typeface="Calibri"/>
                <a:cs typeface="Calibri"/>
              </a:rPr>
              <a:t>si</a:t>
            </a:r>
            <a:r>
              <a:rPr lang="en-US">
                <a:latin typeface="Calibri"/>
                <a:ea typeface="Calibri"/>
                <a:cs typeface="Calibri"/>
              </a:rPr>
              <a:t> trova </a:t>
            </a:r>
            <a:r>
              <a:rPr lang="en-US" err="1">
                <a:latin typeface="Calibri"/>
                <a:ea typeface="Calibri"/>
                <a:cs typeface="Calibri"/>
              </a:rPr>
              <a:t>nella</a:t>
            </a:r>
            <a:r>
              <a:rPr lang="en-US">
                <a:latin typeface="Calibri"/>
                <a:ea typeface="Calibri"/>
                <a:cs typeface="Calibri"/>
              </a:rPr>
              <a:t> </a:t>
            </a:r>
            <a:r>
              <a:rPr lang="en-US" err="1">
                <a:latin typeface="Calibri"/>
                <a:ea typeface="Calibri"/>
                <a:cs typeface="Calibri"/>
              </a:rPr>
              <a:t>cartella</a:t>
            </a:r>
            <a:r>
              <a:rPr lang="en-US">
                <a:latin typeface="Calibri"/>
                <a:ea typeface="Calibri"/>
                <a:cs typeface="Calibri"/>
              </a:rPr>
              <a:t> </a:t>
            </a:r>
            <a:r>
              <a:rPr lang="en-US" err="1">
                <a:latin typeface="Calibri"/>
                <a:ea typeface="Calibri"/>
                <a:cs typeface="Calibri"/>
              </a:rPr>
              <a:t>dyn_em</a:t>
            </a:r>
            <a:r>
              <a:rPr lang="en-US">
                <a:latin typeface="Calibri"/>
                <a:ea typeface="Calibri"/>
                <a:cs typeface="Calibri"/>
              </a:rPr>
              <a:t>, la quale </a:t>
            </a:r>
            <a:r>
              <a:rPr lang="en-US" err="1">
                <a:latin typeface="Calibri"/>
                <a:ea typeface="Calibri"/>
                <a:cs typeface="Calibri"/>
              </a:rPr>
              <a:t>contiene</a:t>
            </a:r>
            <a:r>
              <a:rPr lang="en-US">
                <a:latin typeface="Calibri"/>
                <a:ea typeface="Calibri"/>
                <a:cs typeface="Calibri"/>
              </a:rPr>
              <a:t> </a:t>
            </a:r>
            <a:r>
              <a:rPr lang="en-US" err="1">
                <a:latin typeface="Calibri"/>
                <a:ea typeface="Calibri"/>
                <a:cs typeface="Calibri"/>
              </a:rPr>
              <a:t>anche</a:t>
            </a:r>
            <a:r>
              <a:rPr lang="en-US">
                <a:latin typeface="Calibri"/>
                <a:ea typeface="Calibri"/>
                <a:cs typeface="Calibri"/>
              </a:rPr>
              <a:t> </a:t>
            </a:r>
            <a:r>
              <a:rPr lang="en-US" err="1">
                <a:latin typeface="Calibri"/>
                <a:ea typeface="Calibri"/>
                <a:cs typeface="Calibri"/>
              </a:rPr>
              <a:t>gli</a:t>
            </a:r>
            <a:r>
              <a:rPr lang="en-US">
                <a:latin typeface="Calibri"/>
                <a:ea typeface="Calibri"/>
                <a:cs typeface="Calibri"/>
              </a:rPr>
              <a:t> script di </a:t>
            </a:r>
            <a:r>
              <a:rPr lang="en-US" err="1">
                <a:latin typeface="Calibri"/>
                <a:ea typeface="Calibri"/>
                <a:cs typeface="Calibri"/>
              </a:rPr>
              <a:t>inizializzazione</a:t>
            </a:r>
            <a:r>
              <a:rPr lang="en-US">
                <a:latin typeface="Calibri"/>
                <a:ea typeface="Calibri"/>
                <a:cs typeface="Calibri"/>
              </a:rPr>
              <a:t> degli </a:t>
            </a:r>
            <a:r>
              <a:rPr lang="en-US" err="1">
                <a:latin typeface="Calibri"/>
                <a:ea typeface="Calibri"/>
                <a:cs typeface="Calibri"/>
              </a:rPr>
              <a:t>altri</a:t>
            </a:r>
            <a:r>
              <a:rPr lang="en-US">
                <a:latin typeface="Calibri"/>
                <a:ea typeface="Calibri"/>
                <a:cs typeface="Calibri"/>
              </a:rPr>
              <a:t> </a:t>
            </a:r>
            <a:r>
              <a:rPr lang="en-US" err="1">
                <a:latin typeface="Calibri"/>
                <a:ea typeface="Calibri"/>
                <a:cs typeface="Calibri"/>
              </a:rPr>
              <a:t>casi</a:t>
            </a:r>
            <a:r>
              <a:rPr lang="en-US">
                <a:latin typeface="Calibri"/>
                <a:ea typeface="Calibri"/>
                <a:cs typeface="Calibri"/>
              </a:rPr>
              <a:t>. </a:t>
            </a:r>
            <a:r>
              <a:rPr lang="en-US" err="1">
                <a:latin typeface="Calibri"/>
                <a:ea typeface="Calibri"/>
                <a:cs typeface="Calibri"/>
              </a:rPr>
              <a:t>Questo</a:t>
            </a:r>
            <a:r>
              <a:rPr lang="en-US">
                <a:latin typeface="Calibri"/>
                <a:ea typeface="Calibri"/>
                <a:cs typeface="Calibri"/>
              </a:rPr>
              <a:t> </a:t>
            </a:r>
            <a:r>
              <a:rPr lang="en-US" err="1">
                <a:latin typeface="Calibri"/>
                <a:ea typeface="Calibri"/>
                <a:cs typeface="Calibri"/>
              </a:rPr>
              <a:t>è</a:t>
            </a:r>
            <a:r>
              <a:rPr lang="en-US">
                <a:latin typeface="Calibri"/>
                <a:ea typeface="Calibri"/>
                <a:cs typeface="Calibri"/>
              </a:rPr>
              <a:t> lo script </a:t>
            </a:r>
            <a:r>
              <a:rPr lang="en-US" err="1">
                <a:latin typeface="Calibri"/>
                <a:ea typeface="Calibri"/>
                <a:cs typeface="Calibri"/>
              </a:rPr>
              <a:t>che</a:t>
            </a:r>
            <a:r>
              <a:rPr lang="en-US">
                <a:latin typeface="Calibri"/>
                <a:ea typeface="Calibri"/>
                <a:cs typeface="Calibri"/>
              </a:rPr>
              <a:t> </a:t>
            </a:r>
            <a:r>
              <a:rPr lang="en-US" err="1">
                <a:latin typeface="Calibri"/>
                <a:ea typeface="Calibri"/>
                <a:cs typeface="Calibri"/>
              </a:rPr>
              <a:t>contiene</a:t>
            </a:r>
            <a:r>
              <a:rPr lang="en-US">
                <a:latin typeface="Calibri"/>
                <a:ea typeface="Calibri"/>
                <a:cs typeface="Calibri"/>
              </a:rPr>
              <a:t> la </a:t>
            </a:r>
            <a:r>
              <a:rPr lang="en-US" err="1">
                <a:latin typeface="Calibri"/>
                <a:ea typeface="Calibri"/>
                <a:cs typeface="Calibri"/>
              </a:rPr>
              <a:t>configurazione</a:t>
            </a:r>
            <a:r>
              <a:rPr lang="en-US">
                <a:latin typeface="Calibri"/>
                <a:ea typeface="Calibri"/>
                <a:cs typeface="Calibri"/>
              </a:rPr>
              <a:t> del </a:t>
            </a:r>
            <a:r>
              <a:rPr lang="en-US" err="1">
                <a:latin typeface="Calibri"/>
                <a:ea typeface="Calibri"/>
                <a:cs typeface="Calibri"/>
              </a:rPr>
              <a:t>dominio</a:t>
            </a:r>
            <a:r>
              <a:rPr lang="en-US">
                <a:latin typeface="Calibri"/>
                <a:ea typeface="Calibri"/>
                <a:cs typeface="Calibri"/>
              </a:rPr>
              <a:t> (la forma della </a:t>
            </a:r>
            <a:r>
              <a:rPr lang="en-US" err="1">
                <a:latin typeface="Calibri"/>
                <a:ea typeface="Calibri"/>
                <a:cs typeface="Calibri"/>
              </a:rPr>
              <a:t>collina</a:t>
            </a:r>
            <a:r>
              <a:rPr lang="en-US">
                <a:latin typeface="Calibri"/>
                <a:ea typeface="Calibri"/>
                <a:cs typeface="Calibri"/>
              </a:rPr>
              <a:t>).</a:t>
            </a:r>
          </a:p>
          <a:p>
            <a:r>
              <a:rPr lang="en-US"/>
              <a:t>The test suite allows an ARW user to easily reproduce these known solutions. The test suite is also the starting point for constructing personalized idealized flow simulations by modifying the existing initializations that closely resemble a desired initialization. </a:t>
            </a:r>
          </a:p>
          <a:p>
            <a:endParaRPr lang="it-IT"/>
          </a:p>
          <a:p>
            <a:endParaRPr lang="it-IT"/>
          </a:p>
          <a:p>
            <a:r>
              <a:rPr lang="it-IT"/>
              <a:t>The folder case </a:t>
            </a:r>
            <a:r>
              <a:rPr lang="it-IT" err="1"/>
              <a:t>contains</a:t>
            </a:r>
            <a:r>
              <a:rPr lang="it-IT"/>
              <a:t> 4 files: </a:t>
            </a:r>
            <a:r>
              <a:rPr lang="it-IT" err="1"/>
              <a:t>two</a:t>
            </a:r>
            <a:r>
              <a:rPr lang="it-IT"/>
              <a:t> are the input files and </a:t>
            </a:r>
            <a:r>
              <a:rPr lang="it-IT" err="1"/>
              <a:t>two</a:t>
            </a:r>
            <a:r>
              <a:rPr lang="it-IT"/>
              <a:t> are the </a:t>
            </a:r>
            <a:r>
              <a:rPr lang="it-IT" err="1"/>
              <a:t>executables</a:t>
            </a:r>
            <a:r>
              <a:rPr lang="it-IT"/>
              <a:t> for the </a:t>
            </a:r>
            <a:r>
              <a:rPr lang="it-IT" err="1"/>
              <a:t>simulation</a:t>
            </a:r>
            <a:r>
              <a:rPr lang="it-IT"/>
              <a:t>.</a:t>
            </a:r>
          </a:p>
        </p:txBody>
      </p:sp>
      <p:sp>
        <p:nvSpPr>
          <p:cNvPr id="4" name="Segnaposto numero diapositiva 3"/>
          <p:cNvSpPr>
            <a:spLocks noGrp="1"/>
          </p:cNvSpPr>
          <p:nvPr>
            <p:ph type="sldNum" sz="quarter" idx="5"/>
          </p:nvPr>
        </p:nvSpPr>
        <p:spPr/>
        <p:txBody>
          <a:bodyPr/>
          <a:lstStyle/>
          <a:p>
            <a:fld id="{7559FCF2-57BA-4DB3-8971-2CF7A1E5AC6C}" type="slidenum">
              <a:rPr lang="it-IT" smtClean="0"/>
              <a:t>15</a:t>
            </a:fld>
            <a:endParaRPr lang="it-IT"/>
          </a:p>
        </p:txBody>
      </p:sp>
    </p:spTree>
    <p:extLst>
      <p:ext uri="{BB962C8B-B14F-4D97-AF65-F5344CB8AC3E}">
        <p14:creationId xmlns:p14="http://schemas.microsoft.com/office/powerpoint/2010/main" val="1521107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US"/>
              <a:t>The ratio Na/U​ compares the stability of the atmosphere (through N) and the hill’s horizontal scale (via a) to the horizontal wind speed (U)</a:t>
            </a:r>
          </a:p>
          <a:p>
            <a:r>
              <a:rPr lang="en-US"/>
              <a:t>For high Na/U​ ​, vertical accelerations are negligible, and the flow can be considered hydrostatic (strong stability or broad obstacles).</a:t>
            </a:r>
            <a:endParaRPr lang="it-IT"/>
          </a:p>
        </p:txBody>
      </p:sp>
      <p:sp>
        <p:nvSpPr>
          <p:cNvPr id="4" name="Segnaposto numero diapositiva 3"/>
          <p:cNvSpPr>
            <a:spLocks noGrp="1"/>
          </p:cNvSpPr>
          <p:nvPr>
            <p:ph type="sldNum" sz="quarter" idx="5"/>
          </p:nvPr>
        </p:nvSpPr>
        <p:spPr/>
        <p:txBody>
          <a:bodyPr/>
          <a:lstStyle/>
          <a:p>
            <a:fld id="{7559FCF2-57BA-4DB3-8971-2CF7A1E5AC6C}" type="slidenum">
              <a:rPr lang="it-IT" smtClean="0"/>
              <a:t>30</a:t>
            </a:fld>
            <a:endParaRPr lang="it-IT"/>
          </a:p>
        </p:txBody>
      </p:sp>
    </p:spTree>
    <p:extLst>
      <p:ext uri="{BB962C8B-B14F-4D97-AF65-F5344CB8AC3E}">
        <p14:creationId xmlns:p14="http://schemas.microsoft.com/office/powerpoint/2010/main" val="428939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BF9C7-735C-6D85-BE84-650C5DC48D3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B57A998-C1BE-D735-BF4A-9548D8955684}"/>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0A12E4DA-3640-BCDA-3F55-05D4BF63DC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93EDA855-87D1-877C-C820-12A9CD3519DC}"/>
              </a:ext>
            </a:extLst>
          </p:cNvPr>
          <p:cNvSpPr>
            <a:spLocks noGrp="1"/>
          </p:cNvSpPr>
          <p:nvPr>
            <p:ph type="sldNum" sz="quarter" idx="5"/>
          </p:nvPr>
        </p:nvSpPr>
        <p:spPr/>
        <p:txBody>
          <a:bodyPr/>
          <a:lstStyle/>
          <a:p>
            <a:fld id="{7559FCF2-57BA-4DB3-8971-2CF7A1E5AC6C}" type="slidenum">
              <a:rPr lang="it-IT" smtClean="0"/>
              <a:t>33</a:t>
            </a:fld>
            <a:endParaRPr lang="it-IT"/>
          </a:p>
        </p:txBody>
      </p:sp>
    </p:spTree>
    <p:extLst>
      <p:ext uri="{BB962C8B-B14F-4D97-AF65-F5344CB8AC3E}">
        <p14:creationId xmlns:p14="http://schemas.microsoft.com/office/powerpoint/2010/main" val="3989979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0934B80F-3E8C-914D-AEE1-F4D3F2847591}" type="slidenum">
              <a:rPr lang="it-IT" smtClean="0"/>
              <a:t>35</a:t>
            </a:fld>
            <a:endParaRPr lang="it-IT"/>
          </a:p>
        </p:txBody>
      </p:sp>
    </p:spTree>
    <p:extLst>
      <p:ext uri="{BB962C8B-B14F-4D97-AF65-F5344CB8AC3E}">
        <p14:creationId xmlns:p14="http://schemas.microsoft.com/office/powerpoint/2010/main" val="210768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err="1"/>
              <a:t>Vertically</a:t>
            </a:r>
            <a:r>
              <a:rPr lang="it-IT"/>
              <a:t> </a:t>
            </a:r>
            <a:r>
              <a:rPr lang="it-IT" err="1"/>
              <a:t>propagating</a:t>
            </a:r>
            <a:r>
              <a:rPr lang="it-IT"/>
              <a:t> </a:t>
            </a:r>
            <a:r>
              <a:rPr lang="it-IT" err="1"/>
              <a:t>wave</a:t>
            </a:r>
            <a:r>
              <a:rPr lang="it-IT"/>
              <a:t> </a:t>
            </a:r>
            <a:r>
              <a:rPr lang="it-IT" err="1"/>
              <a:t>confined</a:t>
            </a:r>
            <a:r>
              <a:rPr lang="it-IT"/>
              <a:t> </a:t>
            </a:r>
            <a:r>
              <a:rPr lang="it-IT" err="1"/>
              <a:t>above</a:t>
            </a:r>
            <a:r>
              <a:rPr lang="it-IT"/>
              <a:t> mountain.</a:t>
            </a:r>
          </a:p>
          <a:p>
            <a:r>
              <a:rPr lang="it-IT" err="1"/>
              <a:t>Downward</a:t>
            </a:r>
            <a:r>
              <a:rPr lang="it-IT"/>
              <a:t> </a:t>
            </a:r>
            <a:r>
              <a:rPr lang="it-IT" err="1"/>
              <a:t>motion</a:t>
            </a:r>
            <a:r>
              <a:rPr lang="it-IT"/>
              <a:t> starts </a:t>
            </a:r>
            <a:r>
              <a:rPr lang="it-IT" err="1"/>
              <a:t>before</a:t>
            </a:r>
            <a:r>
              <a:rPr lang="it-IT"/>
              <a:t> the mountain top, on the </a:t>
            </a:r>
            <a:r>
              <a:rPr lang="it-IT" err="1"/>
              <a:t>upwind</a:t>
            </a:r>
            <a:r>
              <a:rPr lang="it-IT"/>
              <a:t> side.</a:t>
            </a:r>
          </a:p>
        </p:txBody>
      </p:sp>
      <p:sp>
        <p:nvSpPr>
          <p:cNvPr id="4" name="Segnaposto numero diapositiva 3"/>
          <p:cNvSpPr>
            <a:spLocks noGrp="1"/>
          </p:cNvSpPr>
          <p:nvPr>
            <p:ph type="sldNum" sz="quarter" idx="5"/>
          </p:nvPr>
        </p:nvSpPr>
        <p:spPr/>
        <p:txBody>
          <a:bodyPr/>
          <a:lstStyle/>
          <a:p>
            <a:fld id="{7559FCF2-57BA-4DB3-8971-2CF7A1E5AC6C}" type="slidenum">
              <a:rPr lang="it-IT" smtClean="0"/>
              <a:pPr/>
              <a:t>37</a:t>
            </a:fld>
            <a:endParaRPr lang="it-IT"/>
          </a:p>
        </p:txBody>
      </p:sp>
    </p:spTree>
    <p:extLst>
      <p:ext uri="{BB962C8B-B14F-4D97-AF65-F5344CB8AC3E}">
        <p14:creationId xmlns:p14="http://schemas.microsoft.com/office/powerpoint/2010/main" val="2343520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228600" indent="-228600">
              <a:buAutoNum type="arabicPeriod"/>
            </a:pPr>
            <a:r>
              <a:rPr lang="it-IT"/>
              <a:t>Compilare WRF</a:t>
            </a:r>
          </a:p>
          <a:p>
            <a:pPr marL="228600" indent="-228600">
              <a:buAutoNum type="arabicPeriod"/>
            </a:pPr>
            <a:r>
              <a:rPr lang="it-IT"/>
              <a:t>Costruire primo sounding</a:t>
            </a:r>
          </a:p>
          <a:p>
            <a:pPr marL="228600" indent="-228600">
              <a:buAutoNum type="arabicPeriod"/>
            </a:pPr>
            <a:r>
              <a:rPr lang="it-IT"/>
              <a:t>Lanciare simulazione</a:t>
            </a:r>
          </a:p>
          <a:p>
            <a:pPr marL="228600" indent="-228600">
              <a:buAutoNum type="arabicPeriod"/>
            </a:pPr>
            <a:r>
              <a:rPr lang="it-IT"/>
              <a:t>Fare lo stesso per secondo sounding</a:t>
            </a:r>
          </a:p>
        </p:txBody>
      </p:sp>
      <p:sp>
        <p:nvSpPr>
          <p:cNvPr id="4" name="Segnaposto numero diapositiva 3"/>
          <p:cNvSpPr>
            <a:spLocks noGrp="1"/>
          </p:cNvSpPr>
          <p:nvPr>
            <p:ph type="sldNum" sz="quarter" idx="5"/>
          </p:nvPr>
        </p:nvSpPr>
        <p:spPr/>
        <p:txBody>
          <a:bodyPr/>
          <a:lstStyle/>
          <a:p>
            <a:fld id="{7559FCF2-57BA-4DB3-8971-2CF7A1E5AC6C}" type="slidenum">
              <a:rPr lang="it-IT" smtClean="0"/>
              <a:pPr/>
              <a:t>40</a:t>
            </a:fld>
            <a:endParaRPr lang="it-IT"/>
          </a:p>
        </p:txBody>
      </p:sp>
    </p:spTree>
    <p:extLst>
      <p:ext uri="{BB962C8B-B14F-4D97-AF65-F5344CB8AC3E}">
        <p14:creationId xmlns:p14="http://schemas.microsoft.com/office/powerpoint/2010/main" val="3795226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9028-6A83-2C2F-8E31-7FF053A7256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C937D3F-9C3F-86B9-1144-4E9CE7A5DC1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DC670B0-C855-C234-EF78-A6DCFF19F502}"/>
              </a:ext>
            </a:extLst>
          </p:cNvPr>
          <p:cNvSpPr>
            <a:spLocks noGrp="1"/>
          </p:cNvSpPr>
          <p:nvPr>
            <p:ph type="body" idx="1"/>
          </p:nvPr>
        </p:nvSpPr>
        <p:spPr/>
        <p:txBody>
          <a:bodyPr/>
          <a:lstStyle/>
          <a:p>
            <a:pPr marL="228600" indent="-228600">
              <a:buAutoNum type="arabicPeriod"/>
            </a:pPr>
            <a:r>
              <a:rPr lang="it-IT"/>
              <a:t>Compilare WRF</a:t>
            </a:r>
          </a:p>
          <a:p>
            <a:pPr marL="228600" indent="-228600">
              <a:buAutoNum type="arabicPeriod"/>
            </a:pPr>
            <a:r>
              <a:rPr lang="it-IT"/>
              <a:t>Costruire primo sounding</a:t>
            </a:r>
          </a:p>
          <a:p>
            <a:pPr marL="228600" indent="-228600">
              <a:buAutoNum type="arabicPeriod"/>
            </a:pPr>
            <a:r>
              <a:rPr lang="it-IT"/>
              <a:t>Lanciare simulazione</a:t>
            </a:r>
          </a:p>
          <a:p>
            <a:pPr marL="228600" indent="-228600">
              <a:buAutoNum type="arabicPeriod"/>
            </a:pPr>
            <a:r>
              <a:rPr lang="it-IT"/>
              <a:t>Fare lo stesso per secondo sounding</a:t>
            </a:r>
          </a:p>
        </p:txBody>
      </p:sp>
      <p:sp>
        <p:nvSpPr>
          <p:cNvPr id="4" name="Segnaposto numero diapositiva 3">
            <a:extLst>
              <a:ext uri="{FF2B5EF4-FFF2-40B4-BE49-F238E27FC236}">
                <a16:creationId xmlns:a16="http://schemas.microsoft.com/office/drawing/2014/main" id="{239DD0AC-928B-BF91-FAC4-729BBE8827C0}"/>
              </a:ext>
            </a:extLst>
          </p:cNvPr>
          <p:cNvSpPr>
            <a:spLocks noGrp="1"/>
          </p:cNvSpPr>
          <p:nvPr>
            <p:ph type="sldNum" sz="quarter" idx="5"/>
          </p:nvPr>
        </p:nvSpPr>
        <p:spPr/>
        <p:txBody>
          <a:bodyPr/>
          <a:lstStyle/>
          <a:p>
            <a:fld id="{7559FCF2-57BA-4DB3-8971-2CF7A1E5AC6C}" type="slidenum">
              <a:rPr lang="it-IT" smtClean="0"/>
              <a:pPr/>
              <a:t>41</a:t>
            </a:fld>
            <a:endParaRPr lang="it-IT"/>
          </a:p>
        </p:txBody>
      </p:sp>
    </p:spTree>
    <p:extLst>
      <p:ext uri="{BB962C8B-B14F-4D97-AF65-F5344CB8AC3E}">
        <p14:creationId xmlns:p14="http://schemas.microsoft.com/office/powerpoint/2010/main" val="3720963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BBEBC-24DF-AF51-A6F6-50EEA6BE375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C6E3791-5E60-D87C-05D6-70605C80587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DB6F6B2-A363-5619-279A-010363C212E4}"/>
              </a:ext>
            </a:extLst>
          </p:cNvPr>
          <p:cNvSpPr>
            <a:spLocks noGrp="1"/>
          </p:cNvSpPr>
          <p:nvPr>
            <p:ph type="body" idx="1"/>
          </p:nvPr>
        </p:nvSpPr>
        <p:spPr/>
        <p:txBody>
          <a:bodyPr/>
          <a:lstStyle/>
          <a:p>
            <a:pPr marL="228600" indent="-228600">
              <a:buAutoNum type="arabicPeriod"/>
            </a:pPr>
            <a:r>
              <a:rPr lang="it-IT"/>
              <a:t>Compilare WRF</a:t>
            </a:r>
          </a:p>
          <a:p>
            <a:pPr marL="228600" indent="-228600">
              <a:buAutoNum type="arabicPeriod"/>
            </a:pPr>
            <a:r>
              <a:rPr lang="it-IT"/>
              <a:t>Costruire primo sounding</a:t>
            </a:r>
          </a:p>
          <a:p>
            <a:pPr marL="228600" indent="-228600">
              <a:buAutoNum type="arabicPeriod"/>
            </a:pPr>
            <a:r>
              <a:rPr lang="it-IT"/>
              <a:t>Lanciare simulazione</a:t>
            </a:r>
          </a:p>
          <a:p>
            <a:pPr marL="228600" indent="-228600">
              <a:buAutoNum type="arabicPeriod"/>
            </a:pPr>
            <a:r>
              <a:rPr lang="it-IT"/>
              <a:t>Fare lo stesso per secondo sounding</a:t>
            </a:r>
          </a:p>
        </p:txBody>
      </p:sp>
      <p:sp>
        <p:nvSpPr>
          <p:cNvPr id="4" name="Segnaposto numero diapositiva 3">
            <a:extLst>
              <a:ext uri="{FF2B5EF4-FFF2-40B4-BE49-F238E27FC236}">
                <a16:creationId xmlns:a16="http://schemas.microsoft.com/office/drawing/2014/main" id="{9E532BD8-5A83-71FF-74F5-AC11804CD8B6}"/>
              </a:ext>
            </a:extLst>
          </p:cNvPr>
          <p:cNvSpPr>
            <a:spLocks noGrp="1"/>
          </p:cNvSpPr>
          <p:nvPr>
            <p:ph type="sldNum" sz="quarter" idx="5"/>
          </p:nvPr>
        </p:nvSpPr>
        <p:spPr/>
        <p:txBody>
          <a:bodyPr/>
          <a:lstStyle/>
          <a:p>
            <a:fld id="{7559FCF2-57BA-4DB3-8971-2CF7A1E5AC6C}" type="slidenum">
              <a:rPr lang="it-IT" smtClean="0"/>
              <a:pPr/>
              <a:t>42</a:t>
            </a:fld>
            <a:endParaRPr lang="it-IT"/>
          </a:p>
        </p:txBody>
      </p:sp>
    </p:spTree>
    <p:extLst>
      <p:ext uri="{BB962C8B-B14F-4D97-AF65-F5344CB8AC3E}">
        <p14:creationId xmlns:p14="http://schemas.microsoft.com/office/powerpoint/2010/main" val="1857564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5F49E-4D5A-6C3B-06AB-1A316264D42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A76A420-E37A-2C61-BA9A-AFEF92AB35A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B0E26F5-9399-360A-7E91-D5245AFE2442}"/>
              </a:ext>
            </a:extLst>
          </p:cNvPr>
          <p:cNvSpPr>
            <a:spLocks noGrp="1"/>
          </p:cNvSpPr>
          <p:nvPr>
            <p:ph type="body" idx="1"/>
          </p:nvPr>
        </p:nvSpPr>
        <p:spPr/>
        <p:txBody>
          <a:bodyPr/>
          <a:lstStyle/>
          <a:p>
            <a:pPr marL="228600" indent="-228600">
              <a:buAutoNum type="arabicPeriod"/>
            </a:pPr>
            <a:r>
              <a:rPr lang="it-IT"/>
              <a:t>Compilare WRF</a:t>
            </a:r>
          </a:p>
          <a:p>
            <a:pPr marL="228600" indent="-228600">
              <a:buAutoNum type="arabicPeriod"/>
            </a:pPr>
            <a:r>
              <a:rPr lang="it-IT"/>
              <a:t>Costruire primo sounding</a:t>
            </a:r>
          </a:p>
          <a:p>
            <a:pPr marL="228600" indent="-228600">
              <a:buAutoNum type="arabicPeriod"/>
            </a:pPr>
            <a:r>
              <a:rPr lang="it-IT"/>
              <a:t>Lanciare simulazione</a:t>
            </a:r>
          </a:p>
          <a:p>
            <a:pPr marL="228600" indent="-228600">
              <a:buAutoNum type="arabicPeriod"/>
            </a:pPr>
            <a:r>
              <a:rPr lang="it-IT"/>
              <a:t>Fare lo stesso per secondo sounding</a:t>
            </a:r>
          </a:p>
        </p:txBody>
      </p:sp>
      <p:sp>
        <p:nvSpPr>
          <p:cNvPr id="4" name="Segnaposto numero diapositiva 3">
            <a:extLst>
              <a:ext uri="{FF2B5EF4-FFF2-40B4-BE49-F238E27FC236}">
                <a16:creationId xmlns:a16="http://schemas.microsoft.com/office/drawing/2014/main" id="{E0FD50D9-DBF9-1B8B-1BDD-97ABB4F786FF}"/>
              </a:ext>
            </a:extLst>
          </p:cNvPr>
          <p:cNvSpPr>
            <a:spLocks noGrp="1"/>
          </p:cNvSpPr>
          <p:nvPr>
            <p:ph type="sldNum" sz="quarter" idx="5"/>
          </p:nvPr>
        </p:nvSpPr>
        <p:spPr/>
        <p:txBody>
          <a:bodyPr/>
          <a:lstStyle/>
          <a:p>
            <a:fld id="{7559FCF2-57BA-4DB3-8971-2CF7A1E5AC6C}" type="slidenum">
              <a:rPr lang="it-IT" smtClean="0"/>
              <a:pPr/>
              <a:t>43</a:t>
            </a:fld>
            <a:endParaRPr lang="it-IT"/>
          </a:p>
        </p:txBody>
      </p:sp>
    </p:spTree>
    <p:extLst>
      <p:ext uri="{BB962C8B-B14F-4D97-AF65-F5344CB8AC3E}">
        <p14:creationId xmlns:p14="http://schemas.microsoft.com/office/powerpoint/2010/main" val="4229006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a:t>Nel primo caso ho un solo strato con stabilità uguale a quella dello strato più alto. La lambda è circa pari a 12.</a:t>
            </a:r>
          </a:p>
        </p:txBody>
      </p:sp>
      <p:sp>
        <p:nvSpPr>
          <p:cNvPr id="4" name="Segnaposto numero diapositiva 3"/>
          <p:cNvSpPr>
            <a:spLocks noGrp="1"/>
          </p:cNvSpPr>
          <p:nvPr>
            <p:ph type="sldNum" sz="quarter" idx="5"/>
          </p:nvPr>
        </p:nvSpPr>
        <p:spPr/>
        <p:txBody>
          <a:bodyPr/>
          <a:lstStyle/>
          <a:p>
            <a:fld id="{7559FCF2-57BA-4DB3-8971-2CF7A1E5AC6C}" type="slidenum">
              <a:rPr lang="it-IT" smtClean="0"/>
              <a:pPr/>
              <a:t>46</a:t>
            </a:fld>
            <a:endParaRPr lang="it-IT"/>
          </a:p>
        </p:txBody>
      </p:sp>
    </p:spTree>
    <p:extLst>
      <p:ext uri="{BB962C8B-B14F-4D97-AF65-F5344CB8AC3E}">
        <p14:creationId xmlns:p14="http://schemas.microsoft.com/office/powerpoint/2010/main" val="40717006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a:t>Stabilità del </a:t>
            </a:r>
            <a:r>
              <a:rPr lang="it-IT" err="1"/>
              <a:t>layer</a:t>
            </a:r>
            <a:r>
              <a:rPr lang="it-IT"/>
              <a:t> più in basso maggiore rispetto a quella del </a:t>
            </a:r>
            <a:r>
              <a:rPr lang="it-IT" err="1"/>
              <a:t>layer</a:t>
            </a:r>
            <a:r>
              <a:rPr lang="it-IT"/>
              <a:t> più alto. La struttura verticale è tale da far sì che l’onda posso passare allo strato superiore, e quindi si vede un’onda che si propaga verso l’alto.</a:t>
            </a:r>
          </a:p>
        </p:txBody>
      </p:sp>
      <p:sp>
        <p:nvSpPr>
          <p:cNvPr id="4" name="Segnaposto numero diapositiva 3"/>
          <p:cNvSpPr>
            <a:spLocks noGrp="1"/>
          </p:cNvSpPr>
          <p:nvPr>
            <p:ph type="sldNum" sz="quarter" idx="5"/>
          </p:nvPr>
        </p:nvSpPr>
        <p:spPr/>
        <p:txBody>
          <a:bodyPr/>
          <a:lstStyle/>
          <a:p>
            <a:fld id="{7559FCF2-57BA-4DB3-8971-2CF7A1E5AC6C}" type="slidenum">
              <a:rPr lang="it-IT" smtClean="0"/>
              <a:pPr/>
              <a:t>47</a:t>
            </a:fld>
            <a:endParaRPr lang="it-IT"/>
          </a:p>
        </p:txBody>
      </p:sp>
    </p:spTree>
    <p:extLst>
      <p:ext uri="{BB962C8B-B14F-4D97-AF65-F5344CB8AC3E}">
        <p14:creationId xmlns:p14="http://schemas.microsoft.com/office/powerpoint/2010/main" val="2761136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a:t>The flow </a:t>
            </a:r>
            <a:r>
              <a:rPr lang="it-IT" err="1"/>
              <a:t>slows</a:t>
            </a:r>
            <a:r>
              <a:rPr lang="it-IT"/>
              <a:t> </a:t>
            </a:r>
            <a:r>
              <a:rPr lang="it-IT" err="1"/>
              <a:t>before</a:t>
            </a:r>
            <a:r>
              <a:rPr lang="it-IT"/>
              <a:t> the mountain top up to. </a:t>
            </a:r>
            <a:r>
              <a:rPr lang="it-IT" err="1"/>
              <a:t>Right</a:t>
            </a:r>
            <a:r>
              <a:rPr lang="it-IT"/>
              <a:t> after </a:t>
            </a:r>
            <a:r>
              <a:rPr lang="it-IT" err="1"/>
              <a:t>that</a:t>
            </a:r>
            <a:r>
              <a:rPr lang="it-IT"/>
              <a:t>, the wind </a:t>
            </a:r>
            <a:r>
              <a:rPr lang="it-IT" err="1"/>
              <a:t>increases</a:t>
            </a:r>
            <a:r>
              <a:rPr lang="it-IT"/>
              <a:t> on the </a:t>
            </a:r>
            <a:r>
              <a:rPr lang="it-IT" err="1"/>
              <a:t>downwind</a:t>
            </a:r>
            <a:r>
              <a:rPr lang="it-IT"/>
              <a:t> side and the maximum </a:t>
            </a:r>
            <a:r>
              <a:rPr lang="it-IT" err="1"/>
              <a:t>is</a:t>
            </a:r>
            <a:r>
              <a:rPr lang="it-IT"/>
              <a:t> </a:t>
            </a:r>
            <a:r>
              <a:rPr lang="it-IT" err="1"/>
              <a:t>reached</a:t>
            </a:r>
            <a:r>
              <a:rPr lang="it-IT"/>
              <a:t> </a:t>
            </a:r>
            <a:r>
              <a:rPr lang="it-IT" err="1"/>
              <a:t>above</a:t>
            </a:r>
            <a:r>
              <a:rPr lang="it-IT"/>
              <a:t> the mountain (from </a:t>
            </a:r>
            <a:r>
              <a:rPr lang="it-IT" err="1"/>
              <a:t>approximately</a:t>
            </a:r>
            <a:r>
              <a:rPr lang="it-IT"/>
              <a:t> 1km </a:t>
            </a:r>
            <a:r>
              <a:rPr lang="it-IT" err="1"/>
              <a:t>height</a:t>
            </a:r>
            <a:r>
              <a:rPr lang="it-IT"/>
              <a:t>).</a:t>
            </a:r>
          </a:p>
          <a:p>
            <a:r>
              <a:rPr lang="it-IT"/>
              <a:t>From the </a:t>
            </a:r>
            <a:r>
              <a:rPr lang="it-IT" err="1"/>
              <a:t>w</a:t>
            </a:r>
            <a:r>
              <a:rPr lang="it-IT"/>
              <a:t>, the </a:t>
            </a:r>
            <a:r>
              <a:rPr lang="it-IT" err="1"/>
              <a:t>downslope</a:t>
            </a:r>
            <a:r>
              <a:rPr lang="it-IT"/>
              <a:t> </a:t>
            </a:r>
            <a:r>
              <a:rPr lang="it-IT" err="1"/>
              <a:t>extends</a:t>
            </a:r>
            <a:r>
              <a:rPr lang="it-IT"/>
              <a:t> from the mountain top to </a:t>
            </a:r>
            <a:r>
              <a:rPr lang="it-IT" err="1"/>
              <a:t>almost</a:t>
            </a:r>
            <a:r>
              <a:rPr lang="it-IT"/>
              <a:t> the base of the </a:t>
            </a:r>
            <a:r>
              <a:rPr lang="it-IT" err="1"/>
              <a:t>ridge</a:t>
            </a:r>
            <a:r>
              <a:rPr lang="it-IT"/>
              <a:t> (15 km).</a:t>
            </a:r>
          </a:p>
        </p:txBody>
      </p:sp>
      <p:sp>
        <p:nvSpPr>
          <p:cNvPr id="4" name="Segnaposto numero diapositiva 3"/>
          <p:cNvSpPr>
            <a:spLocks noGrp="1"/>
          </p:cNvSpPr>
          <p:nvPr>
            <p:ph type="sldNum" sz="quarter" idx="5"/>
          </p:nvPr>
        </p:nvSpPr>
        <p:spPr/>
        <p:txBody>
          <a:bodyPr/>
          <a:lstStyle/>
          <a:p>
            <a:fld id="{7559FCF2-57BA-4DB3-8971-2CF7A1E5AC6C}" type="slidenum">
              <a:rPr lang="it-IT" smtClean="0"/>
              <a:pPr/>
              <a:t>48</a:t>
            </a:fld>
            <a:endParaRPr lang="it-IT"/>
          </a:p>
        </p:txBody>
      </p:sp>
    </p:spTree>
    <p:extLst>
      <p:ext uri="{BB962C8B-B14F-4D97-AF65-F5344CB8AC3E}">
        <p14:creationId xmlns:p14="http://schemas.microsoft.com/office/powerpoint/2010/main" val="31194059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a:t>La zona di decelerazione si ferma più in basso rispetto al caso precedente, con l’accelerazione che parte già da prima del picco del </a:t>
            </a:r>
            <a:r>
              <a:rPr lang="it-IT" err="1"/>
              <a:t>ridge</a:t>
            </a:r>
            <a:r>
              <a:rPr lang="it-IT"/>
              <a:t>. La zona di massima velocità si ha subito dopo il picco. </a:t>
            </a:r>
          </a:p>
          <a:p>
            <a:r>
              <a:rPr lang="it-IT"/>
              <a:t>Dalla </a:t>
            </a:r>
            <a:r>
              <a:rPr lang="it-IT" err="1"/>
              <a:t>w</a:t>
            </a:r>
            <a:r>
              <a:rPr lang="it-IT"/>
              <a:t> si vedono i moti </a:t>
            </a:r>
            <a:r>
              <a:rPr lang="it-IT" err="1"/>
              <a:t>upward</a:t>
            </a:r>
            <a:r>
              <a:rPr lang="it-IT"/>
              <a:t> e </a:t>
            </a:r>
            <a:r>
              <a:rPr lang="it-IT" err="1"/>
              <a:t>downward</a:t>
            </a:r>
            <a:r>
              <a:rPr lang="it-IT"/>
              <a:t> nella parte </a:t>
            </a:r>
            <a:r>
              <a:rPr lang="it-IT" err="1"/>
              <a:t>downwind</a:t>
            </a:r>
            <a:r>
              <a:rPr lang="it-IT"/>
              <a:t>.</a:t>
            </a:r>
          </a:p>
        </p:txBody>
      </p:sp>
      <p:sp>
        <p:nvSpPr>
          <p:cNvPr id="4" name="Segnaposto numero diapositiva 3"/>
          <p:cNvSpPr>
            <a:spLocks noGrp="1"/>
          </p:cNvSpPr>
          <p:nvPr>
            <p:ph type="sldNum" sz="quarter" idx="5"/>
          </p:nvPr>
        </p:nvSpPr>
        <p:spPr/>
        <p:txBody>
          <a:bodyPr/>
          <a:lstStyle/>
          <a:p>
            <a:fld id="{7559FCF2-57BA-4DB3-8971-2CF7A1E5AC6C}" type="slidenum">
              <a:rPr lang="it-IT" smtClean="0"/>
              <a:pPr/>
              <a:t>50</a:t>
            </a:fld>
            <a:endParaRPr lang="it-IT"/>
          </a:p>
        </p:txBody>
      </p:sp>
    </p:spTree>
    <p:extLst>
      <p:ext uri="{BB962C8B-B14F-4D97-AF65-F5344CB8AC3E}">
        <p14:creationId xmlns:p14="http://schemas.microsoft.com/office/powerpoint/2010/main" val="3506378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7AB13-4A5F-6CA0-35E9-69CA7E1B4B9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BE3F099-AFFA-E3AC-C84A-179FB83F1D2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25D0E00-3D74-1107-D74C-7A97B5923554}"/>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5174C3A-01A4-9E82-1F82-9ECECA2A129A}"/>
              </a:ext>
            </a:extLst>
          </p:cNvPr>
          <p:cNvSpPr>
            <a:spLocks noGrp="1"/>
          </p:cNvSpPr>
          <p:nvPr>
            <p:ph type="sldNum" sz="quarter" idx="5"/>
          </p:nvPr>
        </p:nvSpPr>
        <p:spPr/>
        <p:txBody>
          <a:bodyPr/>
          <a:lstStyle/>
          <a:p>
            <a:fld id="{7559FCF2-57BA-4DB3-8971-2CF7A1E5AC6C}" type="slidenum">
              <a:rPr lang="it-IT" smtClean="0"/>
              <a:pPr/>
              <a:t>51</a:t>
            </a:fld>
            <a:endParaRPr lang="it-IT"/>
          </a:p>
        </p:txBody>
      </p:sp>
    </p:spTree>
    <p:extLst>
      <p:ext uri="{BB962C8B-B14F-4D97-AF65-F5344CB8AC3E}">
        <p14:creationId xmlns:p14="http://schemas.microsoft.com/office/powerpoint/2010/main" val="4086395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52DB3-FF1B-33A4-37B2-5F996E030E0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7910D46-DB49-8188-79EC-20B73CEA00F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3240C34-56B6-EE30-1000-18CA272091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t>Il secondo caso, in cui si formano le </a:t>
            </a:r>
            <a:r>
              <a:rPr lang="it-IT" err="1"/>
              <a:t>trapped</a:t>
            </a:r>
            <a:r>
              <a:rPr lang="it-IT"/>
              <a:t> lee </a:t>
            </a:r>
            <a:r>
              <a:rPr lang="it-IT" err="1"/>
              <a:t>waves</a:t>
            </a:r>
            <a:r>
              <a:rPr lang="it-IT"/>
              <a:t>, fa sì che si generi un </a:t>
            </a:r>
            <a:r>
              <a:rPr lang="it-IT" err="1"/>
              <a:t>downslope</a:t>
            </a:r>
            <a:r>
              <a:rPr lang="it-IT"/>
              <a:t> wind più forte rispetto a prima e più vicino alla superficie.</a:t>
            </a:r>
          </a:p>
        </p:txBody>
      </p:sp>
      <p:sp>
        <p:nvSpPr>
          <p:cNvPr id="4" name="Segnaposto numero diapositiva 3">
            <a:extLst>
              <a:ext uri="{FF2B5EF4-FFF2-40B4-BE49-F238E27FC236}">
                <a16:creationId xmlns:a16="http://schemas.microsoft.com/office/drawing/2014/main" id="{DC6D807F-1FE2-4D1C-5A99-AF2BAAD652D1}"/>
              </a:ext>
            </a:extLst>
          </p:cNvPr>
          <p:cNvSpPr>
            <a:spLocks noGrp="1"/>
          </p:cNvSpPr>
          <p:nvPr>
            <p:ph type="sldNum" sz="quarter" idx="5"/>
          </p:nvPr>
        </p:nvSpPr>
        <p:spPr/>
        <p:txBody>
          <a:bodyPr/>
          <a:lstStyle/>
          <a:p>
            <a:fld id="{7559FCF2-57BA-4DB3-8971-2CF7A1E5AC6C}" type="slidenum">
              <a:rPr lang="it-IT" smtClean="0"/>
              <a:pPr/>
              <a:t>52</a:t>
            </a:fld>
            <a:endParaRPr lang="it-IT"/>
          </a:p>
        </p:txBody>
      </p:sp>
    </p:spTree>
    <p:extLst>
      <p:ext uri="{BB962C8B-B14F-4D97-AF65-F5344CB8AC3E}">
        <p14:creationId xmlns:p14="http://schemas.microsoft.com/office/powerpoint/2010/main" val="879462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C7DAC-FB08-FA94-DBC9-A6C5655E25D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56C91A6-B40F-267C-497F-5FE844DCA30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6BA5CED-3069-9E30-2335-0EC0873A23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t>Il secondo caso, in cui si formano le </a:t>
            </a:r>
            <a:r>
              <a:rPr lang="it-IT" err="1"/>
              <a:t>trapped</a:t>
            </a:r>
            <a:r>
              <a:rPr lang="it-IT"/>
              <a:t> lee </a:t>
            </a:r>
            <a:r>
              <a:rPr lang="it-IT" err="1"/>
              <a:t>waves</a:t>
            </a:r>
            <a:r>
              <a:rPr lang="it-IT"/>
              <a:t>, fa sì che si generi un </a:t>
            </a:r>
            <a:r>
              <a:rPr lang="it-IT" err="1"/>
              <a:t>downslope</a:t>
            </a:r>
            <a:r>
              <a:rPr lang="it-IT"/>
              <a:t> wind più forte rispetto a prima e più vicino alla superficie.</a:t>
            </a:r>
          </a:p>
        </p:txBody>
      </p:sp>
      <p:sp>
        <p:nvSpPr>
          <p:cNvPr id="4" name="Segnaposto numero diapositiva 3">
            <a:extLst>
              <a:ext uri="{FF2B5EF4-FFF2-40B4-BE49-F238E27FC236}">
                <a16:creationId xmlns:a16="http://schemas.microsoft.com/office/drawing/2014/main" id="{B4751C2A-37E1-8990-7A8E-26306E74F75F}"/>
              </a:ext>
            </a:extLst>
          </p:cNvPr>
          <p:cNvSpPr>
            <a:spLocks noGrp="1"/>
          </p:cNvSpPr>
          <p:nvPr>
            <p:ph type="sldNum" sz="quarter" idx="5"/>
          </p:nvPr>
        </p:nvSpPr>
        <p:spPr/>
        <p:txBody>
          <a:bodyPr/>
          <a:lstStyle/>
          <a:p>
            <a:fld id="{7559FCF2-57BA-4DB3-8971-2CF7A1E5AC6C}" type="slidenum">
              <a:rPr lang="it-IT" smtClean="0"/>
              <a:pPr/>
              <a:t>53</a:t>
            </a:fld>
            <a:endParaRPr lang="it-IT"/>
          </a:p>
        </p:txBody>
      </p:sp>
    </p:spTree>
    <p:extLst>
      <p:ext uri="{BB962C8B-B14F-4D97-AF65-F5344CB8AC3E}">
        <p14:creationId xmlns:p14="http://schemas.microsoft.com/office/powerpoint/2010/main" val="8190987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a:t>Sequenza temporale del caso non lineare. Le piccole lee </a:t>
            </a:r>
            <a:r>
              <a:rPr lang="it-IT" err="1"/>
              <a:t>waves</a:t>
            </a:r>
            <a:r>
              <a:rPr lang="it-IT"/>
              <a:t> che si vedono nell’ultimo </a:t>
            </a:r>
            <a:r>
              <a:rPr lang="it-IT" err="1"/>
              <a:t>timestep</a:t>
            </a:r>
            <a:r>
              <a:rPr lang="it-IT"/>
              <a:t> compaiono dopo la rottura dell’onda (a 18 non le vediamo).</a:t>
            </a:r>
          </a:p>
        </p:txBody>
      </p:sp>
      <p:sp>
        <p:nvSpPr>
          <p:cNvPr id="4" name="Segnaposto numero diapositiva 3"/>
          <p:cNvSpPr>
            <a:spLocks noGrp="1"/>
          </p:cNvSpPr>
          <p:nvPr>
            <p:ph type="sldNum" sz="quarter" idx="5"/>
          </p:nvPr>
        </p:nvSpPr>
        <p:spPr/>
        <p:txBody>
          <a:bodyPr/>
          <a:lstStyle/>
          <a:p>
            <a:fld id="{7559FCF2-57BA-4DB3-8971-2CF7A1E5AC6C}" type="slidenum">
              <a:rPr lang="it-IT" smtClean="0"/>
              <a:pPr/>
              <a:t>57</a:t>
            </a:fld>
            <a:endParaRPr lang="it-IT"/>
          </a:p>
        </p:txBody>
      </p:sp>
    </p:spTree>
    <p:extLst>
      <p:ext uri="{BB962C8B-B14F-4D97-AF65-F5344CB8AC3E}">
        <p14:creationId xmlns:p14="http://schemas.microsoft.com/office/powerpoint/2010/main" val="31725123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BB87A-B373-A3B0-C522-A4AB3CAE2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8AF4E-D8BC-7E10-F1CF-3954382775E4}"/>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4DC23FF1-30B8-4740-3C55-58C218FCFC5E}"/>
              </a:ext>
            </a:extLst>
          </p:cNvPr>
          <p:cNvSpPr>
            <a:spLocks noGrp="1"/>
          </p:cNvSpPr>
          <p:nvPr>
            <p:ph type="body" idx="1"/>
          </p:nvPr>
        </p:nvSpPr>
        <p:spPr/>
        <p:txBody>
          <a:bodyPr/>
          <a:lstStyle/>
          <a:p>
            <a:endParaRPr lang="en-US" err="1">
              <a:latin typeface="Calibri"/>
              <a:ea typeface="Calibri"/>
              <a:cs typeface="Calibri"/>
            </a:endParaRPr>
          </a:p>
        </p:txBody>
      </p:sp>
      <p:sp>
        <p:nvSpPr>
          <p:cNvPr id="4" name="Slide Number Placeholder 3">
            <a:extLst>
              <a:ext uri="{FF2B5EF4-FFF2-40B4-BE49-F238E27FC236}">
                <a16:creationId xmlns:a16="http://schemas.microsoft.com/office/drawing/2014/main" id="{A668AE3D-310C-9D65-5FF9-7313DDA6F45A}"/>
              </a:ext>
            </a:extLst>
          </p:cNvPr>
          <p:cNvSpPr>
            <a:spLocks noGrp="1"/>
          </p:cNvSpPr>
          <p:nvPr>
            <p:ph type="sldNum" sz="quarter" idx="5"/>
          </p:nvPr>
        </p:nvSpPr>
        <p:spPr/>
        <p:txBody>
          <a:bodyPr/>
          <a:lstStyle/>
          <a:p>
            <a:fld id="{7559FCF2-57BA-4DB3-8971-2CF7A1E5AC6C}" type="slidenum">
              <a:rPr lang="it-IT" smtClean="0"/>
              <a:t>59</a:t>
            </a:fld>
            <a:endParaRPr lang="it-IT"/>
          </a:p>
        </p:txBody>
      </p:sp>
    </p:spTree>
    <p:extLst>
      <p:ext uri="{BB962C8B-B14F-4D97-AF65-F5344CB8AC3E}">
        <p14:creationId xmlns:p14="http://schemas.microsoft.com/office/powerpoint/2010/main" val="31050327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654E-BE6B-3DD2-85BF-62034ED8A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46545-A350-400D-E196-E2DB339D0180}"/>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6420C638-5AF3-340A-6E11-F17C4AEBF712}"/>
              </a:ext>
            </a:extLst>
          </p:cNvPr>
          <p:cNvSpPr>
            <a:spLocks noGrp="1"/>
          </p:cNvSpPr>
          <p:nvPr>
            <p:ph type="body" idx="1"/>
          </p:nvPr>
        </p:nvSpPr>
        <p:spPr/>
        <p:txBody>
          <a:bodyPr/>
          <a:lstStyle/>
          <a:p>
            <a:endParaRPr lang="en-US" err="1">
              <a:latin typeface="Calibri"/>
              <a:ea typeface="Calibri"/>
              <a:cs typeface="Calibri"/>
            </a:endParaRPr>
          </a:p>
        </p:txBody>
      </p:sp>
      <p:sp>
        <p:nvSpPr>
          <p:cNvPr id="4" name="Slide Number Placeholder 3">
            <a:extLst>
              <a:ext uri="{FF2B5EF4-FFF2-40B4-BE49-F238E27FC236}">
                <a16:creationId xmlns:a16="http://schemas.microsoft.com/office/drawing/2014/main" id="{C5082914-674F-C4DC-31A3-B1CD7A3EE260}"/>
              </a:ext>
            </a:extLst>
          </p:cNvPr>
          <p:cNvSpPr>
            <a:spLocks noGrp="1"/>
          </p:cNvSpPr>
          <p:nvPr>
            <p:ph type="sldNum" sz="quarter" idx="5"/>
          </p:nvPr>
        </p:nvSpPr>
        <p:spPr/>
        <p:txBody>
          <a:bodyPr/>
          <a:lstStyle/>
          <a:p>
            <a:fld id="{7559FCF2-57BA-4DB3-8971-2CF7A1E5AC6C}" type="slidenum">
              <a:rPr lang="it-IT" smtClean="0"/>
              <a:t>60</a:t>
            </a:fld>
            <a:endParaRPr lang="it-IT"/>
          </a:p>
        </p:txBody>
      </p:sp>
    </p:spTree>
    <p:extLst>
      <p:ext uri="{BB962C8B-B14F-4D97-AF65-F5344CB8AC3E}">
        <p14:creationId xmlns:p14="http://schemas.microsoft.com/office/powerpoint/2010/main" val="1853983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4BD79-8FF4-DD1B-E900-6928C05E2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0D5AD-14A8-4276-1168-34A64729DFE2}"/>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A91C5B0F-8CA4-7009-4F09-B2FEBF467D4A}"/>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66912124-0906-7BFC-F037-07CBD10C9971}"/>
              </a:ext>
            </a:extLst>
          </p:cNvPr>
          <p:cNvSpPr>
            <a:spLocks noGrp="1"/>
          </p:cNvSpPr>
          <p:nvPr>
            <p:ph type="sldNum" sz="quarter" idx="5"/>
          </p:nvPr>
        </p:nvSpPr>
        <p:spPr/>
        <p:txBody>
          <a:bodyPr/>
          <a:lstStyle/>
          <a:p>
            <a:fld id="{7559FCF2-57BA-4DB3-8971-2CF7A1E5AC6C}" type="slidenum">
              <a:rPr lang="it-IT" smtClean="0"/>
              <a:t>61</a:t>
            </a:fld>
            <a:endParaRPr lang="it-IT"/>
          </a:p>
        </p:txBody>
      </p:sp>
    </p:spTree>
    <p:extLst>
      <p:ext uri="{BB962C8B-B14F-4D97-AF65-F5344CB8AC3E}">
        <p14:creationId xmlns:p14="http://schemas.microsoft.com/office/powerpoint/2010/main" val="10571296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D1D6E-615F-C95B-189B-2838CA765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6B31E-722F-EDC7-67B9-3D18AD672C1D}"/>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4BEF265E-5021-2B57-ECE2-1121DF23EA0B}"/>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89642B2B-4F8D-A321-5AAA-099C589AE9CD}"/>
              </a:ext>
            </a:extLst>
          </p:cNvPr>
          <p:cNvSpPr>
            <a:spLocks noGrp="1"/>
          </p:cNvSpPr>
          <p:nvPr>
            <p:ph type="sldNum" sz="quarter" idx="5"/>
          </p:nvPr>
        </p:nvSpPr>
        <p:spPr/>
        <p:txBody>
          <a:bodyPr/>
          <a:lstStyle/>
          <a:p>
            <a:fld id="{7559FCF2-57BA-4DB3-8971-2CF7A1E5AC6C}" type="slidenum">
              <a:rPr lang="it-IT" smtClean="0"/>
              <a:t>62</a:t>
            </a:fld>
            <a:endParaRPr lang="it-IT"/>
          </a:p>
        </p:txBody>
      </p:sp>
    </p:spTree>
    <p:extLst>
      <p:ext uri="{BB962C8B-B14F-4D97-AF65-F5344CB8AC3E}">
        <p14:creationId xmlns:p14="http://schemas.microsoft.com/office/powerpoint/2010/main" val="38141061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75931-4C1C-6C77-DC34-9F2B54654B8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91B6254-D558-485F-FF18-CA37C67290C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A6E8EE3-0AA0-62AB-99DE-88E4EFA6F687}"/>
              </a:ext>
            </a:extLst>
          </p:cNvPr>
          <p:cNvSpPr>
            <a:spLocks noGrp="1"/>
          </p:cNvSpPr>
          <p:nvPr>
            <p:ph type="body" idx="1"/>
          </p:nvPr>
        </p:nvSpPr>
        <p:spPr/>
        <p:txBody>
          <a:bodyPr/>
          <a:lstStyle/>
          <a:p>
            <a:r>
              <a:rPr lang="en-US">
                <a:latin typeface="Calibri"/>
                <a:ea typeface="Calibri"/>
                <a:cs typeface="Calibri"/>
              </a:rPr>
              <a:t>Nel primo </a:t>
            </a:r>
            <a:r>
              <a:rPr lang="en-US" err="1">
                <a:latin typeface="Calibri"/>
                <a:ea typeface="Calibri"/>
                <a:cs typeface="Calibri"/>
              </a:rPr>
              <a:t>caso</a:t>
            </a:r>
            <a:r>
              <a:rPr lang="en-US">
                <a:latin typeface="Calibri"/>
                <a:ea typeface="Calibri"/>
                <a:cs typeface="Calibri"/>
              </a:rPr>
              <a:t> </a:t>
            </a:r>
            <a:r>
              <a:rPr lang="en-US" err="1">
                <a:latin typeface="Calibri"/>
                <a:ea typeface="Calibri"/>
                <a:cs typeface="Calibri"/>
              </a:rPr>
              <a:t>si</a:t>
            </a:r>
            <a:r>
              <a:rPr lang="en-US">
                <a:latin typeface="Calibri"/>
                <a:ea typeface="Calibri"/>
                <a:cs typeface="Calibri"/>
              </a:rPr>
              <a:t> </a:t>
            </a:r>
            <a:r>
              <a:rPr lang="en-US" err="1">
                <a:latin typeface="Calibri"/>
                <a:ea typeface="Calibri"/>
                <a:cs typeface="Calibri"/>
              </a:rPr>
              <a:t>vede</a:t>
            </a:r>
            <a:r>
              <a:rPr lang="en-US">
                <a:latin typeface="Calibri"/>
                <a:ea typeface="Calibri"/>
                <a:cs typeface="Calibri"/>
              </a:rPr>
              <a:t> </a:t>
            </a:r>
            <a:r>
              <a:rPr lang="en-US" err="1">
                <a:latin typeface="Calibri"/>
                <a:ea typeface="Calibri"/>
                <a:cs typeface="Calibri"/>
              </a:rPr>
              <a:t>che</a:t>
            </a:r>
            <a:r>
              <a:rPr lang="en-US">
                <a:latin typeface="Calibri"/>
                <a:ea typeface="Calibri"/>
                <a:cs typeface="Calibri"/>
              </a:rPr>
              <a:t> il </a:t>
            </a:r>
            <a:r>
              <a:rPr lang="en-US" err="1">
                <a:latin typeface="Calibri"/>
                <a:ea typeface="Calibri"/>
                <a:cs typeface="Calibri"/>
              </a:rPr>
              <a:t>dow</a:t>
            </a:r>
            <a:endParaRPr lang="en-US">
              <a:latin typeface="Calibri"/>
              <a:ea typeface="Calibri"/>
              <a:cs typeface="Calibri"/>
            </a:endParaRPr>
          </a:p>
        </p:txBody>
      </p:sp>
      <p:sp>
        <p:nvSpPr>
          <p:cNvPr id="4" name="Segnaposto numero diapositiva 3">
            <a:extLst>
              <a:ext uri="{FF2B5EF4-FFF2-40B4-BE49-F238E27FC236}">
                <a16:creationId xmlns:a16="http://schemas.microsoft.com/office/drawing/2014/main" id="{0D0BCA9F-9A7E-C405-F0F6-6DB8FE02FE96}"/>
              </a:ext>
            </a:extLst>
          </p:cNvPr>
          <p:cNvSpPr>
            <a:spLocks noGrp="1"/>
          </p:cNvSpPr>
          <p:nvPr>
            <p:ph type="sldNum" sz="quarter" idx="5"/>
          </p:nvPr>
        </p:nvSpPr>
        <p:spPr/>
        <p:txBody>
          <a:bodyPr/>
          <a:lstStyle/>
          <a:p>
            <a:fld id="{7559FCF2-57BA-4DB3-8971-2CF7A1E5AC6C}" type="slidenum">
              <a:rPr lang="it-IT" smtClean="0"/>
              <a:pPr/>
              <a:t>63</a:t>
            </a:fld>
            <a:endParaRPr lang="it-IT"/>
          </a:p>
        </p:txBody>
      </p:sp>
    </p:spTree>
    <p:extLst>
      <p:ext uri="{BB962C8B-B14F-4D97-AF65-F5344CB8AC3E}">
        <p14:creationId xmlns:p14="http://schemas.microsoft.com/office/powerpoint/2010/main" val="17840619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BF3A9-9864-FE2C-8F34-BB5A8BA79CB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6ABBC84-5CA0-F996-268E-88F6EC65BF9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9FDBDD3-1BB7-B422-37E9-08BC005A6F73}"/>
              </a:ext>
            </a:extLst>
          </p:cNvPr>
          <p:cNvSpPr>
            <a:spLocks noGrp="1"/>
          </p:cNvSpPr>
          <p:nvPr>
            <p:ph type="body" idx="1"/>
          </p:nvPr>
        </p:nvSpPr>
        <p:spPr/>
        <p:txBody>
          <a:bodyPr/>
          <a:lstStyle/>
          <a:p>
            <a:r>
              <a:rPr lang="en-US">
                <a:latin typeface="Calibri"/>
                <a:ea typeface="Calibri"/>
                <a:cs typeface="Calibri"/>
              </a:rPr>
              <a:t>Nel primo </a:t>
            </a:r>
            <a:r>
              <a:rPr lang="en-US" err="1">
                <a:latin typeface="Calibri"/>
                <a:ea typeface="Calibri"/>
                <a:cs typeface="Calibri"/>
              </a:rPr>
              <a:t>caso</a:t>
            </a:r>
            <a:r>
              <a:rPr lang="en-US">
                <a:latin typeface="Calibri"/>
                <a:ea typeface="Calibri"/>
                <a:cs typeface="Calibri"/>
              </a:rPr>
              <a:t> </a:t>
            </a:r>
            <a:r>
              <a:rPr lang="en-US" err="1">
                <a:latin typeface="Calibri"/>
                <a:ea typeface="Calibri"/>
                <a:cs typeface="Calibri"/>
              </a:rPr>
              <a:t>si</a:t>
            </a:r>
            <a:r>
              <a:rPr lang="en-US">
                <a:latin typeface="Calibri"/>
                <a:ea typeface="Calibri"/>
                <a:cs typeface="Calibri"/>
              </a:rPr>
              <a:t> </a:t>
            </a:r>
            <a:r>
              <a:rPr lang="en-US" err="1">
                <a:latin typeface="Calibri"/>
                <a:ea typeface="Calibri"/>
                <a:cs typeface="Calibri"/>
              </a:rPr>
              <a:t>vede</a:t>
            </a:r>
            <a:r>
              <a:rPr lang="en-US">
                <a:latin typeface="Calibri"/>
                <a:ea typeface="Calibri"/>
                <a:cs typeface="Calibri"/>
              </a:rPr>
              <a:t> </a:t>
            </a:r>
            <a:r>
              <a:rPr lang="en-US" err="1">
                <a:latin typeface="Calibri"/>
                <a:ea typeface="Calibri"/>
                <a:cs typeface="Calibri"/>
              </a:rPr>
              <a:t>che</a:t>
            </a:r>
            <a:r>
              <a:rPr lang="en-US">
                <a:latin typeface="Calibri"/>
                <a:ea typeface="Calibri"/>
                <a:cs typeface="Calibri"/>
              </a:rPr>
              <a:t> il </a:t>
            </a:r>
            <a:r>
              <a:rPr lang="en-US" err="1">
                <a:latin typeface="Calibri"/>
                <a:ea typeface="Calibri"/>
                <a:cs typeface="Calibri"/>
              </a:rPr>
              <a:t>dow</a:t>
            </a:r>
            <a:endParaRPr lang="en-US">
              <a:latin typeface="Calibri"/>
              <a:ea typeface="Calibri"/>
              <a:cs typeface="Calibri"/>
            </a:endParaRPr>
          </a:p>
        </p:txBody>
      </p:sp>
      <p:sp>
        <p:nvSpPr>
          <p:cNvPr id="4" name="Segnaposto numero diapositiva 3">
            <a:extLst>
              <a:ext uri="{FF2B5EF4-FFF2-40B4-BE49-F238E27FC236}">
                <a16:creationId xmlns:a16="http://schemas.microsoft.com/office/drawing/2014/main" id="{198C770D-AF7A-24C5-C8F0-9E55E1F67315}"/>
              </a:ext>
            </a:extLst>
          </p:cNvPr>
          <p:cNvSpPr>
            <a:spLocks noGrp="1"/>
          </p:cNvSpPr>
          <p:nvPr>
            <p:ph type="sldNum" sz="quarter" idx="5"/>
          </p:nvPr>
        </p:nvSpPr>
        <p:spPr/>
        <p:txBody>
          <a:bodyPr/>
          <a:lstStyle/>
          <a:p>
            <a:fld id="{7559FCF2-57BA-4DB3-8971-2CF7A1E5AC6C}" type="slidenum">
              <a:rPr lang="it-IT" smtClean="0"/>
              <a:pPr/>
              <a:t>64</a:t>
            </a:fld>
            <a:endParaRPr lang="it-IT"/>
          </a:p>
        </p:txBody>
      </p:sp>
    </p:spTree>
    <p:extLst>
      <p:ext uri="{BB962C8B-B14F-4D97-AF65-F5344CB8AC3E}">
        <p14:creationId xmlns:p14="http://schemas.microsoft.com/office/powerpoint/2010/main" val="34938889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A1914-2743-40B5-7254-6223B5DBE42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7F74530-24E2-F12A-F615-E847225BBCF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DF615D8-E33C-7FB5-1FB6-AEE82DA0514C}"/>
              </a:ext>
            </a:extLst>
          </p:cNvPr>
          <p:cNvSpPr>
            <a:spLocks noGrp="1"/>
          </p:cNvSpPr>
          <p:nvPr>
            <p:ph type="body" idx="1"/>
          </p:nvPr>
        </p:nvSpPr>
        <p:spPr/>
        <p:txBody>
          <a:bodyPr/>
          <a:lstStyle/>
          <a:p>
            <a:r>
              <a:rPr lang="en-US">
                <a:latin typeface="Calibri"/>
                <a:ea typeface="Calibri"/>
                <a:cs typeface="Calibri"/>
              </a:rPr>
              <a:t>Vedere </a:t>
            </a:r>
            <a:r>
              <a:rPr lang="en-US" err="1">
                <a:latin typeface="Calibri"/>
                <a:ea typeface="Calibri"/>
                <a:cs typeface="Calibri"/>
              </a:rPr>
              <a:t>l'evoluzione</a:t>
            </a:r>
            <a:r>
              <a:rPr lang="en-US">
                <a:latin typeface="Calibri"/>
                <a:ea typeface="Calibri"/>
                <a:cs typeface="Calibri"/>
              </a:rPr>
              <a:t> per </a:t>
            </a:r>
            <a:r>
              <a:rPr lang="en-US" err="1">
                <a:latin typeface="Calibri"/>
                <a:ea typeface="Calibri"/>
                <a:cs typeface="Calibri"/>
              </a:rPr>
              <a:t>capire</a:t>
            </a:r>
            <a:r>
              <a:rPr lang="en-US">
                <a:latin typeface="Calibri"/>
                <a:ea typeface="Calibri"/>
                <a:cs typeface="Calibri"/>
              </a:rPr>
              <a:t> se ci </a:t>
            </a:r>
            <a:r>
              <a:rPr lang="en-US" err="1">
                <a:latin typeface="Calibri"/>
                <a:ea typeface="Calibri"/>
                <a:cs typeface="Calibri"/>
              </a:rPr>
              <a:t>sono</a:t>
            </a:r>
            <a:r>
              <a:rPr lang="en-US">
                <a:latin typeface="Calibri"/>
                <a:ea typeface="Calibri"/>
                <a:cs typeface="Calibri"/>
              </a:rPr>
              <a:t> lee waves prima del breaking</a:t>
            </a:r>
          </a:p>
          <a:p>
            <a:r>
              <a:rPr lang="en-US" err="1">
                <a:latin typeface="Calibri"/>
                <a:ea typeface="Calibri"/>
                <a:cs typeface="Calibri"/>
              </a:rPr>
              <a:t>Aggiungere</a:t>
            </a:r>
            <a:r>
              <a:rPr lang="en-US">
                <a:latin typeface="Calibri"/>
                <a:ea typeface="Calibri"/>
                <a:cs typeface="Calibri"/>
              </a:rPr>
              <a:t> plot U </a:t>
            </a:r>
            <a:r>
              <a:rPr lang="en-US" err="1">
                <a:latin typeface="Calibri"/>
                <a:ea typeface="Calibri"/>
                <a:cs typeface="Calibri"/>
              </a:rPr>
              <a:t>totale</a:t>
            </a:r>
            <a:r>
              <a:rPr lang="en-US">
                <a:latin typeface="Calibri"/>
                <a:ea typeface="Calibri"/>
                <a:cs typeface="Calibri"/>
              </a:rPr>
              <a:t> con </a:t>
            </a:r>
            <a:r>
              <a:rPr lang="en-US" err="1">
                <a:latin typeface="Calibri"/>
                <a:ea typeface="Calibri"/>
                <a:cs typeface="Calibri"/>
              </a:rPr>
              <a:t>linee+colori</a:t>
            </a:r>
            <a:r>
              <a:rPr lang="en-US">
                <a:latin typeface="Calibri"/>
                <a:ea typeface="Calibri"/>
                <a:cs typeface="Calibri"/>
              </a:rPr>
              <a:t> (</a:t>
            </a:r>
            <a:r>
              <a:rPr lang="en-US" err="1">
                <a:latin typeface="Calibri"/>
                <a:ea typeface="Calibri"/>
                <a:cs typeface="Calibri"/>
              </a:rPr>
              <a:t>anche</a:t>
            </a:r>
            <a:r>
              <a:rPr lang="en-US">
                <a:latin typeface="Calibri"/>
                <a:ea typeface="Calibri"/>
                <a:cs typeface="Calibri"/>
              </a:rPr>
              <a:t> per </a:t>
            </a:r>
            <a:r>
              <a:rPr lang="en-US" err="1">
                <a:latin typeface="Calibri"/>
                <a:ea typeface="Calibri"/>
                <a:cs typeface="Calibri"/>
              </a:rPr>
              <a:t>gli</a:t>
            </a:r>
            <a:r>
              <a:rPr lang="en-US">
                <a:latin typeface="Calibri"/>
                <a:ea typeface="Calibri"/>
                <a:cs typeface="Calibri"/>
              </a:rPr>
              <a:t> </a:t>
            </a:r>
            <a:r>
              <a:rPr lang="en-US" err="1">
                <a:latin typeface="Calibri"/>
                <a:ea typeface="Calibri"/>
                <a:cs typeface="Calibri"/>
              </a:rPr>
              <a:t>altri</a:t>
            </a:r>
            <a:r>
              <a:rPr lang="en-US">
                <a:latin typeface="Calibri"/>
                <a:ea typeface="Calibri"/>
                <a:cs typeface="Calibri"/>
              </a:rPr>
              <a:t> tests)</a:t>
            </a:r>
          </a:p>
          <a:p>
            <a:r>
              <a:rPr lang="en-US" err="1">
                <a:latin typeface="Calibri"/>
                <a:ea typeface="Calibri"/>
                <a:cs typeface="Calibri"/>
              </a:rPr>
              <a:t>Aggiungere</a:t>
            </a:r>
            <a:r>
              <a:rPr lang="en-US">
                <a:latin typeface="Calibri"/>
                <a:ea typeface="Calibri"/>
                <a:cs typeface="Calibri"/>
              </a:rPr>
              <a:t> in hidden mode la </a:t>
            </a:r>
            <a:r>
              <a:rPr lang="en-US" err="1">
                <a:latin typeface="Calibri"/>
                <a:ea typeface="Calibri"/>
                <a:cs typeface="Calibri"/>
              </a:rPr>
              <a:t>griglia</a:t>
            </a:r>
            <a:endParaRPr lang="en-US">
              <a:latin typeface="Calibri"/>
              <a:ea typeface="Calibri"/>
              <a:cs typeface="Calibri"/>
            </a:endParaRPr>
          </a:p>
          <a:p>
            <a:r>
              <a:rPr lang="en-US">
                <a:latin typeface="Calibri"/>
                <a:ea typeface="Calibri"/>
                <a:cs typeface="Calibri"/>
              </a:rPr>
              <a:t>Quanto </a:t>
            </a:r>
            <a:r>
              <a:rPr lang="en-US" err="1">
                <a:latin typeface="Calibri"/>
                <a:ea typeface="Calibri"/>
                <a:cs typeface="Calibri"/>
              </a:rPr>
              <a:t>è</a:t>
            </a:r>
            <a:r>
              <a:rPr lang="en-US">
                <a:latin typeface="Calibri"/>
                <a:ea typeface="Calibri"/>
                <a:cs typeface="Calibri"/>
              </a:rPr>
              <a:t> la </a:t>
            </a:r>
            <a:r>
              <a:rPr lang="en-US" err="1">
                <a:latin typeface="Calibri"/>
                <a:ea typeface="Calibri"/>
                <a:cs typeface="Calibri"/>
              </a:rPr>
              <a:t>velocita</a:t>
            </a:r>
            <a:r>
              <a:rPr lang="en-US">
                <a:latin typeface="Calibri"/>
                <a:ea typeface="Calibri"/>
                <a:cs typeface="Calibri"/>
              </a:rPr>
              <a:t> in input? - OK</a:t>
            </a:r>
          </a:p>
          <a:p>
            <a:endParaRPr lang="en-US">
              <a:latin typeface="Calibri"/>
              <a:ea typeface="Calibri"/>
              <a:cs typeface="Calibri"/>
            </a:endParaRPr>
          </a:p>
        </p:txBody>
      </p:sp>
      <p:sp>
        <p:nvSpPr>
          <p:cNvPr id="4" name="Segnaposto numero diapositiva 3">
            <a:extLst>
              <a:ext uri="{FF2B5EF4-FFF2-40B4-BE49-F238E27FC236}">
                <a16:creationId xmlns:a16="http://schemas.microsoft.com/office/drawing/2014/main" id="{7F2C7AC6-3B89-27C3-1C78-906B5AA7CDC9}"/>
              </a:ext>
            </a:extLst>
          </p:cNvPr>
          <p:cNvSpPr>
            <a:spLocks noGrp="1"/>
          </p:cNvSpPr>
          <p:nvPr>
            <p:ph type="sldNum" sz="quarter" idx="5"/>
          </p:nvPr>
        </p:nvSpPr>
        <p:spPr/>
        <p:txBody>
          <a:bodyPr/>
          <a:lstStyle/>
          <a:p>
            <a:fld id="{7559FCF2-57BA-4DB3-8971-2CF7A1E5AC6C}" type="slidenum">
              <a:rPr lang="it-IT" smtClean="0"/>
              <a:pPr/>
              <a:t>65</a:t>
            </a:fld>
            <a:endParaRPr lang="it-IT"/>
          </a:p>
        </p:txBody>
      </p:sp>
    </p:spTree>
    <p:extLst>
      <p:ext uri="{BB962C8B-B14F-4D97-AF65-F5344CB8AC3E}">
        <p14:creationId xmlns:p14="http://schemas.microsoft.com/office/powerpoint/2010/main" val="6059938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a:latin typeface="Calibri"/>
                <a:ea typeface="Calibri"/>
                <a:cs typeface="Calibri"/>
              </a:rPr>
              <a:t>Which features can you see (wave breaking, downslope winds, </a:t>
            </a:r>
            <a:r>
              <a:rPr lang="en-US" err="1">
                <a:latin typeface="Calibri"/>
                <a:ea typeface="Calibri"/>
                <a:cs typeface="Calibri"/>
              </a:rPr>
              <a:t>etc</a:t>
            </a:r>
            <a:r>
              <a:rPr lang="en-US">
                <a:latin typeface="Calibri"/>
                <a:ea typeface="Calibri"/>
                <a:cs typeface="Calibri"/>
              </a:rPr>
              <a:t>)?</a:t>
            </a:r>
          </a:p>
          <a:p>
            <a:r>
              <a:rPr lang="en-US">
                <a:latin typeface="Calibri"/>
                <a:ea typeface="Calibri"/>
                <a:cs typeface="Calibri"/>
              </a:rPr>
              <a:t>How stronger is the downslope wind compared to the background wind?</a:t>
            </a:r>
          </a:p>
        </p:txBody>
      </p:sp>
      <p:sp>
        <p:nvSpPr>
          <p:cNvPr id="4" name="Slide Number Placeholder 3"/>
          <p:cNvSpPr>
            <a:spLocks noGrp="1"/>
          </p:cNvSpPr>
          <p:nvPr>
            <p:ph type="sldNum" sz="quarter" idx="5"/>
          </p:nvPr>
        </p:nvSpPr>
        <p:spPr/>
        <p:txBody>
          <a:bodyPr/>
          <a:lstStyle/>
          <a:p>
            <a:fld id="{7559FCF2-57BA-4DB3-8971-2CF7A1E5AC6C}" type="slidenum">
              <a:rPr lang="it-IT" smtClean="0"/>
              <a:t>66</a:t>
            </a:fld>
            <a:endParaRPr lang="it-IT"/>
          </a:p>
        </p:txBody>
      </p:sp>
    </p:spTree>
    <p:extLst>
      <p:ext uri="{BB962C8B-B14F-4D97-AF65-F5344CB8AC3E}">
        <p14:creationId xmlns:p14="http://schemas.microsoft.com/office/powerpoint/2010/main" val="282764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7559FCF2-57BA-4DB3-8971-2CF7A1E5AC6C}" type="slidenum">
              <a:rPr lang="it-IT" smtClean="0"/>
              <a:pPr/>
              <a:t>67</a:t>
            </a:fld>
            <a:endParaRPr lang="it-IT"/>
          </a:p>
        </p:txBody>
      </p:sp>
    </p:spTree>
    <p:extLst>
      <p:ext uri="{BB962C8B-B14F-4D97-AF65-F5344CB8AC3E}">
        <p14:creationId xmlns:p14="http://schemas.microsoft.com/office/powerpoint/2010/main" val="19990283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7D556-4FBE-16C1-0439-C8864D148F2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7E41908-4FAE-0ED2-133D-70DB73A4750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4E599C4-4E96-9A68-BC63-3C65D2E86DF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B29ED7E6-6972-029C-3464-5C671E3853C0}"/>
              </a:ext>
            </a:extLst>
          </p:cNvPr>
          <p:cNvSpPr>
            <a:spLocks noGrp="1"/>
          </p:cNvSpPr>
          <p:nvPr>
            <p:ph type="sldNum" sz="quarter" idx="5"/>
          </p:nvPr>
        </p:nvSpPr>
        <p:spPr/>
        <p:txBody>
          <a:bodyPr/>
          <a:lstStyle/>
          <a:p>
            <a:fld id="{7559FCF2-57BA-4DB3-8971-2CF7A1E5AC6C}" type="slidenum">
              <a:rPr lang="it-IT" smtClean="0"/>
              <a:pPr/>
              <a:t>68</a:t>
            </a:fld>
            <a:endParaRPr lang="it-IT"/>
          </a:p>
        </p:txBody>
      </p:sp>
    </p:spTree>
    <p:extLst>
      <p:ext uri="{BB962C8B-B14F-4D97-AF65-F5344CB8AC3E}">
        <p14:creationId xmlns:p14="http://schemas.microsoft.com/office/powerpoint/2010/main" val="28679716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408AA-4B48-71DA-A716-DD47214CCFC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8678CA8-BD96-9166-E8ED-BA297144BA0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FABBCE7-ACBE-EF98-4B68-87FB31BCE74E}"/>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794BEC3-48F9-6BA6-1E4F-B35125A75BD3}"/>
              </a:ext>
            </a:extLst>
          </p:cNvPr>
          <p:cNvSpPr>
            <a:spLocks noGrp="1"/>
          </p:cNvSpPr>
          <p:nvPr>
            <p:ph type="sldNum" sz="quarter" idx="5"/>
          </p:nvPr>
        </p:nvSpPr>
        <p:spPr/>
        <p:txBody>
          <a:bodyPr/>
          <a:lstStyle/>
          <a:p>
            <a:fld id="{7559FCF2-57BA-4DB3-8971-2CF7A1E5AC6C}" type="slidenum">
              <a:rPr lang="it-IT" smtClean="0"/>
              <a:pPr/>
              <a:t>69</a:t>
            </a:fld>
            <a:endParaRPr lang="it-IT"/>
          </a:p>
        </p:txBody>
      </p:sp>
    </p:spTree>
    <p:extLst>
      <p:ext uri="{BB962C8B-B14F-4D97-AF65-F5344CB8AC3E}">
        <p14:creationId xmlns:p14="http://schemas.microsoft.com/office/powerpoint/2010/main" val="2136748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641F2B4-E32D-014A-A4D4-D24DBBD4FA2D}" type="datetime1">
              <a:rPr lang="it-IT" smtClean="0"/>
              <a:t>19/12/25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2085334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FBF5B3-CBFD-614A-B73A-5EE04212D8B9}" type="datetime1">
              <a:rPr lang="it-IT" smtClean="0"/>
              <a:t>19/12/25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1384970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D0A613-18CE-3241-B281-B00C734E4E82}" type="datetime1">
              <a:rPr lang="it-IT" smtClean="0"/>
              <a:t>19/12/25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2643483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04C349-A417-B44D-BAF8-D8DC3EE9BECB}" type="datetime1">
              <a:rPr lang="it-IT" smtClean="0"/>
              <a:t>19/12/25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211478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3378E7-47D9-F648-BC32-C0DD178A318F}" type="datetime1">
              <a:rPr lang="it-IT" smtClean="0"/>
              <a:t>19/12/25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567460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56C73D-9365-694A-8901-139F077381AF}" type="datetime1">
              <a:rPr lang="it-IT" smtClean="0"/>
              <a:t>19/12/25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2187193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3980DE-24BA-4443-AB8D-A29D8D2A510E}" type="datetime1">
              <a:rPr lang="it-IT" smtClean="0"/>
              <a:t>19/12/25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145199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F9AA49-BF9F-0A4E-B04E-0FEA1ACCDD62}" type="datetime1">
              <a:rPr lang="it-IT" smtClean="0"/>
              <a:t>19/12/25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858089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A8B68A-7F53-8444-A214-FA817444118C}" type="datetime1">
              <a:rPr lang="it-IT" smtClean="0"/>
              <a:t>19/12/25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866760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2F8E74-3D60-3D4C-8EE0-3008CE77E4CF}" type="datetime1">
              <a:rPr lang="it-IT" smtClean="0"/>
              <a:t>19/12/25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4194775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12B695-21CE-FB49-A354-1952BD117DED}" type="datetime1">
              <a:rPr lang="it-IT" smtClean="0"/>
              <a:t>19/12/25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a:p>
        </p:txBody>
      </p:sp>
    </p:spTree>
    <p:extLst>
      <p:ext uri="{BB962C8B-B14F-4D97-AF65-F5344CB8AC3E}">
        <p14:creationId xmlns:p14="http://schemas.microsoft.com/office/powerpoint/2010/main" val="1329293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46EBF9-12C4-7C49-8EA8-FFB6BFBDE717}" type="datetime1">
              <a:rPr lang="it-IT" smtClean="0"/>
              <a:t>19/12/25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‹N›</a:t>
            </a:fld>
            <a:endParaRPr lang="en-US"/>
          </a:p>
        </p:txBody>
      </p:sp>
    </p:spTree>
    <p:extLst>
      <p:ext uri="{BB962C8B-B14F-4D97-AF65-F5344CB8AC3E}">
        <p14:creationId xmlns:p14="http://schemas.microsoft.com/office/powerpoint/2010/main" val="2531534151"/>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Source Sans Pro" panose="020B0503030403020204" pitchFamily="34" charset="0"/>
          <a:ea typeface="Source Sans Pro" panose="020B0503030403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ommons.wikimedia.org/wiki/File:Typhoon_Mawar_2005_computer_simulation.gif" TargetMode="External"/><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2.mmm.ucar.edu/wrf/users/wrf_users_guide/build/html/compiling.html#building-the-wrf-cod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hyperlink" Target="https://www2.mmm.ucar.edu/wrf/users/wrf_users_guide/build/html/namelist_variables.html#dynamics"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anaconda.org/conda-forge/ncview"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hyperlink" Target="https://liveunibo-my.sharepoint.com/:x:/g/personal/simona_rinaldi7_unibo_it/IQD7jTZZ8Kf0QaWbrdLIm5CSAS9s64d9o_Q83cqX9eSjeZ0?e=EU02bD"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liveunibo-my.sharepoint.com/:x:/g/personal/simona_rinaldi7_unibo_it/IQD7jTZZ8Kf0QaWbrdLIm5CSAS9s64d9o_Q83cqX9eSjeZ0?e=EU02bD"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microsoft.com/office/2018/10/relationships/comments" Target="../comments/modernComment_17E_7D2E8EFF.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5.jpeg"/></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3" Type="http://schemas.microsoft.com/office/2018/10/relationships/comments" Target="../comments/modernComment_176_37AECC9E.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0.png"/></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microsoft.com/office/2018/10/relationships/comments" Target="../comments/modernComment_178_F044CA37.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6.png"/></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1.png"/><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8.png"/></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70.png"/><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36.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6.png"/><Relationship Id="rId4" Type="http://schemas.openxmlformats.org/officeDocument/2006/relationships/image" Target="../media/image75.png"/></Relationships>
</file>

<file path=ppt/slides/_rels/slide5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8.png"/><Relationship Id="rId4" Type="http://schemas.openxmlformats.org/officeDocument/2006/relationships/image" Target="../media/image77.png"/></Relationships>
</file>

<file path=ppt/slides/_rels/slide5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7.png"/></Relationships>
</file>

<file path=ppt/slides/_rels/slide6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9.png"/></Relationships>
</file>

<file path=ppt/slides/_rels/slide6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6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jpeg"/></Relationships>
</file>

<file path=ppt/slides/_rels/slide6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70.xml.rels><?xml version="1.0" encoding="UTF-8" standalone="yes"?>
<Relationships xmlns="http://schemas.openxmlformats.org/package/2006/relationships"><Relationship Id="rId3" Type="http://schemas.openxmlformats.org/officeDocument/2006/relationships/hyperlink" Target="https://wrf-python.readthedocs.io/en/latest/" TargetMode="External"/><Relationship Id="rId2" Type="http://schemas.openxmlformats.org/officeDocument/2006/relationships/hyperlink" Target="https://liveunibo-my.sharepoint.com/:x:/g/personal/simona_rinaldi7_unibo_it/IQD7jTZZ8Kf0QaWbrdLIm5CSAcY8zwyhPDWqqqj58jZXwjc?e=1NgMFw" TargetMode="External"/><Relationship Id="rId1" Type="http://schemas.openxmlformats.org/officeDocument/2006/relationships/slideLayout" Target="../slideLayouts/slideLayout2.xml"/><Relationship Id="rId4" Type="http://schemas.openxmlformats.org/officeDocument/2006/relationships/hyperlink" Target="https://code.visualstudio.com/docs/datascience/jupyter-notebooks"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mailto:ProxyJump=simona.rinaldi7@137.204.165.34"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www.ncl.ucar.edu/Download/conda.shtml" TargetMode="External"/><Relationship Id="rId2" Type="http://schemas.openxmlformats.org/officeDocument/2006/relationships/hyperlink" Target="https://docs.anaconda.com/miniconda/install/#quick-command-line-install" TargetMode="External"/><Relationship Id="rId1" Type="http://schemas.openxmlformats.org/officeDocument/2006/relationships/slideLayout" Target="../slideLayouts/slideLayout2.xml"/><Relationship Id="rId5" Type="http://schemas.openxmlformats.org/officeDocument/2006/relationships/hyperlink" Target="https://repo.anaconda.com/miniconda/Miniconda3-latest-Linux-x86_64.sh" TargetMode="External"/><Relationship Id="rId4" Type="http://schemas.openxmlformats.org/officeDocument/2006/relationships/hyperlink" Target="https://github.com/conda-forge/ncview-feedstock"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www.ncl.ucar.edu/Download/conda.shtml" TargetMode="External"/><Relationship Id="rId2" Type="http://schemas.openxmlformats.org/officeDocument/2006/relationships/hyperlink" Target="https://docs.anaconda.com/miniconda/install/#quick-command-line-install" TargetMode="External"/><Relationship Id="rId1" Type="http://schemas.openxmlformats.org/officeDocument/2006/relationships/slideLayout" Target="../slideLayouts/slideLayout2.xml"/><Relationship Id="rId5" Type="http://schemas.openxmlformats.org/officeDocument/2006/relationships/hyperlink" Target="https://repo.anaconda.com/miniconda/Miniconda3-latest-Linux-x86_64.sh" TargetMode="External"/><Relationship Id="rId4" Type="http://schemas.openxmlformats.org/officeDocument/2006/relationships/hyperlink" Target="https://github.com/conda-forge/ncview-feedstock" TargetMode="External"/></Relationships>
</file>

<file path=ppt/slides/_rels/slide76.xml.rels><?xml version="1.0" encoding="UTF-8" standalone="yes"?>
<Relationships xmlns="http://schemas.openxmlformats.org/package/2006/relationships"><Relationship Id="rId3" Type="http://schemas.openxmlformats.org/officeDocument/2006/relationships/hyperlink" Target="https://doi.org/10.1175/1520-0469(1986)043%3C2527:ALADWP%3E2.0.CO;2" TargetMode="External"/><Relationship Id="rId2" Type="http://schemas.openxmlformats.org/officeDocument/2006/relationships/hyperlink" Target="https://doi.org/10.1175/1520-0469(1996)053%3c0139:FRATDO%3e2.0.CO;2" TargetMode="External"/><Relationship Id="rId1" Type="http://schemas.openxmlformats.org/officeDocument/2006/relationships/slideLayout" Target="../slideLayouts/slideLayout2.xml"/><Relationship Id="rId4" Type="http://schemas.openxmlformats.org/officeDocument/2006/relationships/hyperlink" Target="https://doi.org/10.1175/2007JAS2100.1" TargetMode="External"/></Relationships>
</file>

<file path=ppt/slides/_rels/slide77.xml.rels><?xml version="1.0" encoding="UTF-8" standalone="yes"?>
<Relationships xmlns="http://schemas.openxmlformats.org/package/2006/relationships"><Relationship Id="rId8" Type="http://schemas.openxmlformats.org/officeDocument/2006/relationships/hyperlink" Target="https://vim.rtorr.com/" TargetMode="External"/><Relationship Id="rId3" Type="http://schemas.openxmlformats.org/officeDocument/2006/relationships/hyperlink" Target="https://www2.mmm.ucar.edu/wrf/users/wrf_users_guide/build/html/index.html" TargetMode="External"/><Relationship Id="rId7" Type="http://schemas.openxmlformats.org/officeDocument/2006/relationships/hyperlink" Target="https://www.ncl.ucar.edu/Download/conda.shtml" TargetMode="External"/><Relationship Id="rId2" Type="http://schemas.openxmlformats.org/officeDocument/2006/relationships/hyperlink" Target="https://www2.mmm.ucar.edu/wrf/users/docs/technote/v4_technote.pdf" TargetMode="External"/><Relationship Id="rId1" Type="http://schemas.openxmlformats.org/officeDocument/2006/relationships/slideLayout" Target="../slideLayouts/slideLayout4.xml"/><Relationship Id="rId6" Type="http://schemas.openxmlformats.org/officeDocument/2006/relationships/hyperlink" Target="https://marine.copernicus.eu/sites/default/files/wp-content/uploads/2017/11/Practical_Session_Ncview-2.pdf" TargetMode="External"/><Relationship Id="rId5" Type="http://schemas.openxmlformats.org/officeDocument/2006/relationships/hyperlink" Target="https://github.com/wrf-model/WRF/releases" TargetMode="External"/><Relationship Id="rId10" Type="http://schemas.openxmlformats.org/officeDocument/2006/relationships/hyperlink" Target="https://liveunibo-my.sharepoint.com/:f:/g/personal/simona_rinaldi7_unibo_it/EvaIm_CB545EsC6icjgLieQBB1mpdy7iT9CG4O-6grJMPA?e=g3ZNLb" TargetMode="External"/><Relationship Id="rId4" Type="http://schemas.openxmlformats.org/officeDocument/2006/relationships/hyperlink" Target="https://www2.mmm.ucar.edu/wrf/users/" TargetMode="External"/><Relationship Id="rId9" Type="http://schemas.openxmlformats.org/officeDocument/2006/relationships/hyperlink" Target="https://apps.difa.unibo.it/wiki/oph:cluster"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98.png"/></Relationships>
</file>

<file path=ppt/slides/_rels/slide8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a:t>Idealized numerical simulations of a 2D flow over a bell-shaped hill</a:t>
            </a:r>
            <a:endParaRPr lang="en-US" sz="4800">
              <a:ea typeface="Calibri Light"/>
              <a:cs typeface="Calibri Light"/>
            </a:endParaRPr>
          </a:p>
        </p:txBody>
      </p:sp>
      <p:sp>
        <p:nvSpPr>
          <p:cNvPr id="3" name="Subtitle 2"/>
          <p:cNvSpPr>
            <a:spLocks noGrp="1"/>
          </p:cNvSpPr>
          <p:nvPr>
            <p:ph type="subTitle" idx="1"/>
          </p:nvPr>
        </p:nvSpPr>
        <p:spPr>
          <a:xfrm>
            <a:off x="6867144" y="4079875"/>
            <a:ext cx="4645152" cy="1655762"/>
          </a:xfrm>
        </p:spPr>
        <p:txBody>
          <a:bodyPr>
            <a:normAutofit/>
          </a:bodyPr>
          <a:lstStyle/>
          <a:p>
            <a:pPr algn="l"/>
            <a:r>
              <a:rPr lang="en-US"/>
              <a:t>Laboratory of Complex Terrain Meteorology course</a:t>
            </a:r>
          </a:p>
          <a:p>
            <a:pPr algn="l"/>
            <a:r>
              <a:rPr lang="en-US"/>
              <a:t>Prof. L.S. Leo</a:t>
            </a:r>
          </a:p>
          <a:p>
            <a:endParaRPr lang="en-US"/>
          </a:p>
        </p:txBody>
      </p:sp>
      <p:sp>
        <p:nvSpPr>
          <p:cNvPr id="5" name="CasellaDiTesto 4">
            <a:extLst>
              <a:ext uri="{FF2B5EF4-FFF2-40B4-BE49-F238E27FC236}">
                <a16:creationId xmlns:a16="http://schemas.microsoft.com/office/drawing/2014/main" id="{19DE1E26-07B2-617D-8F4C-149BBF46B42B}"/>
              </a:ext>
            </a:extLst>
          </p:cNvPr>
          <p:cNvSpPr txBox="1"/>
          <p:nvPr/>
        </p:nvSpPr>
        <p:spPr>
          <a:xfrm>
            <a:off x="679704" y="4079875"/>
            <a:ext cx="6094476" cy="830997"/>
          </a:xfrm>
          <a:prstGeom prst="rect">
            <a:avLst/>
          </a:prstGeom>
          <a:noFill/>
        </p:spPr>
        <p:txBody>
          <a:bodyPr wrap="square">
            <a:spAutoFit/>
          </a:bodyPr>
          <a:lstStyle/>
          <a:p>
            <a:r>
              <a:rPr lang="en-US" sz="2400"/>
              <a:t>Tutor: Simona Rinaldi</a:t>
            </a:r>
          </a:p>
          <a:p>
            <a:r>
              <a:rPr lang="en-US" sz="2400"/>
              <a:t>simona.rinaldi7@unibo.it</a:t>
            </a:r>
            <a:endParaRPr lang="it-IT" sz="2400"/>
          </a:p>
        </p:txBody>
      </p:sp>
      <p:sp>
        <p:nvSpPr>
          <p:cNvPr id="4" name="TextBox 3">
            <a:extLst>
              <a:ext uri="{FF2B5EF4-FFF2-40B4-BE49-F238E27FC236}">
                <a16:creationId xmlns:a16="http://schemas.microsoft.com/office/drawing/2014/main" id="{D0D06CE8-82CA-378A-EC2F-85B90D476C9C}"/>
              </a:ext>
            </a:extLst>
          </p:cNvPr>
          <p:cNvSpPr txBox="1"/>
          <p:nvPr/>
        </p:nvSpPr>
        <p:spPr>
          <a:xfrm>
            <a:off x="4762029" y="5735637"/>
            <a:ext cx="26679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Bologna, 11/12/2025</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p:txBody>
          <a:bodyPr/>
          <a:lstStyle/>
          <a:p>
            <a:r>
              <a:rPr lang="en-US"/>
              <a:t>Objectives</a:t>
            </a: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838763"/>
            <a:ext cx="10515600" cy="4351338"/>
          </a:xfrm>
        </p:spPr>
        <p:txBody>
          <a:bodyPr vert="horz" lIns="91440" tIns="45720" rIns="91440" bIns="45720" rtlCol="0" anchor="t">
            <a:normAutofit/>
          </a:bodyPr>
          <a:lstStyle/>
          <a:p>
            <a:pPr marL="0" indent="0">
              <a:buNone/>
            </a:pPr>
            <a:r>
              <a:rPr lang="en-US">
                <a:ea typeface="Calibri"/>
                <a:cs typeface="Calibri"/>
              </a:rPr>
              <a:t>The aim of this laboratory experience is to study the behavior of flows over complex terrain. </a:t>
            </a:r>
          </a:p>
          <a:p>
            <a:pPr marL="0" indent="0">
              <a:buNone/>
            </a:pPr>
            <a:r>
              <a:rPr lang="en-US">
                <a:ea typeface="Calibri"/>
                <a:cs typeface="Calibri"/>
              </a:rPr>
              <a:t>We focus on the case of a 2D flow with constant wind over a small ridge, in different configurations of the atmospheric stability, and varying wind velocity and hill height. </a:t>
            </a:r>
          </a:p>
          <a:p>
            <a:pPr marL="0" indent="0">
              <a:buNone/>
            </a:pPr>
            <a:r>
              <a:rPr lang="en-US">
                <a:ea typeface="Calibri"/>
                <a:cs typeface="Calibri"/>
              </a:rPr>
              <a:t>We will do that performing idealized numerical simulations using the Weather Research and Forecasting (WRF) model. </a:t>
            </a:r>
          </a:p>
        </p:txBody>
      </p:sp>
      <p:sp>
        <p:nvSpPr>
          <p:cNvPr id="6" name="Slide Number Placeholder 5">
            <a:extLst>
              <a:ext uri="{FF2B5EF4-FFF2-40B4-BE49-F238E27FC236}">
                <a16:creationId xmlns:a16="http://schemas.microsoft.com/office/drawing/2014/main" id="{85AE3976-4C8D-86AF-68A5-E62ECEEFCFAF}"/>
              </a:ext>
            </a:extLst>
          </p:cNvPr>
          <p:cNvSpPr>
            <a:spLocks noGrp="1"/>
          </p:cNvSpPr>
          <p:nvPr>
            <p:ph type="sldNum" sz="quarter" idx="12"/>
          </p:nvPr>
        </p:nvSpPr>
        <p:spPr/>
        <p:txBody>
          <a:bodyPr/>
          <a:lstStyle/>
          <a:p>
            <a:r>
              <a:rPr lang="en-US">
                <a:ea typeface="Calibri"/>
                <a:cs typeface="Calibri"/>
              </a:rPr>
              <a:t>3</a:t>
            </a:r>
          </a:p>
        </p:txBody>
      </p:sp>
    </p:spTree>
    <p:extLst>
      <p:ext uri="{BB962C8B-B14F-4D97-AF65-F5344CB8AC3E}">
        <p14:creationId xmlns:p14="http://schemas.microsoft.com/office/powerpoint/2010/main" val="2473387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A8CB0-8EA9-8086-4AF3-6EB67E3495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8AA6D-2D7D-7FC5-125A-F02CEF017075}"/>
              </a:ext>
            </a:extLst>
          </p:cNvPr>
          <p:cNvSpPr>
            <a:spLocks noGrp="1"/>
          </p:cNvSpPr>
          <p:nvPr>
            <p:ph type="title"/>
          </p:nvPr>
        </p:nvSpPr>
        <p:spPr/>
        <p:txBody>
          <a:bodyPr/>
          <a:lstStyle/>
          <a:p>
            <a:r>
              <a:rPr lang="en-US"/>
              <a:t>Objectives</a:t>
            </a:r>
          </a:p>
        </p:txBody>
      </p:sp>
      <p:sp>
        <p:nvSpPr>
          <p:cNvPr id="3" name="Content Placeholder 2">
            <a:extLst>
              <a:ext uri="{FF2B5EF4-FFF2-40B4-BE49-F238E27FC236}">
                <a16:creationId xmlns:a16="http://schemas.microsoft.com/office/drawing/2014/main" id="{86556C5E-73C9-89AE-EA06-C517C5F84F1E}"/>
              </a:ext>
            </a:extLst>
          </p:cNvPr>
          <p:cNvSpPr>
            <a:spLocks noGrp="1"/>
          </p:cNvSpPr>
          <p:nvPr>
            <p:ph idx="1"/>
          </p:nvPr>
        </p:nvSpPr>
        <p:spPr>
          <a:xfrm>
            <a:off x="838200" y="1838763"/>
            <a:ext cx="10515600" cy="4351338"/>
          </a:xfrm>
        </p:spPr>
        <p:txBody>
          <a:bodyPr vert="horz" lIns="91440" tIns="45720" rIns="91440" bIns="45720" rtlCol="0" anchor="t">
            <a:normAutofit/>
          </a:bodyPr>
          <a:lstStyle/>
          <a:p>
            <a:pPr marL="0" indent="0">
              <a:buNone/>
            </a:pPr>
            <a:r>
              <a:rPr lang="en-US">
                <a:ea typeface="Calibri"/>
                <a:cs typeface="Calibri"/>
              </a:rPr>
              <a:t>By the end of this laboratory, you will be able to:</a:t>
            </a:r>
          </a:p>
          <a:p>
            <a:r>
              <a:rPr lang="en-US">
                <a:latin typeface="Source Sans Pro"/>
                <a:ea typeface="Calibri"/>
                <a:cs typeface="Calibri"/>
              </a:rPr>
              <a:t>Familiarize with the main physical mechanisms controlling flow over orography;</a:t>
            </a:r>
          </a:p>
          <a:p>
            <a:r>
              <a:rPr lang="en-US">
                <a:ea typeface="Calibri"/>
                <a:cs typeface="Calibri"/>
              </a:rPr>
              <a:t>Gain practical experience in configuring, compiling, and running idealized WRF cases;</a:t>
            </a:r>
          </a:p>
          <a:p>
            <a:r>
              <a:rPr lang="en-US">
                <a:ea typeface="Calibri"/>
                <a:cs typeface="Calibri"/>
              </a:rPr>
              <a:t>Visualize and interpret model outputs.</a:t>
            </a:r>
          </a:p>
        </p:txBody>
      </p:sp>
      <p:sp>
        <p:nvSpPr>
          <p:cNvPr id="6" name="Slide Number Placeholder 5">
            <a:extLst>
              <a:ext uri="{FF2B5EF4-FFF2-40B4-BE49-F238E27FC236}">
                <a16:creationId xmlns:a16="http://schemas.microsoft.com/office/drawing/2014/main" id="{0B14F07F-700C-7EB2-8019-A8BD498210E0}"/>
              </a:ext>
            </a:extLst>
          </p:cNvPr>
          <p:cNvSpPr>
            <a:spLocks noGrp="1"/>
          </p:cNvSpPr>
          <p:nvPr>
            <p:ph type="sldNum" sz="quarter" idx="12"/>
          </p:nvPr>
        </p:nvSpPr>
        <p:spPr/>
        <p:txBody>
          <a:bodyPr/>
          <a:lstStyle/>
          <a:p>
            <a:r>
              <a:rPr lang="en-US">
                <a:ea typeface="Calibri"/>
                <a:cs typeface="Calibri"/>
              </a:rPr>
              <a:t>3</a:t>
            </a:r>
          </a:p>
        </p:txBody>
      </p:sp>
    </p:spTree>
    <p:extLst>
      <p:ext uri="{BB962C8B-B14F-4D97-AF65-F5344CB8AC3E}">
        <p14:creationId xmlns:p14="http://schemas.microsoft.com/office/powerpoint/2010/main" val="672341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25D97A9-AC68-B934-66A6-660F49E79D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98917-E5B9-47FF-1FD4-17D4CF10496F}"/>
              </a:ext>
            </a:extLst>
          </p:cNvPr>
          <p:cNvSpPr>
            <a:spLocks noGrp="1"/>
          </p:cNvSpPr>
          <p:nvPr>
            <p:ph idx="1"/>
          </p:nvPr>
        </p:nvSpPr>
        <p:spPr>
          <a:xfrm>
            <a:off x="4562167" y="2093275"/>
            <a:ext cx="6502810" cy="3775897"/>
          </a:xfrm>
        </p:spPr>
        <p:txBody>
          <a:bodyPr vert="horz" lIns="91440" tIns="45720" rIns="91440" bIns="45720" rtlCol="0" anchor="t">
            <a:normAutofit/>
          </a:bodyPr>
          <a:lstStyle/>
          <a:p>
            <a:pPr marL="0" indent="0">
              <a:buNone/>
            </a:pPr>
            <a:r>
              <a:rPr lang="it-IT" sz="2000" err="1">
                <a:cs typeface="Calibri" panose="020F0502020204030204"/>
              </a:rPr>
              <a:t>When</a:t>
            </a:r>
            <a:r>
              <a:rPr lang="it-IT" sz="2000">
                <a:cs typeface="Calibri" panose="020F0502020204030204"/>
              </a:rPr>
              <a:t> </a:t>
            </a:r>
            <a:r>
              <a:rPr lang="it-IT" sz="2000" err="1">
                <a:cs typeface="Calibri" panose="020F0502020204030204"/>
              </a:rPr>
              <a:t>statically</a:t>
            </a:r>
            <a:r>
              <a:rPr lang="it-IT" sz="2000">
                <a:cs typeface="Calibri" panose="020F0502020204030204"/>
              </a:rPr>
              <a:t> </a:t>
            </a:r>
            <a:r>
              <a:rPr lang="it-IT" sz="2000" err="1">
                <a:cs typeface="Calibri" panose="020F0502020204030204"/>
              </a:rPr>
              <a:t>stable</a:t>
            </a:r>
            <a:r>
              <a:rPr lang="it-IT" sz="2000">
                <a:cs typeface="Calibri" panose="020F0502020204030204"/>
              </a:rPr>
              <a:t> air flows with speed U over a </a:t>
            </a:r>
            <a:r>
              <a:rPr lang="it-IT" sz="2000" err="1">
                <a:cs typeface="Calibri" panose="020F0502020204030204"/>
              </a:rPr>
              <a:t>hill</a:t>
            </a:r>
            <a:r>
              <a:rPr lang="it-IT" sz="2000">
                <a:cs typeface="Calibri" panose="020F0502020204030204"/>
              </a:rPr>
              <a:t> (3D) or </a:t>
            </a:r>
            <a:r>
              <a:rPr lang="it-IT" sz="2000" err="1">
                <a:cs typeface="Calibri" panose="020F0502020204030204"/>
              </a:rPr>
              <a:t>ridge</a:t>
            </a:r>
            <a:r>
              <a:rPr lang="it-IT" sz="2000">
                <a:cs typeface="Calibri" panose="020F0502020204030204"/>
              </a:rPr>
              <a:t> (2D), </a:t>
            </a:r>
            <a:r>
              <a:rPr lang="it-IT" sz="2000" err="1">
                <a:cs typeface="Calibri" panose="020F0502020204030204"/>
              </a:rPr>
              <a:t>it</a:t>
            </a:r>
            <a:r>
              <a:rPr lang="it-IT" sz="2000">
                <a:cs typeface="Calibri" panose="020F0502020204030204"/>
              </a:rPr>
              <a:t> </a:t>
            </a:r>
            <a:r>
              <a:rPr lang="it-IT" sz="2000" err="1">
                <a:cs typeface="Calibri" panose="020F0502020204030204"/>
              </a:rPr>
              <a:t>is</a:t>
            </a:r>
            <a:r>
              <a:rPr lang="it-IT" sz="2000">
                <a:cs typeface="Calibri" panose="020F0502020204030204"/>
              </a:rPr>
              <a:t> set </a:t>
            </a:r>
            <a:r>
              <a:rPr lang="it-IT" sz="2000" err="1">
                <a:cs typeface="Calibri" panose="020F0502020204030204"/>
              </a:rPr>
              <a:t>into</a:t>
            </a:r>
            <a:r>
              <a:rPr lang="it-IT" sz="2000">
                <a:cs typeface="Calibri" panose="020F0502020204030204"/>
              </a:rPr>
              <a:t> </a:t>
            </a:r>
            <a:r>
              <a:rPr lang="it-IT" sz="2000" err="1">
                <a:cs typeface="Calibri" panose="020F0502020204030204"/>
              </a:rPr>
              <a:t>oscillation</a:t>
            </a:r>
            <a:r>
              <a:rPr lang="it-IT" sz="2000">
                <a:cs typeface="Calibri" panose="020F0502020204030204"/>
              </a:rPr>
              <a:t> </a:t>
            </a:r>
            <a:r>
              <a:rPr lang="it-IT" sz="2000" err="1">
                <a:cs typeface="Calibri" panose="020F0502020204030204"/>
              </a:rPr>
              <a:t>at</a:t>
            </a:r>
            <a:r>
              <a:rPr lang="it-IT" sz="2000">
                <a:cs typeface="Calibri" panose="020F0502020204030204"/>
              </a:rPr>
              <a:t> the </a:t>
            </a:r>
            <a:r>
              <a:rPr lang="it-IT" sz="2000" err="1">
                <a:cs typeface="Calibri" panose="020F0502020204030204"/>
              </a:rPr>
              <a:t>Brunt-Väisälä</a:t>
            </a:r>
            <a:r>
              <a:rPr lang="it-IT" sz="2000">
                <a:cs typeface="Calibri" panose="020F0502020204030204"/>
              </a:rPr>
              <a:t> frequency, N.</a:t>
            </a:r>
          </a:p>
          <a:p>
            <a:pPr marL="0" indent="0">
              <a:buNone/>
            </a:pPr>
            <a:r>
              <a:rPr lang="it-IT" sz="2000">
                <a:cs typeface="Calibri" panose="020F0502020204030204"/>
              </a:rPr>
              <a:t>For </a:t>
            </a:r>
            <a:r>
              <a:rPr lang="it-IT" sz="2000" err="1">
                <a:cs typeface="Calibri" panose="020F0502020204030204"/>
              </a:rPr>
              <a:t>individual</a:t>
            </a:r>
            <a:r>
              <a:rPr lang="it-IT" sz="2000">
                <a:cs typeface="Calibri" panose="020F0502020204030204"/>
              </a:rPr>
              <a:t> </a:t>
            </a:r>
            <a:r>
              <a:rPr lang="it-IT" sz="2000" err="1">
                <a:cs typeface="Calibri" panose="020F0502020204030204"/>
              </a:rPr>
              <a:t>hills</a:t>
            </a:r>
            <a:r>
              <a:rPr lang="it-IT" sz="2000">
                <a:cs typeface="Calibri" panose="020F0502020204030204"/>
              </a:rPr>
              <a:t>, some air can flow </a:t>
            </a:r>
            <a:r>
              <a:rPr lang="it-IT" sz="2000" err="1">
                <a:cs typeface="Calibri" panose="020F0502020204030204"/>
              </a:rPr>
              <a:t>around</a:t>
            </a:r>
            <a:r>
              <a:rPr lang="it-IT" sz="2000">
                <a:cs typeface="Calibri" panose="020F0502020204030204"/>
              </a:rPr>
              <a:t> the </a:t>
            </a:r>
            <a:r>
              <a:rPr lang="it-IT" sz="2000" err="1">
                <a:cs typeface="Calibri" panose="020F0502020204030204"/>
              </a:rPr>
              <a:t>hill</a:t>
            </a:r>
            <a:r>
              <a:rPr lang="it-IT" sz="2000">
                <a:cs typeface="Calibri" panose="020F0502020204030204"/>
              </a:rPr>
              <a:t> </a:t>
            </a:r>
            <a:r>
              <a:rPr lang="it-IT" sz="2000" err="1">
                <a:cs typeface="Calibri" panose="020F0502020204030204"/>
              </a:rPr>
              <a:t>rather</a:t>
            </a:r>
            <a:r>
              <a:rPr lang="it-IT" sz="2000">
                <a:cs typeface="Calibri" panose="020F0502020204030204"/>
              </a:rPr>
              <a:t> </a:t>
            </a:r>
            <a:r>
              <a:rPr lang="it-IT" sz="2000" err="1">
                <a:cs typeface="Calibri" panose="020F0502020204030204"/>
              </a:rPr>
              <a:t>than</a:t>
            </a:r>
            <a:r>
              <a:rPr lang="it-IT" sz="2000">
                <a:cs typeface="Calibri" panose="020F0502020204030204"/>
              </a:rPr>
              <a:t> over the top. </a:t>
            </a:r>
            <a:r>
              <a:rPr lang="it-IT" sz="2000" err="1">
                <a:cs typeface="Calibri" panose="020F0502020204030204"/>
              </a:rPr>
              <a:t>When</a:t>
            </a:r>
            <a:r>
              <a:rPr lang="it-IT" sz="2000">
                <a:cs typeface="Calibri" panose="020F0502020204030204"/>
              </a:rPr>
              <a:t> </a:t>
            </a:r>
            <a:r>
              <a:rPr lang="it-IT" sz="2000" err="1">
                <a:cs typeface="Calibri" panose="020F0502020204030204"/>
              </a:rPr>
              <a:t>less</a:t>
            </a:r>
            <a:r>
              <a:rPr lang="it-IT" sz="2000">
                <a:cs typeface="Calibri" panose="020F0502020204030204"/>
              </a:rPr>
              <a:t> air flows over the top, </a:t>
            </a:r>
            <a:r>
              <a:rPr lang="it-IT" sz="2000" err="1">
                <a:cs typeface="Calibri" panose="020F0502020204030204"/>
              </a:rPr>
              <a:t>shallower</a:t>
            </a:r>
            <a:r>
              <a:rPr lang="it-IT" sz="2000">
                <a:cs typeface="Calibri" panose="020F0502020204030204"/>
              </a:rPr>
              <a:t> </a:t>
            </a:r>
            <a:r>
              <a:rPr lang="it-IT" sz="2000" err="1">
                <a:cs typeface="Calibri" panose="020F0502020204030204"/>
              </a:rPr>
              <a:t>waves</a:t>
            </a:r>
            <a:r>
              <a:rPr lang="it-IT" sz="2000">
                <a:cs typeface="Calibri" panose="020F0502020204030204"/>
              </a:rPr>
              <a:t> form.</a:t>
            </a:r>
          </a:p>
          <a:p>
            <a:pPr marL="0" indent="0">
              <a:buNone/>
            </a:pPr>
            <a:r>
              <a:rPr lang="it-IT" sz="2000">
                <a:cs typeface="Calibri" panose="020F0502020204030204"/>
              </a:rPr>
              <a:t>How, and </a:t>
            </a:r>
            <a:r>
              <a:rPr lang="it-IT" sz="2000" err="1">
                <a:cs typeface="Calibri" panose="020F0502020204030204"/>
              </a:rPr>
              <a:t>wether</a:t>
            </a:r>
            <a:r>
              <a:rPr lang="it-IT" sz="2000">
                <a:cs typeface="Calibri" panose="020F0502020204030204"/>
              </a:rPr>
              <a:t>, the flow </a:t>
            </a:r>
            <a:r>
              <a:rPr lang="it-IT" sz="2000" err="1">
                <a:cs typeface="Calibri" panose="020F0502020204030204"/>
              </a:rPr>
              <a:t>propagates</a:t>
            </a:r>
            <a:r>
              <a:rPr lang="it-IT" sz="2000">
                <a:cs typeface="Calibri" panose="020F0502020204030204"/>
              </a:rPr>
              <a:t> downstream </a:t>
            </a:r>
            <a:r>
              <a:rPr lang="it-IT" sz="2000" err="1">
                <a:cs typeface="Calibri" panose="020F0502020204030204"/>
              </a:rPr>
              <a:t>depends</a:t>
            </a:r>
            <a:r>
              <a:rPr lang="it-IT" sz="2000">
                <a:cs typeface="Calibri" panose="020F0502020204030204"/>
              </a:rPr>
              <a:t> </a:t>
            </a:r>
            <a:r>
              <a:rPr lang="it-IT" sz="2000" err="1">
                <a:cs typeface="Calibri" panose="020F0502020204030204"/>
              </a:rPr>
              <a:t>both</a:t>
            </a:r>
            <a:r>
              <a:rPr lang="it-IT" sz="2000">
                <a:cs typeface="Calibri" panose="020F0502020204030204"/>
              </a:rPr>
              <a:t> on the </a:t>
            </a:r>
            <a:r>
              <a:rPr lang="it-IT" sz="2000" err="1">
                <a:cs typeface="Calibri" panose="020F0502020204030204"/>
              </a:rPr>
              <a:t>geometric</a:t>
            </a:r>
            <a:r>
              <a:rPr lang="it-IT" sz="2000">
                <a:cs typeface="Calibri" panose="020F0502020204030204"/>
              </a:rPr>
              <a:t> </a:t>
            </a:r>
            <a:r>
              <a:rPr lang="it-IT" sz="2000" err="1">
                <a:cs typeface="Calibri" panose="020F0502020204030204"/>
              </a:rPr>
              <a:t>aspects</a:t>
            </a:r>
            <a:r>
              <a:rPr lang="it-IT" sz="2000">
                <a:cs typeface="Calibri" panose="020F0502020204030204"/>
              </a:rPr>
              <a:t> of the </a:t>
            </a:r>
            <a:r>
              <a:rPr lang="it-IT" sz="2000" err="1">
                <a:cs typeface="Calibri" panose="020F0502020204030204"/>
              </a:rPr>
              <a:t>barrier</a:t>
            </a:r>
            <a:r>
              <a:rPr lang="it-IT" sz="2000">
                <a:cs typeface="Calibri" panose="020F0502020204030204"/>
              </a:rPr>
              <a:t>, and the </a:t>
            </a:r>
            <a:r>
              <a:rPr lang="it-IT" sz="2000" err="1">
                <a:cs typeface="Calibri" panose="020F0502020204030204"/>
              </a:rPr>
              <a:t>characteristics</a:t>
            </a:r>
            <a:r>
              <a:rPr lang="it-IT" sz="2000">
                <a:cs typeface="Calibri" panose="020F0502020204030204"/>
              </a:rPr>
              <a:t> of the flow, and </a:t>
            </a:r>
            <a:r>
              <a:rPr lang="it-IT" sz="2000" err="1">
                <a:cs typeface="Calibri" panose="020F0502020204030204"/>
              </a:rPr>
              <a:t>it</a:t>
            </a:r>
            <a:r>
              <a:rPr lang="it-IT" sz="2000">
                <a:cs typeface="Calibri" panose="020F0502020204030204"/>
              </a:rPr>
              <a:t> can be </a:t>
            </a:r>
            <a:r>
              <a:rPr lang="it-IT" sz="2000" err="1">
                <a:cs typeface="Calibri" panose="020F0502020204030204"/>
              </a:rPr>
              <a:t>studied</a:t>
            </a:r>
            <a:r>
              <a:rPr lang="it-IT" sz="2000">
                <a:cs typeface="Calibri" panose="020F0502020204030204"/>
              </a:rPr>
              <a:t> </a:t>
            </a:r>
            <a:r>
              <a:rPr lang="it-IT" sz="2000" err="1">
                <a:cs typeface="Calibri" panose="020F0502020204030204"/>
              </a:rPr>
              <a:t>defining</a:t>
            </a:r>
            <a:r>
              <a:rPr lang="it-IT" sz="2000">
                <a:cs typeface="Calibri" panose="020F0502020204030204"/>
              </a:rPr>
              <a:t> some </a:t>
            </a:r>
            <a:r>
              <a:rPr lang="it-IT" sz="2000" err="1">
                <a:cs typeface="Calibri" panose="020F0502020204030204"/>
              </a:rPr>
              <a:t>parameters</a:t>
            </a:r>
            <a:r>
              <a:rPr lang="it-IT" sz="2000">
                <a:cs typeface="Calibri" panose="020F0502020204030204"/>
              </a:rPr>
              <a:t>.</a:t>
            </a:r>
          </a:p>
          <a:p>
            <a:pPr marL="0" indent="0">
              <a:buNone/>
            </a:pPr>
            <a:endParaRPr lang="it-IT" sz="2000" i="1">
              <a:cs typeface="Calibri" panose="020F0502020204030204"/>
            </a:endParaRPr>
          </a:p>
        </p:txBody>
      </p:sp>
      <p:sp>
        <p:nvSpPr>
          <p:cNvPr id="5" name="Slide Number Placeholder 4">
            <a:extLst>
              <a:ext uri="{FF2B5EF4-FFF2-40B4-BE49-F238E27FC236}">
                <a16:creationId xmlns:a16="http://schemas.microsoft.com/office/drawing/2014/main" id="{3EB9B315-10B7-89E6-E917-8B5A74110B2C}"/>
              </a:ext>
            </a:extLst>
          </p:cNvPr>
          <p:cNvSpPr>
            <a:spLocks noGrp="1"/>
          </p:cNvSpPr>
          <p:nvPr>
            <p:ph type="sldNum" sz="quarter" idx="12"/>
          </p:nvPr>
        </p:nvSpPr>
        <p:spPr/>
        <p:txBody>
          <a:bodyPr/>
          <a:lstStyle/>
          <a:p>
            <a:fld id="{48F63A3B-78C7-47BE-AE5E-E10140E04643}" type="slidenum">
              <a:rPr lang="en-US" dirty="0"/>
              <a:t>4</a:t>
            </a:fld>
            <a:endParaRPr lang="en-US"/>
          </a:p>
        </p:txBody>
      </p:sp>
      <p:pic>
        <p:nvPicPr>
          <p:cNvPr id="4" name="Immagine 3" descr="Immagine che contiene diagramma, linea, schizzo, Diagramma&#10;&#10;Il contenuto generato dall&amp;#39;IA potrebbe non essere corretto.">
            <a:extLst>
              <a:ext uri="{FF2B5EF4-FFF2-40B4-BE49-F238E27FC236}">
                <a16:creationId xmlns:a16="http://schemas.microsoft.com/office/drawing/2014/main" id="{8CAC41EB-9DEA-C08E-6E3D-A54EF2E187EC}"/>
              </a:ext>
            </a:extLst>
          </p:cNvPr>
          <p:cNvPicPr>
            <a:picLocks noChangeAspect="1"/>
          </p:cNvPicPr>
          <p:nvPr/>
        </p:nvPicPr>
        <p:blipFill>
          <a:blip r:embed="rId2"/>
          <a:stretch>
            <a:fillRect/>
          </a:stretch>
        </p:blipFill>
        <p:spPr>
          <a:xfrm>
            <a:off x="838200" y="1882719"/>
            <a:ext cx="3397835" cy="1983209"/>
          </a:xfrm>
          <a:prstGeom prst="rect">
            <a:avLst/>
          </a:prstGeom>
        </p:spPr>
      </p:pic>
      <p:sp>
        <p:nvSpPr>
          <p:cNvPr id="10" name="Title 1">
            <a:extLst>
              <a:ext uri="{FF2B5EF4-FFF2-40B4-BE49-F238E27FC236}">
                <a16:creationId xmlns:a16="http://schemas.microsoft.com/office/drawing/2014/main" id="{435D0814-AD36-D318-41E7-256AEC9A3EBA}"/>
              </a:ext>
            </a:extLst>
          </p:cNvPr>
          <p:cNvSpPr>
            <a:spLocks noGrp="1"/>
          </p:cNvSpPr>
          <p:nvPr>
            <p:ph type="title"/>
          </p:nvPr>
        </p:nvSpPr>
        <p:spPr>
          <a:xfrm>
            <a:off x="838200" y="365125"/>
            <a:ext cx="10515600" cy="1325563"/>
          </a:xfrm>
        </p:spPr>
        <p:txBody>
          <a:bodyPr/>
          <a:lstStyle/>
          <a:p>
            <a:r>
              <a:rPr lang="en-US"/>
              <a:t>Objectives</a:t>
            </a:r>
          </a:p>
        </p:txBody>
      </p:sp>
    </p:spTree>
    <p:extLst>
      <p:ext uri="{BB962C8B-B14F-4D97-AF65-F5344CB8AC3E}">
        <p14:creationId xmlns:p14="http://schemas.microsoft.com/office/powerpoint/2010/main" val="1117886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70651-DD15-9A81-BF50-CC984D8D1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D0DE7-471C-69F8-BD38-FE8B2DEEC46F}"/>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C7F323FA-3BE4-1481-5C3A-FF9D3B9E0521}"/>
              </a:ext>
            </a:extLst>
          </p:cNvPr>
          <p:cNvSpPr>
            <a:spLocks noGrp="1"/>
          </p:cNvSpPr>
          <p:nvPr>
            <p:ph idx="1"/>
          </p:nvPr>
        </p:nvSpPr>
        <p:spPr>
          <a:xfrm>
            <a:off x="838200" y="1552811"/>
            <a:ext cx="10515600" cy="4624152"/>
          </a:xfrm>
        </p:spPr>
        <p:txBody>
          <a:bodyPr vert="horz" lIns="91440" tIns="45720" rIns="91440" bIns="45720" rtlCol="0" anchor="t">
            <a:normAutofit/>
          </a:bodyPr>
          <a:lstStyle/>
          <a:p>
            <a:pPr marL="0" indent="0">
              <a:buNone/>
            </a:pPr>
            <a:r>
              <a:rPr lang="en-US" sz="2400">
                <a:ea typeface="Calibri" panose="020F0502020204030204"/>
                <a:cs typeface="Calibri" panose="020F0502020204030204"/>
              </a:rPr>
              <a:t>Weather Research and Forecasting (WRF) model</a:t>
            </a:r>
          </a:p>
          <a:p>
            <a:pPr marL="0" indent="0">
              <a:buNone/>
            </a:pPr>
            <a:endParaRPr lang="en-US" sz="1800">
              <a:ea typeface="Calibri"/>
              <a:cs typeface="Calibri"/>
            </a:endParaRPr>
          </a:p>
          <a:p>
            <a:pPr marL="0" indent="0">
              <a:buNone/>
            </a:pPr>
            <a:endParaRPr lang="en-US" sz="1800">
              <a:ea typeface="Calibri"/>
              <a:cs typeface="Calibri"/>
            </a:endParaRPr>
          </a:p>
        </p:txBody>
      </p:sp>
      <p:sp>
        <p:nvSpPr>
          <p:cNvPr id="5" name="Slide Number Placeholder 4">
            <a:extLst>
              <a:ext uri="{FF2B5EF4-FFF2-40B4-BE49-F238E27FC236}">
                <a16:creationId xmlns:a16="http://schemas.microsoft.com/office/drawing/2014/main" id="{0979FC5E-D390-0BF9-ED44-8144CA90DAA6}"/>
              </a:ext>
            </a:extLst>
          </p:cNvPr>
          <p:cNvSpPr>
            <a:spLocks noGrp="1"/>
          </p:cNvSpPr>
          <p:nvPr>
            <p:ph type="sldNum" sz="quarter" idx="12"/>
          </p:nvPr>
        </p:nvSpPr>
        <p:spPr/>
        <p:txBody>
          <a:bodyPr/>
          <a:lstStyle/>
          <a:p>
            <a:fld id="{48F63A3B-78C7-47BE-AE5E-E10140E04643}" type="slidenum">
              <a:rPr lang="en-US" dirty="0"/>
              <a:t>5</a:t>
            </a:fld>
            <a:endParaRPr lang="en-US"/>
          </a:p>
        </p:txBody>
      </p:sp>
      <p:sp>
        <p:nvSpPr>
          <p:cNvPr id="4" name="TextBox 3">
            <a:extLst>
              <a:ext uri="{FF2B5EF4-FFF2-40B4-BE49-F238E27FC236}">
                <a16:creationId xmlns:a16="http://schemas.microsoft.com/office/drawing/2014/main" id="{1947CB61-6877-58A9-3B7A-2164C2415F12}"/>
              </a:ext>
            </a:extLst>
          </p:cNvPr>
          <p:cNvSpPr txBox="1"/>
          <p:nvPr/>
        </p:nvSpPr>
        <p:spPr>
          <a:xfrm>
            <a:off x="835959" y="2259106"/>
            <a:ext cx="6979023"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
            </a:r>
            <a:r>
              <a:rPr lang="en-US" sz="2000"/>
              <a:t>A state-of-the-art mesoscale numerical weather prediction system designed for both atmospheric research and operational forecasting applications.​</a:t>
            </a:r>
            <a:endParaRPr lang="en-US" sz="2000">
              <a:ea typeface="Calibri"/>
              <a:cs typeface="Calibri"/>
            </a:endParaRPr>
          </a:p>
          <a:p>
            <a:r>
              <a:rPr lang="en-US" sz="2000"/>
              <a:t>The model serves a wide range of meteorological applications across scales from tens of meters to thousands of kilometers. ​</a:t>
            </a:r>
            <a:endParaRPr lang="en-US" sz="2000">
              <a:ea typeface="Calibri"/>
              <a:cs typeface="Calibri"/>
            </a:endParaRPr>
          </a:p>
          <a:p>
            <a:r>
              <a:rPr lang="en-US" sz="2000"/>
              <a:t>For researchers, WRF can produce simulations based on actual atmospheric conditions (i.e., from observations and analyses) or idealized conditions.​</a:t>
            </a:r>
            <a:endParaRPr lang="en-US" sz="2000">
              <a:ea typeface="Calibri"/>
              <a:cs typeface="Calibri"/>
            </a:endParaRPr>
          </a:p>
          <a:p>
            <a:r>
              <a:rPr lang="en-US" sz="2000"/>
              <a:t>​</a:t>
            </a:r>
            <a:endParaRPr lang="en-US" sz="2000">
              <a:ea typeface="Calibri"/>
              <a:cs typeface="Calibri"/>
            </a:endParaRPr>
          </a:p>
          <a:p>
            <a:r>
              <a:rPr lang="en-US" sz="2000"/>
              <a:t>Current version is 4.6</a:t>
            </a:r>
            <a:endParaRPr lang="en-US" sz="2000">
              <a:ea typeface="Calibri"/>
              <a:cs typeface="Calibri"/>
            </a:endParaRPr>
          </a:p>
        </p:txBody>
      </p:sp>
      <p:pic>
        <p:nvPicPr>
          <p:cNvPr id="6" name="Picture 5" descr="Weather Research and Forecasting Model · GitHub">
            <a:extLst>
              <a:ext uri="{FF2B5EF4-FFF2-40B4-BE49-F238E27FC236}">
                <a16:creationId xmlns:a16="http://schemas.microsoft.com/office/drawing/2014/main" id="{1BEEE393-8A1F-C7A1-7AEB-097233A03AA3}"/>
              </a:ext>
            </a:extLst>
          </p:cNvPr>
          <p:cNvPicPr>
            <a:picLocks noChangeAspect="1"/>
          </p:cNvPicPr>
          <p:nvPr/>
        </p:nvPicPr>
        <p:blipFill>
          <a:blip r:embed="rId2"/>
          <a:stretch>
            <a:fillRect/>
          </a:stretch>
        </p:blipFill>
        <p:spPr>
          <a:xfrm>
            <a:off x="8615957" y="2721386"/>
            <a:ext cx="1409139" cy="1409139"/>
          </a:xfrm>
          <a:prstGeom prst="rect">
            <a:avLst/>
          </a:prstGeom>
        </p:spPr>
      </p:pic>
    </p:spTree>
    <p:extLst>
      <p:ext uri="{BB962C8B-B14F-4D97-AF65-F5344CB8AC3E}">
        <p14:creationId xmlns:p14="http://schemas.microsoft.com/office/powerpoint/2010/main" val="233502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C518-C6BE-7C9C-5FAF-175A9C14F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7CDB8-9CEC-0CA7-FD05-6A44EFBC502D}"/>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2BC3AB38-0C32-3A40-DD6B-3EB8D07B5F9F}"/>
              </a:ext>
            </a:extLst>
          </p:cNvPr>
          <p:cNvSpPr>
            <a:spLocks noGrp="1"/>
          </p:cNvSpPr>
          <p:nvPr>
            <p:ph idx="1"/>
          </p:nvPr>
        </p:nvSpPr>
        <p:spPr>
          <a:xfrm>
            <a:off x="838200" y="1552811"/>
            <a:ext cx="10515600" cy="4624152"/>
          </a:xfrm>
        </p:spPr>
        <p:txBody>
          <a:bodyPr vert="horz" lIns="91440" tIns="45720" rIns="91440" bIns="45720" rtlCol="0" anchor="t">
            <a:normAutofit/>
          </a:bodyPr>
          <a:lstStyle/>
          <a:p>
            <a:pPr marL="0" indent="0">
              <a:buNone/>
            </a:pPr>
            <a:r>
              <a:rPr lang="en-US" sz="2400">
                <a:ea typeface="Calibri" panose="020F0502020204030204"/>
                <a:cs typeface="Calibri" panose="020F0502020204030204"/>
              </a:rPr>
              <a:t>Weather Research and Forecasting (WRF) model</a:t>
            </a:r>
          </a:p>
          <a:p>
            <a:pPr marL="0" defTabSz="457200">
              <a:lnSpc>
                <a:spcPct val="100000"/>
              </a:lnSpc>
              <a:buNone/>
            </a:pPr>
            <a:r>
              <a:rPr lang="en-US" sz="2000">
                <a:latin typeface="+mn-lt"/>
                <a:ea typeface="+mn-ea"/>
              </a:rPr>
              <a:t>What can WRF be used for?</a:t>
            </a:r>
            <a:endParaRPr lang="it-IT" sz="2000">
              <a:latin typeface="+mn-lt"/>
              <a:ea typeface="+mn-ea"/>
            </a:endParaRPr>
          </a:p>
          <a:p>
            <a:pPr marL="0" indent="-285750" defTabSz="457200"/>
            <a:r>
              <a:rPr lang="en-US" sz="2000">
                <a:latin typeface="+mn-lt"/>
                <a:ea typeface="+mn-ea"/>
              </a:rPr>
              <a:t>Atmospheric physics/parameterization research</a:t>
            </a:r>
          </a:p>
          <a:p>
            <a:pPr marL="0" indent="-285750" defTabSz="457200"/>
            <a:r>
              <a:rPr lang="en-US" sz="2000">
                <a:latin typeface="+mn-lt"/>
                <a:ea typeface="+mn-ea"/>
              </a:rPr>
              <a:t>Case study research</a:t>
            </a:r>
          </a:p>
          <a:p>
            <a:pPr marL="0" indent="-285750" defTabSz="457200"/>
            <a:r>
              <a:rPr lang="en-US" sz="2000">
                <a:latin typeface="+mn-lt"/>
                <a:ea typeface="+mn-ea"/>
              </a:rPr>
              <a:t>Real-time NWP and forecast system research</a:t>
            </a:r>
          </a:p>
          <a:p>
            <a:pPr marL="0" indent="-285750" defTabSz="457200"/>
            <a:r>
              <a:rPr lang="en-US" sz="2000">
                <a:latin typeface="+mn-lt"/>
                <a:ea typeface="+mn-ea"/>
              </a:rPr>
              <a:t>Regional climate and seasonal time-scale research</a:t>
            </a:r>
          </a:p>
          <a:p>
            <a:pPr marL="0" indent="-285750" defTabSz="457200"/>
            <a:r>
              <a:rPr lang="en-US" sz="2000">
                <a:latin typeface="+mn-lt"/>
                <a:ea typeface="+mn-ea"/>
              </a:rPr>
              <a:t>Coupled chemistry applications</a:t>
            </a:r>
          </a:p>
          <a:p>
            <a:pPr marL="0" indent="-285750" defTabSz="457200"/>
            <a:r>
              <a:rPr lang="en-US" sz="2000">
                <a:latin typeface="+mn-lt"/>
                <a:ea typeface="+mn-ea"/>
              </a:rPr>
              <a:t>Global simulations</a:t>
            </a:r>
          </a:p>
          <a:p>
            <a:pPr marL="0" indent="-285750" defTabSz="457200"/>
            <a:r>
              <a:rPr lang="en-US" sz="2000">
                <a:latin typeface="+mn-lt"/>
                <a:ea typeface="+mn-ea"/>
              </a:rPr>
              <a:t>Idealized simulations at various scales (convection, baroclinic waves, LES)</a:t>
            </a:r>
          </a:p>
          <a:p>
            <a:pPr marL="0" indent="0">
              <a:buNone/>
            </a:pPr>
            <a:endParaRPr lang="en-US" sz="2400">
              <a:ea typeface="Calibri" panose="020F0502020204030204"/>
              <a:cs typeface="Calibri" panose="020F0502020204030204"/>
            </a:endParaRPr>
          </a:p>
          <a:p>
            <a:pPr marL="0" indent="0">
              <a:buNone/>
            </a:pPr>
            <a:endParaRPr lang="en-US" sz="1800">
              <a:ea typeface="Calibri"/>
              <a:cs typeface="Calibri"/>
            </a:endParaRPr>
          </a:p>
          <a:p>
            <a:pPr marL="0" indent="0">
              <a:buNone/>
            </a:pPr>
            <a:endParaRPr lang="en-US" sz="1800">
              <a:ea typeface="Calibri"/>
              <a:cs typeface="Calibri"/>
            </a:endParaRPr>
          </a:p>
        </p:txBody>
      </p:sp>
      <p:sp>
        <p:nvSpPr>
          <p:cNvPr id="5" name="Slide Number Placeholder 4">
            <a:extLst>
              <a:ext uri="{FF2B5EF4-FFF2-40B4-BE49-F238E27FC236}">
                <a16:creationId xmlns:a16="http://schemas.microsoft.com/office/drawing/2014/main" id="{44EC779E-EAE2-C266-B037-C1BD396F43EF}"/>
              </a:ext>
            </a:extLst>
          </p:cNvPr>
          <p:cNvSpPr>
            <a:spLocks noGrp="1"/>
          </p:cNvSpPr>
          <p:nvPr>
            <p:ph type="sldNum" sz="quarter" idx="12"/>
          </p:nvPr>
        </p:nvSpPr>
        <p:spPr/>
        <p:txBody>
          <a:bodyPr/>
          <a:lstStyle/>
          <a:p>
            <a:fld id="{48F63A3B-78C7-47BE-AE5E-E10140E04643}" type="slidenum">
              <a:rPr lang="en-US" dirty="0"/>
              <a:t>6</a:t>
            </a:fld>
            <a:endParaRPr lang="en-US"/>
          </a:p>
        </p:txBody>
      </p:sp>
      <p:pic>
        <p:nvPicPr>
          <p:cNvPr id="7" name="Immagine 6" descr="WRF model output showing simulated radar reflectivity (dBZ) for Typhoon Mawar at 3.3-km (2.1-mi) grid spacing. Time period is from 0000 UTC 22 August 2005 to 0000 UTC 24 August 2005.">
            <a:extLst>
              <a:ext uri="{FF2B5EF4-FFF2-40B4-BE49-F238E27FC236}">
                <a16:creationId xmlns:a16="http://schemas.microsoft.com/office/drawing/2014/main" id="{B3FD6DA9-C9B7-3900-63DB-4B7F95BA3069}"/>
              </a:ext>
            </a:extLst>
          </p:cNvPr>
          <p:cNvPicPr>
            <a:picLocks noChangeAspect="1"/>
          </p:cNvPicPr>
          <p:nvPr/>
        </p:nvPicPr>
        <p:blipFill>
          <a:blip r:embed="rId2"/>
          <a:stretch>
            <a:fillRect/>
          </a:stretch>
        </p:blipFill>
        <p:spPr>
          <a:xfrm>
            <a:off x="8477250" y="1917246"/>
            <a:ext cx="3042558" cy="2571751"/>
          </a:xfrm>
          <a:prstGeom prst="rect">
            <a:avLst/>
          </a:prstGeom>
        </p:spPr>
      </p:pic>
      <p:sp>
        <p:nvSpPr>
          <p:cNvPr id="8" name="CasellaDiTesto 7">
            <a:extLst>
              <a:ext uri="{FF2B5EF4-FFF2-40B4-BE49-F238E27FC236}">
                <a16:creationId xmlns:a16="http://schemas.microsoft.com/office/drawing/2014/main" id="{3AA4072A-EAFF-74C7-C8C0-B2BFF5503E5A}"/>
              </a:ext>
            </a:extLst>
          </p:cNvPr>
          <p:cNvSpPr txBox="1"/>
          <p:nvPr/>
        </p:nvSpPr>
        <p:spPr>
          <a:xfrm>
            <a:off x="8626928" y="4484914"/>
            <a:ext cx="147320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Source Sans Pro"/>
                <a:ea typeface="Source Sans Pro"/>
                <a:hlinkClick r:id="rId3"/>
              </a:rPr>
              <a:t>@ Atmoz</a:t>
            </a:r>
            <a:endParaRPr lang="en-US" sz="1200">
              <a:latin typeface="Source Sans Pro"/>
              <a:ea typeface="Source Sans Pro"/>
            </a:endParaRPr>
          </a:p>
        </p:txBody>
      </p:sp>
    </p:spTree>
    <p:extLst>
      <p:ext uri="{BB962C8B-B14F-4D97-AF65-F5344CB8AC3E}">
        <p14:creationId xmlns:p14="http://schemas.microsoft.com/office/powerpoint/2010/main" val="3930784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E15F1-0521-C103-44E2-47EE50A10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E0F9C-6B05-BDBC-6B42-9B50E279A35D}"/>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pic>
        <p:nvPicPr>
          <p:cNvPr id="1026" name="Picture 2">
            <a:extLst>
              <a:ext uri="{FF2B5EF4-FFF2-40B4-BE49-F238E27FC236}">
                <a16:creationId xmlns:a16="http://schemas.microsoft.com/office/drawing/2014/main" id="{4B9E3D5B-FC9B-A52A-9127-1A79D74289F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874645" y="1585874"/>
            <a:ext cx="6442710" cy="49070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399AF8C-D733-4869-5C29-5ABE5292B753}"/>
              </a:ext>
            </a:extLst>
          </p:cNvPr>
          <p:cNvSpPr txBox="1"/>
          <p:nvPr/>
        </p:nvSpPr>
        <p:spPr>
          <a:xfrm>
            <a:off x="840658" y="612549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From WRF User Guide</a:t>
            </a:r>
            <a:endParaRPr lang="en-US" i="1">
              <a:ea typeface="Calibri"/>
              <a:cs typeface="Calibri"/>
            </a:endParaRPr>
          </a:p>
        </p:txBody>
      </p:sp>
      <p:sp>
        <p:nvSpPr>
          <p:cNvPr id="5" name="Slide Number Placeholder 4">
            <a:extLst>
              <a:ext uri="{FF2B5EF4-FFF2-40B4-BE49-F238E27FC236}">
                <a16:creationId xmlns:a16="http://schemas.microsoft.com/office/drawing/2014/main" id="{7DD26881-1024-88C3-A5B0-44E6060F035B}"/>
              </a:ext>
            </a:extLst>
          </p:cNvPr>
          <p:cNvSpPr>
            <a:spLocks noGrp="1"/>
          </p:cNvSpPr>
          <p:nvPr>
            <p:ph type="sldNum" sz="quarter" idx="12"/>
          </p:nvPr>
        </p:nvSpPr>
        <p:spPr/>
        <p:txBody>
          <a:bodyPr/>
          <a:lstStyle/>
          <a:p>
            <a:fld id="{48F63A3B-78C7-47BE-AE5E-E10140E04643}" type="slidenum">
              <a:rPr lang="en-US" dirty="0"/>
              <a:t>7</a:t>
            </a:fld>
            <a:endParaRPr lang="en-US"/>
          </a:p>
        </p:txBody>
      </p:sp>
    </p:spTree>
    <p:extLst>
      <p:ext uri="{BB962C8B-B14F-4D97-AF65-F5344CB8AC3E}">
        <p14:creationId xmlns:p14="http://schemas.microsoft.com/office/powerpoint/2010/main" val="291186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rmAutofit/>
          </a:bodyPr>
          <a:lstStyle/>
          <a:p>
            <a:pPr marL="0" indent="0">
              <a:buNone/>
            </a:pPr>
            <a:r>
              <a:rPr lang="en-US">
                <a:ea typeface="Calibri" panose="020F0502020204030204"/>
                <a:cs typeface="Calibri" panose="020F0502020204030204"/>
              </a:rPr>
              <a:t>WPS and WRF Program Flow</a:t>
            </a: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F9E0C77F-B71C-BC3B-86B2-1C66974FBEAF}"/>
              </a:ext>
            </a:extLst>
          </p:cNvPr>
          <p:cNvSpPr>
            <a:spLocks noGrp="1"/>
          </p:cNvSpPr>
          <p:nvPr>
            <p:ph type="sldNum" sz="quarter" idx="12"/>
          </p:nvPr>
        </p:nvSpPr>
        <p:spPr>
          <a:xfrm>
            <a:off x="8599714" y="6356350"/>
            <a:ext cx="2743200" cy="365125"/>
          </a:xfrm>
        </p:spPr>
        <p:txBody>
          <a:bodyPr/>
          <a:lstStyle/>
          <a:p>
            <a:fld id="{48F63A3B-78C7-47BE-AE5E-E10140E04643}" type="slidenum">
              <a:rPr lang="en-US" dirty="0"/>
              <a:t>8</a:t>
            </a:fld>
            <a:endParaRPr lang="en-US"/>
          </a:p>
        </p:txBody>
      </p:sp>
      <p:pic>
        <p:nvPicPr>
          <p:cNvPr id="5" name="Picture 4" descr="A diagram of a network&#10;&#10;AI-generated content may be incorrect.">
            <a:extLst>
              <a:ext uri="{FF2B5EF4-FFF2-40B4-BE49-F238E27FC236}">
                <a16:creationId xmlns:a16="http://schemas.microsoft.com/office/drawing/2014/main" id="{7FCA6137-6F70-0CBE-F2B0-5CA201AD64F5}"/>
              </a:ext>
            </a:extLst>
          </p:cNvPr>
          <p:cNvPicPr>
            <a:picLocks noChangeAspect="1"/>
          </p:cNvPicPr>
          <p:nvPr/>
        </p:nvPicPr>
        <p:blipFill>
          <a:blip r:embed="rId3"/>
          <a:stretch>
            <a:fillRect/>
          </a:stretch>
        </p:blipFill>
        <p:spPr>
          <a:xfrm>
            <a:off x="912518" y="2326511"/>
            <a:ext cx="10376371" cy="3719569"/>
          </a:xfrm>
          <a:prstGeom prst="rect">
            <a:avLst/>
          </a:prstGeom>
        </p:spPr>
      </p:pic>
    </p:spTree>
    <p:extLst>
      <p:ext uri="{BB962C8B-B14F-4D97-AF65-F5344CB8AC3E}">
        <p14:creationId xmlns:p14="http://schemas.microsoft.com/office/powerpoint/2010/main" val="3624138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rmAutofit/>
          </a:bodyPr>
          <a:lstStyle/>
          <a:p>
            <a:pPr marL="457200" indent="-457200"/>
            <a:r>
              <a:rPr lang="en-US" sz="2400">
                <a:ea typeface="+mn-lt"/>
                <a:cs typeface="+mn-lt"/>
              </a:rPr>
              <a:t>The equation set for ARW is </a:t>
            </a:r>
            <a:r>
              <a:rPr lang="en-US" sz="2400" b="1">
                <a:ea typeface="+mn-lt"/>
                <a:cs typeface="+mn-lt"/>
              </a:rPr>
              <a:t>fully compressible, Eulerian and nonhydrostatic </a:t>
            </a:r>
            <a:r>
              <a:rPr lang="en-US" sz="2400">
                <a:ea typeface="+mn-lt"/>
                <a:cs typeface="+mn-lt"/>
              </a:rPr>
              <a:t>with a run-time hydrostatic option. </a:t>
            </a:r>
            <a:endParaRPr lang="en-US" sz="2400">
              <a:ea typeface="Calibri"/>
              <a:cs typeface="Calibri"/>
            </a:endParaRPr>
          </a:p>
          <a:p>
            <a:pPr marL="457200" indent="-457200"/>
            <a:r>
              <a:rPr lang="en-US" sz="2400">
                <a:ea typeface="+mn-lt"/>
                <a:cs typeface="+mn-lt"/>
              </a:rPr>
              <a:t>It is conservative for scalar variables. </a:t>
            </a:r>
          </a:p>
          <a:p>
            <a:pPr marL="457200" indent="-457200"/>
            <a:r>
              <a:rPr lang="en-US" sz="2400">
                <a:ea typeface="+mn-lt"/>
                <a:cs typeface="+mn-lt"/>
              </a:rPr>
              <a:t>The model uses terrain-following, </a:t>
            </a:r>
            <a:r>
              <a:rPr lang="en-US" sz="2400" b="1">
                <a:ea typeface="+mn-lt"/>
                <a:cs typeface="+mn-lt"/>
              </a:rPr>
              <a:t>hybrid sigma-pressure vertical coordinate </a:t>
            </a:r>
            <a:r>
              <a:rPr lang="en-US" sz="2400">
                <a:ea typeface="+mn-lt"/>
                <a:cs typeface="+mn-lt"/>
              </a:rPr>
              <a:t>with the top of the model being a constant pressure surface. </a:t>
            </a:r>
          </a:p>
          <a:p>
            <a:pPr marL="457200" indent="-457200"/>
            <a:r>
              <a:rPr lang="en-US" sz="2400">
                <a:ea typeface="+mn-lt"/>
                <a:cs typeface="+mn-lt"/>
              </a:rPr>
              <a:t>The horizontal grid is the </a:t>
            </a:r>
            <a:r>
              <a:rPr lang="en-US" sz="2400" b="1">
                <a:ea typeface="+mn-lt"/>
                <a:cs typeface="+mn-lt"/>
              </a:rPr>
              <a:t>Arakawa-C grid</a:t>
            </a:r>
            <a:r>
              <a:rPr lang="en-US" sz="2400">
                <a:ea typeface="+mn-lt"/>
                <a:cs typeface="+mn-lt"/>
              </a:rPr>
              <a:t>. </a:t>
            </a:r>
          </a:p>
          <a:p>
            <a:pPr marL="457200" indent="-457200"/>
            <a:r>
              <a:rPr lang="en-US" sz="2400">
                <a:ea typeface="+mn-lt"/>
                <a:cs typeface="+mn-lt"/>
              </a:rPr>
              <a:t>The time integration scheme in the model uses the third-order Runge-</a:t>
            </a:r>
            <a:r>
              <a:rPr lang="en-US" sz="2400" err="1">
                <a:ea typeface="+mn-lt"/>
                <a:cs typeface="+mn-lt"/>
              </a:rPr>
              <a:t>Kutta</a:t>
            </a:r>
            <a:r>
              <a:rPr lang="en-US" sz="2400">
                <a:ea typeface="+mn-lt"/>
                <a:cs typeface="+mn-lt"/>
              </a:rPr>
              <a:t> scheme, and the spatial discretization employs 2nd to 6th order schemes.</a:t>
            </a:r>
          </a:p>
          <a:p>
            <a:pPr marL="457200" indent="-457200"/>
            <a:r>
              <a:rPr lang="en-US" sz="2400">
                <a:ea typeface="+mn-lt"/>
                <a:cs typeface="+mn-lt"/>
              </a:rPr>
              <a:t>The model supports both idealized and real-data applications with various lateral boundary condition options. </a:t>
            </a:r>
          </a:p>
          <a:p>
            <a:pPr marL="457200" indent="-457200"/>
            <a:r>
              <a:rPr lang="en-US" sz="2400">
                <a:ea typeface="+mn-lt"/>
                <a:cs typeface="+mn-lt"/>
              </a:rPr>
              <a:t>The model also supports one-way, two-way and moving nest options.</a:t>
            </a:r>
            <a:endParaRPr lang="en-US" sz="2400">
              <a:ea typeface="Calibri" panose="020F0502020204030204"/>
              <a:cs typeface="Calibri" panose="020F0502020204030204"/>
            </a:endParaRPr>
          </a:p>
          <a:p>
            <a:pPr marL="0" indent="0">
              <a:buNone/>
            </a:pPr>
            <a:endParaRPr lang="en-US">
              <a:ea typeface="Calibri" panose="020F0502020204030204"/>
              <a:cs typeface="Calibri" panose="020F0502020204030204"/>
            </a:endParaRPr>
          </a:p>
        </p:txBody>
      </p:sp>
      <p:sp>
        <p:nvSpPr>
          <p:cNvPr id="5" name="Slide Number Placeholder 4">
            <a:extLst>
              <a:ext uri="{FF2B5EF4-FFF2-40B4-BE49-F238E27FC236}">
                <a16:creationId xmlns:a16="http://schemas.microsoft.com/office/drawing/2014/main" id="{BF2DA066-96F5-6840-5124-8A5E0C5B18C7}"/>
              </a:ext>
            </a:extLst>
          </p:cNvPr>
          <p:cNvSpPr>
            <a:spLocks noGrp="1"/>
          </p:cNvSpPr>
          <p:nvPr>
            <p:ph type="sldNum" sz="quarter" idx="12"/>
          </p:nvPr>
        </p:nvSpPr>
        <p:spPr/>
        <p:txBody>
          <a:bodyPr/>
          <a:lstStyle/>
          <a:p>
            <a:fld id="{48F63A3B-78C7-47BE-AE5E-E10140E04643}" type="slidenum">
              <a:rPr lang="en-US" dirty="0"/>
              <a:t>9</a:t>
            </a:fld>
            <a:endParaRPr lang="en-US"/>
          </a:p>
        </p:txBody>
      </p:sp>
    </p:spTree>
    <p:extLst>
      <p:ext uri="{BB962C8B-B14F-4D97-AF65-F5344CB8AC3E}">
        <p14:creationId xmlns:p14="http://schemas.microsoft.com/office/powerpoint/2010/main" val="448211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Vertical coordinates</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rmAutofit/>
          </a:bodyPr>
          <a:lstStyle/>
          <a:p>
            <a:pPr>
              <a:buNone/>
            </a:pPr>
            <a:r>
              <a:rPr lang="en-US" sz="2400">
                <a:ea typeface="+mn-lt"/>
                <a:cs typeface="+mn-lt"/>
              </a:rPr>
              <a:t>The ARW v4 uses </a:t>
            </a:r>
            <a:r>
              <a:rPr lang="en-US" sz="2600" b="1">
                <a:ea typeface="+mn-lt"/>
                <a:cs typeface="+mn-lt"/>
              </a:rPr>
              <a:t>hybrid sigma-pressure vertical coordinate </a:t>
            </a:r>
            <a:r>
              <a:rPr lang="en-US" sz="2600">
                <a:ea typeface="+mn-lt"/>
                <a:cs typeface="+mn-lt"/>
              </a:rPr>
              <a:t>defined as</a:t>
            </a:r>
            <a:endParaRPr lang="en-US" sz="2400">
              <a:ea typeface="Calibri" panose="020F0502020204030204"/>
              <a:cs typeface="Calibri" panose="020F0502020204030204"/>
            </a:endParaRPr>
          </a:p>
        </p:txBody>
      </p:sp>
      <p:sp>
        <p:nvSpPr>
          <p:cNvPr id="5" name="Slide Number Placeholder 4">
            <a:extLst>
              <a:ext uri="{FF2B5EF4-FFF2-40B4-BE49-F238E27FC236}">
                <a16:creationId xmlns:a16="http://schemas.microsoft.com/office/drawing/2014/main" id="{BF2DA066-96F5-6840-5124-8A5E0C5B18C7}"/>
              </a:ext>
            </a:extLst>
          </p:cNvPr>
          <p:cNvSpPr>
            <a:spLocks noGrp="1"/>
          </p:cNvSpPr>
          <p:nvPr>
            <p:ph type="sldNum" sz="quarter" idx="12"/>
          </p:nvPr>
        </p:nvSpPr>
        <p:spPr/>
        <p:txBody>
          <a:bodyPr/>
          <a:lstStyle/>
          <a:p>
            <a:fld id="{48F63A3B-78C7-47BE-AE5E-E10140E04643}" type="slidenum">
              <a:rPr lang="en-US" dirty="0"/>
              <a:t>10</a:t>
            </a:fld>
            <a:endParaRPr lang="en-US"/>
          </a:p>
        </p:txBody>
      </p:sp>
      <p:pic>
        <p:nvPicPr>
          <p:cNvPr id="15" name="Picture 14">
            <a:extLst>
              <a:ext uri="{FF2B5EF4-FFF2-40B4-BE49-F238E27FC236}">
                <a16:creationId xmlns:a16="http://schemas.microsoft.com/office/drawing/2014/main" id="{BBAFDC45-AFDA-B4EC-6D07-4485CC957911}"/>
              </a:ext>
            </a:extLst>
          </p:cNvPr>
          <p:cNvPicPr>
            <a:picLocks noChangeAspect="1"/>
          </p:cNvPicPr>
          <p:nvPr/>
        </p:nvPicPr>
        <p:blipFill>
          <a:blip r:embed="rId3"/>
          <a:stretch>
            <a:fillRect/>
          </a:stretch>
        </p:blipFill>
        <p:spPr>
          <a:xfrm>
            <a:off x="3638329" y="2234858"/>
            <a:ext cx="4924425" cy="428625"/>
          </a:xfrm>
          <a:prstGeom prst="rect">
            <a:avLst/>
          </a:prstGeom>
        </p:spPr>
      </p:pic>
      <p:sp>
        <p:nvSpPr>
          <p:cNvPr id="16" name="TextBox 15">
            <a:extLst>
              <a:ext uri="{FF2B5EF4-FFF2-40B4-BE49-F238E27FC236}">
                <a16:creationId xmlns:a16="http://schemas.microsoft.com/office/drawing/2014/main" id="{4B2B7117-5855-C958-2EC9-65C536A68E7E}"/>
              </a:ext>
            </a:extLst>
          </p:cNvPr>
          <p:cNvSpPr txBox="1"/>
          <p:nvPr/>
        </p:nvSpPr>
        <p:spPr>
          <a:xfrm>
            <a:off x="835572" y="3095621"/>
            <a:ext cx="642182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p</a:t>
            </a:r>
            <a:r>
              <a:rPr lang="en-US" sz="2000" baseline="-25000">
                <a:ea typeface="+mn-lt"/>
                <a:cs typeface="+mn-lt"/>
              </a:rPr>
              <a:t>0</a:t>
            </a:r>
            <a:r>
              <a:rPr lang="en-US" sz="2000">
                <a:ea typeface="+mn-lt"/>
                <a:cs typeface="+mn-lt"/>
              </a:rPr>
              <a:t>: reference sea-level pressure. </a:t>
            </a:r>
          </a:p>
          <a:p>
            <a:r>
              <a:rPr lang="en-US" sz="2000">
                <a:ea typeface="+mn-lt"/>
                <a:cs typeface="+mn-lt"/>
              </a:rPr>
              <a:t>B(η): defines the relative weighting between the terrain-following sigma coordinate and a pure pressure coordinate, such that η corresponds to the sigma coordinate for B(η) = η and reverts to a hydrostatic pressure coordinate for B(η) = 0.</a:t>
            </a:r>
          </a:p>
          <a:p>
            <a:r>
              <a:rPr lang="en-US" sz="2000">
                <a:ea typeface="+mn-lt"/>
                <a:cs typeface="+mn-lt"/>
              </a:rPr>
              <a:t>To smoothly transition from a sigma coordinate near the surface to a pressure coordinate at upper levels, B(η) is defined by a third order polynomial.</a:t>
            </a:r>
          </a:p>
        </p:txBody>
      </p:sp>
      <p:grpSp>
        <p:nvGrpSpPr>
          <p:cNvPr id="9" name="Group 8">
            <a:extLst>
              <a:ext uri="{FF2B5EF4-FFF2-40B4-BE49-F238E27FC236}">
                <a16:creationId xmlns:a16="http://schemas.microsoft.com/office/drawing/2014/main" id="{320DFD91-3FD4-0C87-8369-1767393962CA}"/>
              </a:ext>
            </a:extLst>
          </p:cNvPr>
          <p:cNvGrpSpPr/>
          <p:nvPr/>
        </p:nvGrpSpPr>
        <p:grpSpPr>
          <a:xfrm>
            <a:off x="7608794" y="3092686"/>
            <a:ext cx="3743325" cy="2913962"/>
            <a:chOff x="7608794" y="2603501"/>
            <a:chExt cx="3743325" cy="2913962"/>
          </a:xfrm>
        </p:grpSpPr>
        <p:pic>
          <p:nvPicPr>
            <p:cNvPr id="6" name="Picture 5" descr="A graph of a graph&#10;&#10;Description automatically generated">
              <a:extLst>
                <a:ext uri="{FF2B5EF4-FFF2-40B4-BE49-F238E27FC236}">
                  <a16:creationId xmlns:a16="http://schemas.microsoft.com/office/drawing/2014/main" id="{D4DBCA02-7DBA-51B0-FF91-9706345DA930}"/>
                </a:ext>
              </a:extLst>
            </p:cNvPr>
            <p:cNvPicPr>
              <a:picLocks noChangeAspect="1"/>
            </p:cNvPicPr>
            <p:nvPr/>
          </p:nvPicPr>
          <p:blipFill>
            <a:blip r:embed="rId4"/>
            <a:stretch>
              <a:fillRect/>
            </a:stretch>
          </p:blipFill>
          <p:spPr>
            <a:xfrm>
              <a:off x="7608794" y="2603501"/>
              <a:ext cx="3743325" cy="2505075"/>
            </a:xfrm>
            <a:prstGeom prst="rect">
              <a:avLst/>
            </a:prstGeom>
          </p:spPr>
        </p:pic>
        <p:sp>
          <p:nvSpPr>
            <p:cNvPr id="8" name="TextBox 7">
              <a:extLst>
                <a:ext uri="{FF2B5EF4-FFF2-40B4-BE49-F238E27FC236}">
                  <a16:creationId xmlns:a16="http://schemas.microsoft.com/office/drawing/2014/main" id="{14030D63-9B15-75B5-B3DF-A924B698C557}"/>
                </a:ext>
              </a:extLst>
            </p:cNvPr>
            <p:cNvSpPr txBox="1"/>
            <p:nvPr/>
          </p:nvSpPr>
          <p:spPr>
            <a:xfrm>
              <a:off x="8611720" y="5117353"/>
              <a:ext cx="1925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ARW coordinate</a:t>
              </a:r>
            </a:p>
          </p:txBody>
        </p:sp>
      </p:grpSp>
    </p:spTree>
    <p:extLst>
      <p:ext uri="{BB962C8B-B14F-4D97-AF65-F5344CB8AC3E}">
        <p14:creationId xmlns:p14="http://schemas.microsoft.com/office/powerpoint/2010/main" val="2016703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Vertical coordinates</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rmAutofit/>
          </a:bodyPr>
          <a:lstStyle/>
          <a:p>
            <a:pPr>
              <a:buNone/>
            </a:pPr>
            <a:r>
              <a:rPr lang="en-US" sz="2400">
                <a:ea typeface="+mn-lt"/>
                <a:cs typeface="+mn-lt"/>
              </a:rPr>
              <a:t>The ARW v4 uses </a:t>
            </a:r>
            <a:r>
              <a:rPr lang="en-US" sz="2600" b="1">
                <a:ea typeface="+mn-lt"/>
                <a:cs typeface="+mn-lt"/>
              </a:rPr>
              <a:t>hybrid sigma-pressure vertical coordinate.</a:t>
            </a:r>
            <a:endParaRPr lang="en-US" sz="2400">
              <a:ea typeface="Calibri" panose="020F0502020204030204"/>
              <a:cs typeface="Calibri" panose="020F0502020204030204"/>
            </a:endParaRPr>
          </a:p>
        </p:txBody>
      </p:sp>
      <p:sp>
        <p:nvSpPr>
          <p:cNvPr id="5" name="Slide Number Placeholder 4">
            <a:extLst>
              <a:ext uri="{FF2B5EF4-FFF2-40B4-BE49-F238E27FC236}">
                <a16:creationId xmlns:a16="http://schemas.microsoft.com/office/drawing/2014/main" id="{BF2DA066-96F5-6840-5124-8A5E0C5B18C7}"/>
              </a:ext>
            </a:extLst>
          </p:cNvPr>
          <p:cNvSpPr>
            <a:spLocks noGrp="1"/>
          </p:cNvSpPr>
          <p:nvPr>
            <p:ph type="sldNum" sz="quarter" idx="12"/>
          </p:nvPr>
        </p:nvSpPr>
        <p:spPr/>
        <p:txBody>
          <a:bodyPr/>
          <a:lstStyle/>
          <a:p>
            <a:fld id="{48F63A3B-78C7-47BE-AE5E-E10140E04643}" type="slidenum">
              <a:rPr lang="en-US" dirty="0"/>
              <a:t>11</a:t>
            </a:fld>
            <a:endParaRPr lang="en-US"/>
          </a:p>
        </p:txBody>
      </p:sp>
      <p:pic>
        <p:nvPicPr>
          <p:cNvPr id="4" name="Picture 3">
            <a:extLst>
              <a:ext uri="{FF2B5EF4-FFF2-40B4-BE49-F238E27FC236}">
                <a16:creationId xmlns:a16="http://schemas.microsoft.com/office/drawing/2014/main" id="{C611A954-34ED-7769-2704-9077C41DC41C}"/>
              </a:ext>
            </a:extLst>
          </p:cNvPr>
          <p:cNvPicPr>
            <a:picLocks noChangeAspect="1"/>
          </p:cNvPicPr>
          <p:nvPr/>
        </p:nvPicPr>
        <p:blipFill>
          <a:blip r:embed="rId3"/>
          <a:stretch>
            <a:fillRect/>
          </a:stretch>
        </p:blipFill>
        <p:spPr>
          <a:xfrm>
            <a:off x="2024415" y="2553406"/>
            <a:ext cx="7955022" cy="2616671"/>
          </a:xfrm>
          <a:prstGeom prst="rect">
            <a:avLst/>
          </a:prstGeom>
        </p:spPr>
      </p:pic>
      <p:sp>
        <p:nvSpPr>
          <p:cNvPr id="10" name="TextBox 9">
            <a:extLst>
              <a:ext uri="{FF2B5EF4-FFF2-40B4-BE49-F238E27FC236}">
                <a16:creationId xmlns:a16="http://schemas.microsoft.com/office/drawing/2014/main" id="{F6E4E69F-AFFC-DD9A-1217-D1248A0BEDC6}"/>
              </a:ext>
            </a:extLst>
          </p:cNvPr>
          <p:cNvSpPr txBox="1"/>
          <p:nvPr/>
        </p:nvSpPr>
        <p:spPr>
          <a:xfrm>
            <a:off x="2024474" y="5778030"/>
            <a:ext cx="61204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Fig. 2.1 of WRFv4 Technical notes (see references)</a:t>
            </a:r>
            <a:endParaRPr lang="en-US"/>
          </a:p>
        </p:txBody>
      </p:sp>
    </p:spTree>
    <p:extLst>
      <p:ext uri="{BB962C8B-B14F-4D97-AF65-F5344CB8AC3E}">
        <p14:creationId xmlns:p14="http://schemas.microsoft.com/office/powerpoint/2010/main" val="175894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Equations</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rmAutofit/>
          </a:bodyPr>
          <a:lstStyle/>
          <a:p>
            <a:pPr>
              <a:buNone/>
            </a:pPr>
            <a:r>
              <a:rPr lang="en-US" sz="1800">
                <a:ea typeface="Calibri" panose="020F0502020204030204"/>
                <a:cs typeface="Calibri" panose="020F0502020204030204"/>
              </a:rPr>
              <a:t>WRF ARW </a:t>
            </a:r>
            <a:r>
              <a:rPr lang="en-US" sz="1800">
                <a:ea typeface="+mn-lt"/>
                <a:cs typeface="+mn-lt"/>
              </a:rPr>
              <a:t>solves the </a:t>
            </a:r>
            <a:r>
              <a:rPr lang="en-US" sz="1800" b="1">
                <a:ea typeface="+mn-lt"/>
                <a:cs typeface="+mn-lt"/>
              </a:rPr>
              <a:t>fully compressible, non-hydrostatic equations of motion</a:t>
            </a:r>
            <a:r>
              <a:rPr lang="en-US" sz="1800">
                <a:ea typeface="+mn-lt"/>
                <a:cs typeface="+mn-lt"/>
              </a:rPr>
              <a:t> with a terrain-following hydrostatic pressure coordinate system, </a:t>
            </a:r>
            <a:r>
              <a:rPr lang="en-US" sz="1800">
                <a:ea typeface="Calibri" panose="020F0502020204030204"/>
                <a:cs typeface="Calibri" panose="020F0502020204030204"/>
              </a:rPr>
              <a:t>written in flux form. For simplicity, using Cartesian coordinates and neglecting the Coriolis effect, the WRF model solve the followings:</a:t>
            </a:r>
            <a:endParaRPr lang="en-US" sz="2000">
              <a:ea typeface="Calibri" panose="020F0502020204030204"/>
              <a:cs typeface="Calibri" panose="020F0502020204030204"/>
            </a:endParaRPr>
          </a:p>
        </p:txBody>
      </p:sp>
      <p:sp>
        <p:nvSpPr>
          <p:cNvPr id="5" name="Slide Number Placeholder 4">
            <a:extLst>
              <a:ext uri="{FF2B5EF4-FFF2-40B4-BE49-F238E27FC236}">
                <a16:creationId xmlns:a16="http://schemas.microsoft.com/office/drawing/2014/main" id="{BF2DA066-96F5-6840-5124-8A5E0C5B18C7}"/>
              </a:ext>
            </a:extLst>
          </p:cNvPr>
          <p:cNvSpPr>
            <a:spLocks noGrp="1"/>
          </p:cNvSpPr>
          <p:nvPr>
            <p:ph type="sldNum" sz="quarter" idx="12"/>
          </p:nvPr>
        </p:nvSpPr>
        <p:spPr/>
        <p:txBody>
          <a:bodyPr/>
          <a:lstStyle/>
          <a:p>
            <a:fld id="{48F63A3B-78C7-47BE-AE5E-E10140E04643}" type="slidenum">
              <a:rPr lang="en-US" dirty="0"/>
              <a:t>12</a:t>
            </a:fld>
            <a:endParaRPr lang="en-US"/>
          </a:p>
        </p:txBody>
      </p:sp>
      <p:pic>
        <p:nvPicPr>
          <p:cNvPr id="6" name="Picture 5">
            <a:extLst>
              <a:ext uri="{FF2B5EF4-FFF2-40B4-BE49-F238E27FC236}">
                <a16:creationId xmlns:a16="http://schemas.microsoft.com/office/drawing/2014/main" id="{07DF1BE2-79AF-2E43-598D-C8F818B51A90}"/>
              </a:ext>
            </a:extLst>
          </p:cNvPr>
          <p:cNvPicPr>
            <a:picLocks noChangeAspect="1"/>
          </p:cNvPicPr>
          <p:nvPr/>
        </p:nvPicPr>
        <p:blipFill>
          <a:blip r:embed="rId3"/>
          <a:stretch>
            <a:fillRect/>
          </a:stretch>
        </p:blipFill>
        <p:spPr>
          <a:xfrm>
            <a:off x="4240395" y="2610829"/>
            <a:ext cx="1295400" cy="304800"/>
          </a:xfrm>
          <a:prstGeom prst="rect">
            <a:avLst/>
          </a:prstGeom>
        </p:spPr>
      </p:pic>
      <p:pic>
        <p:nvPicPr>
          <p:cNvPr id="7" name="Picture 6">
            <a:extLst>
              <a:ext uri="{FF2B5EF4-FFF2-40B4-BE49-F238E27FC236}">
                <a16:creationId xmlns:a16="http://schemas.microsoft.com/office/drawing/2014/main" id="{886BEE33-BDFA-915D-18E5-A9DF4019B74A}"/>
              </a:ext>
            </a:extLst>
          </p:cNvPr>
          <p:cNvPicPr>
            <a:picLocks noChangeAspect="1"/>
          </p:cNvPicPr>
          <p:nvPr/>
        </p:nvPicPr>
        <p:blipFill>
          <a:blip r:embed="rId4"/>
          <a:stretch>
            <a:fillRect/>
          </a:stretch>
        </p:blipFill>
        <p:spPr>
          <a:xfrm>
            <a:off x="3583170" y="3001383"/>
            <a:ext cx="2609850" cy="552450"/>
          </a:xfrm>
          <a:prstGeom prst="rect">
            <a:avLst/>
          </a:prstGeom>
        </p:spPr>
      </p:pic>
      <p:pic>
        <p:nvPicPr>
          <p:cNvPr id="8" name="Picture 7">
            <a:extLst>
              <a:ext uri="{FF2B5EF4-FFF2-40B4-BE49-F238E27FC236}">
                <a16:creationId xmlns:a16="http://schemas.microsoft.com/office/drawing/2014/main" id="{F631E68A-FEAF-2822-30A6-AD0F0EE37277}"/>
              </a:ext>
            </a:extLst>
          </p:cNvPr>
          <p:cNvPicPr>
            <a:picLocks noChangeAspect="1"/>
          </p:cNvPicPr>
          <p:nvPr/>
        </p:nvPicPr>
        <p:blipFill>
          <a:blip r:embed="rId5">
            <a:extLst>
              <a:ext uri="{28A0092B-C50C-407E-A947-70E740481C1C}">
                <a14:useLocalDpi xmlns:a14="http://schemas.microsoft.com/office/drawing/2010/main"/>
              </a:ext>
            </a:extLst>
          </a:blip>
          <a:srcRect/>
          <a:stretch/>
        </p:blipFill>
        <p:spPr>
          <a:xfrm>
            <a:off x="2754495" y="3568269"/>
            <a:ext cx="4267200" cy="1187404"/>
          </a:xfrm>
          <a:prstGeom prst="rect">
            <a:avLst/>
          </a:prstGeom>
        </p:spPr>
      </p:pic>
      <p:pic>
        <p:nvPicPr>
          <p:cNvPr id="9" name="Picture 8">
            <a:extLst>
              <a:ext uri="{FF2B5EF4-FFF2-40B4-BE49-F238E27FC236}">
                <a16:creationId xmlns:a16="http://schemas.microsoft.com/office/drawing/2014/main" id="{7F369025-4F93-669C-F7D3-C3352A35A1B2}"/>
              </a:ext>
            </a:extLst>
          </p:cNvPr>
          <p:cNvPicPr>
            <a:picLocks noChangeAspect="1"/>
          </p:cNvPicPr>
          <p:nvPr/>
        </p:nvPicPr>
        <p:blipFill>
          <a:blip r:embed="rId6"/>
          <a:stretch>
            <a:fillRect/>
          </a:stretch>
        </p:blipFill>
        <p:spPr>
          <a:xfrm>
            <a:off x="3723159" y="5488375"/>
            <a:ext cx="2943225" cy="552450"/>
          </a:xfrm>
          <a:prstGeom prst="rect">
            <a:avLst/>
          </a:prstGeom>
        </p:spPr>
      </p:pic>
      <p:pic>
        <p:nvPicPr>
          <p:cNvPr id="10" name="Picture 9">
            <a:extLst>
              <a:ext uri="{FF2B5EF4-FFF2-40B4-BE49-F238E27FC236}">
                <a16:creationId xmlns:a16="http://schemas.microsoft.com/office/drawing/2014/main" id="{B0637571-DDD1-5357-5912-4A10E73903FC}"/>
              </a:ext>
            </a:extLst>
          </p:cNvPr>
          <p:cNvPicPr>
            <a:picLocks noChangeAspect="1"/>
          </p:cNvPicPr>
          <p:nvPr/>
        </p:nvPicPr>
        <p:blipFill>
          <a:blip r:embed="rId7"/>
          <a:stretch>
            <a:fillRect/>
          </a:stretch>
        </p:blipFill>
        <p:spPr>
          <a:xfrm>
            <a:off x="3132608" y="6099779"/>
            <a:ext cx="4124325" cy="228600"/>
          </a:xfrm>
          <a:prstGeom prst="rect">
            <a:avLst/>
          </a:prstGeom>
        </p:spPr>
      </p:pic>
      <p:pic>
        <p:nvPicPr>
          <p:cNvPr id="11" name="Picture 7">
            <a:extLst>
              <a:ext uri="{FF2B5EF4-FFF2-40B4-BE49-F238E27FC236}">
                <a16:creationId xmlns:a16="http://schemas.microsoft.com/office/drawing/2014/main" id="{0357C6DF-D410-FBF4-699E-C5928A324208}"/>
              </a:ext>
            </a:extLst>
          </p:cNvPr>
          <p:cNvPicPr>
            <a:picLocks noChangeAspect="1"/>
          </p:cNvPicPr>
          <p:nvPr/>
        </p:nvPicPr>
        <p:blipFill>
          <a:blip r:embed="rId8">
            <a:extLst>
              <a:ext uri="{28A0092B-C50C-407E-A947-70E740481C1C}">
                <a14:useLocalDpi xmlns:a14="http://schemas.microsoft.com/office/drawing/2010/main"/>
              </a:ext>
            </a:extLst>
          </a:blip>
          <a:srcRect/>
          <a:stretch/>
        </p:blipFill>
        <p:spPr>
          <a:xfrm>
            <a:off x="3235919" y="4801887"/>
            <a:ext cx="4267200" cy="572588"/>
          </a:xfrm>
          <a:prstGeom prst="rect">
            <a:avLst/>
          </a:prstGeom>
        </p:spPr>
      </p:pic>
      <p:sp>
        <p:nvSpPr>
          <p:cNvPr id="13" name="CasellaDiTesto 12">
            <a:extLst>
              <a:ext uri="{FF2B5EF4-FFF2-40B4-BE49-F238E27FC236}">
                <a16:creationId xmlns:a16="http://schemas.microsoft.com/office/drawing/2014/main" id="{62FA2BF0-8A2F-D2AD-2D1E-BA56737D8F73}"/>
              </a:ext>
            </a:extLst>
          </p:cNvPr>
          <p:cNvSpPr txBox="1"/>
          <p:nvPr/>
        </p:nvSpPr>
        <p:spPr>
          <a:xfrm>
            <a:off x="675735" y="2578563"/>
            <a:ext cx="2456873" cy="338554"/>
          </a:xfrm>
          <a:prstGeom prst="rect">
            <a:avLst/>
          </a:prstGeom>
          <a:noFill/>
        </p:spPr>
        <p:txBody>
          <a:bodyPr wrap="square">
            <a:spAutoFit/>
          </a:bodyPr>
          <a:lstStyle/>
          <a:p>
            <a:r>
              <a:rPr lang="en-US" sz="1600">
                <a:ea typeface="Calibri" panose="020F0502020204030204"/>
                <a:cs typeface="Calibri" panose="020F0502020204030204"/>
              </a:rPr>
              <a:t>Equation of state</a:t>
            </a:r>
            <a:endParaRPr lang="it-IT" sz="1600"/>
          </a:p>
        </p:txBody>
      </p:sp>
      <p:sp>
        <p:nvSpPr>
          <p:cNvPr id="14" name="CasellaDiTesto 13">
            <a:extLst>
              <a:ext uri="{FF2B5EF4-FFF2-40B4-BE49-F238E27FC236}">
                <a16:creationId xmlns:a16="http://schemas.microsoft.com/office/drawing/2014/main" id="{A1F6B780-3B51-3C76-7B8A-496A62B67F58}"/>
              </a:ext>
            </a:extLst>
          </p:cNvPr>
          <p:cNvSpPr txBox="1"/>
          <p:nvPr/>
        </p:nvSpPr>
        <p:spPr>
          <a:xfrm>
            <a:off x="675734" y="3054593"/>
            <a:ext cx="2456873" cy="338554"/>
          </a:xfrm>
          <a:prstGeom prst="rect">
            <a:avLst/>
          </a:prstGeom>
          <a:noFill/>
        </p:spPr>
        <p:txBody>
          <a:bodyPr wrap="square">
            <a:spAutoFit/>
          </a:bodyPr>
          <a:lstStyle/>
          <a:p>
            <a:r>
              <a:rPr lang="en-US" sz="1600">
                <a:ea typeface="Calibri" panose="020F0502020204030204"/>
                <a:cs typeface="Calibri" panose="020F0502020204030204"/>
              </a:rPr>
              <a:t>Mass conservation</a:t>
            </a:r>
            <a:endParaRPr lang="it-IT" sz="1600"/>
          </a:p>
        </p:txBody>
      </p:sp>
      <p:sp>
        <p:nvSpPr>
          <p:cNvPr id="15" name="CasellaDiTesto 14">
            <a:extLst>
              <a:ext uri="{FF2B5EF4-FFF2-40B4-BE49-F238E27FC236}">
                <a16:creationId xmlns:a16="http://schemas.microsoft.com/office/drawing/2014/main" id="{F29B50DD-17D2-1901-E0E2-499F641D556B}"/>
              </a:ext>
            </a:extLst>
          </p:cNvPr>
          <p:cNvSpPr txBox="1"/>
          <p:nvPr/>
        </p:nvSpPr>
        <p:spPr>
          <a:xfrm>
            <a:off x="675732" y="4217112"/>
            <a:ext cx="1808849" cy="584775"/>
          </a:xfrm>
          <a:prstGeom prst="rect">
            <a:avLst/>
          </a:prstGeom>
          <a:noFill/>
        </p:spPr>
        <p:txBody>
          <a:bodyPr wrap="square">
            <a:spAutoFit/>
          </a:bodyPr>
          <a:lstStyle/>
          <a:p>
            <a:r>
              <a:rPr lang="en-US" sz="1600">
                <a:ea typeface="Calibri" panose="020F0502020204030204"/>
                <a:cs typeface="Calibri" panose="020F0502020204030204"/>
              </a:rPr>
              <a:t>Conservation of momentum</a:t>
            </a:r>
            <a:endParaRPr lang="it-IT" sz="1600"/>
          </a:p>
        </p:txBody>
      </p:sp>
      <p:sp>
        <p:nvSpPr>
          <p:cNvPr id="16" name="CasellaDiTesto 15">
            <a:extLst>
              <a:ext uri="{FF2B5EF4-FFF2-40B4-BE49-F238E27FC236}">
                <a16:creationId xmlns:a16="http://schemas.microsoft.com/office/drawing/2014/main" id="{7B68144B-A3EF-E8C0-EEB6-967934DA4D0C}"/>
              </a:ext>
            </a:extLst>
          </p:cNvPr>
          <p:cNvSpPr txBox="1"/>
          <p:nvPr/>
        </p:nvSpPr>
        <p:spPr>
          <a:xfrm>
            <a:off x="675732" y="5400110"/>
            <a:ext cx="1808849" cy="584775"/>
          </a:xfrm>
          <a:prstGeom prst="rect">
            <a:avLst/>
          </a:prstGeom>
          <a:noFill/>
        </p:spPr>
        <p:txBody>
          <a:bodyPr wrap="square">
            <a:spAutoFit/>
          </a:bodyPr>
          <a:lstStyle/>
          <a:p>
            <a:r>
              <a:rPr lang="en-US" sz="1600">
                <a:ea typeface="Calibri" panose="020F0502020204030204"/>
                <a:cs typeface="Calibri" panose="020F0502020204030204"/>
              </a:rPr>
              <a:t>Conservation of energy</a:t>
            </a:r>
            <a:endParaRPr lang="it-IT" sz="1600"/>
          </a:p>
        </p:txBody>
      </p:sp>
      <mc:AlternateContent xmlns:mc="http://schemas.openxmlformats.org/markup-compatibility/2006" xmlns:a14="http://schemas.microsoft.com/office/drawing/2010/main">
        <mc:Choice Requires="a14">
          <p:sp>
            <p:nvSpPr>
              <p:cNvPr id="17" name="CasellaDiTesto 16">
                <a:extLst>
                  <a:ext uri="{FF2B5EF4-FFF2-40B4-BE49-F238E27FC236}">
                    <a16:creationId xmlns:a16="http://schemas.microsoft.com/office/drawing/2014/main" id="{6465F691-6A00-9A13-35CD-0A7E5E66B826}"/>
                  </a:ext>
                </a:extLst>
              </p:cNvPr>
              <p:cNvSpPr txBox="1"/>
              <p:nvPr/>
            </p:nvSpPr>
            <p:spPr>
              <a:xfrm>
                <a:off x="8197598" y="2573106"/>
                <a:ext cx="3156202" cy="1589089"/>
              </a:xfrm>
              <a:prstGeom prst="rect">
                <a:avLst/>
              </a:prstGeom>
              <a:noFill/>
            </p:spPr>
            <p:txBody>
              <a:bodyPr wrap="square">
                <a:spAutoFit/>
              </a:bodyPr>
              <a:lstStyle/>
              <a:p>
                <a14:m>
                  <m:oMath xmlns:m="http://schemas.openxmlformats.org/officeDocument/2006/math">
                    <m:r>
                      <a:rPr lang="it-IT" sz="1600" b="0" i="1" smtClean="0">
                        <a:latin typeface="Cambria Math" panose="02040503050406030204" pitchFamily="18" charset="0"/>
                      </a:rPr>
                      <m:t>(</m:t>
                    </m:r>
                    <m:r>
                      <a:rPr lang="it-IT" sz="1600" b="0" i="1" smtClean="0">
                        <a:latin typeface="Cambria Math" panose="02040503050406030204" pitchFamily="18" charset="0"/>
                      </a:rPr>
                      <m:t>𝑢</m:t>
                    </m:r>
                    <m:r>
                      <a:rPr lang="it-IT" sz="1600" b="0" i="1" smtClean="0">
                        <a:latin typeface="Cambria Math" panose="02040503050406030204" pitchFamily="18" charset="0"/>
                      </a:rPr>
                      <m:t>,</m:t>
                    </m:r>
                    <m:r>
                      <a:rPr lang="it-IT" sz="1600" b="0" i="1" smtClean="0">
                        <a:latin typeface="Cambria Math" panose="02040503050406030204" pitchFamily="18" charset="0"/>
                      </a:rPr>
                      <m:t>𝑣</m:t>
                    </m:r>
                    <m:r>
                      <a:rPr lang="it-IT" sz="1600" b="0" i="1" smtClean="0">
                        <a:latin typeface="Cambria Math" panose="02040503050406030204" pitchFamily="18" charset="0"/>
                      </a:rPr>
                      <m:t>,</m:t>
                    </m:r>
                    <m:r>
                      <a:rPr lang="it-IT" sz="1600" b="0" i="1" smtClean="0">
                        <a:latin typeface="Cambria Math" panose="02040503050406030204" pitchFamily="18" charset="0"/>
                      </a:rPr>
                      <m:t>𝑤</m:t>
                    </m:r>
                    <m:r>
                      <a:rPr lang="it-IT" sz="1600" b="0" i="1" smtClean="0">
                        <a:latin typeface="Cambria Math" panose="02040503050406030204" pitchFamily="18" charset="0"/>
                      </a:rPr>
                      <m:t>)</m:t>
                    </m:r>
                  </m:oMath>
                </a14:m>
                <a:r>
                  <a:rPr lang="it-IT" sz="1600"/>
                  <a:t> are the </a:t>
                </a:r>
                <a:r>
                  <a:rPr lang="it-IT" sz="1600" err="1"/>
                  <a:t>velocity</a:t>
                </a:r>
                <a:r>
                  <a:rPr lang="it-IT" sz="1600"/>
                  <a:t> </a:t>
                </a:r>
                <a:r>
                  <a:rPr lang="it-IT" sz="1600" err="1"/>
                  <a:t>components</a:t>
                </a:r>
                <a:endParaRPr lang="it-IT" sz="1600"/>
              </a:p>
              <a:p>
                <a14:m>
                  <m:oMath xmlns:m="http://schemas.openxmlformats.org/officeDocument/2006/math">
                    <m:r>
                      <a:rPr lang="it-IT" sz="1600" i="1" smtClean="0">
                        <a:latin typeface="Cambria Math" panose="02040503050406030204" pitchFamily="18" charset="0"/>
                        <a:ea typeface="Cambria Math" panose="02040503050406030204" pitchFamily="18" charset="0"/>
                      </a:rPr>
                      <m:t>𝜃</m:t>
                    </m:r>
                  </m:oMath>
                </a14:m>
                <a:r>
                  <a:rPr lang="it-IT" sz="1600"/>
                  <a:t> </a:t>
                </a:r>
                <a:r>
                  <a:rPr lang="it-IT" sz="1600" err="1"/>
                  <a:t>is</a:t>
                </a:r>
                <a:r>
                  <a:rPr lang="it-IT" sz="1600"/>
                  <a:t> the </a:t>
                </a:r>
                <a:r>
                  <a:rPr lang="it-IT" sz="1600" err="1"/>
                  <a:t>potential</a:t>
                </a:r>
                <a:r>
                  <a:rPr lang="it-IT" sz="1600"/>
                  <a:t> temperature</a:t>
                </a:r>
              </a:p>
              <a:p>
                <a14:m>
                  <m:oMath xmlns:m="http://schemas.openxmlformats.org/officeDocument/2006/math">
                    <m:r>
                      <a:rPr lang="it-IT" sz="1600" b="0" i="1" smtClean="0">
                        <a:latin typeface="Cambria Math" panose="02040503050406030204" pitchFamily="18" charset="0"/>
                      </a:rPr>
                      <m:t>𝑇</m:t>
                    </m:r>
                  </m:oMath>
                </a14:m>
                <a:r>
                  <a:rPr lang="it-IT" sz="1600"/>
                  <a:t> </a:t>
                </a:r>
                <a:r>
                  <a:rPr lang="it-IT" sz="1600" err="1"/>
                  <a:t>is</a:t>
                </a:r>
                <a:r>
                  <a:rPr lang="it-IT" sz="1600"/>
                  <a:t> the </a:t>
                </a:r>
                <a:r>
                  <a:rPr lang="it-IT" sz="1600" err="1"/>
                  <a:t>absolute</a:t>
                </a:r>
                <a:r>
                  <a:rPr lang="it-IT" sz="1600"/>
                  <a:t> temperature</a:t>
                </a:r>
              </a:p>
              <a:p>
                <a14:m>
                  <m:oMath xmlns:m="http://schemas.openxmlformats.org/officeDocument/2006/math">
                    <m:r>
                      <a:rPr lang="it-IT" sz="1600" i="1" smtClean="0">
                        <a:latin typeface="Cambria Math" panose="02040503050406030204" pitchFamily="18" charset="0"/>
                        <a:ea typeface="Cambria Math" panose="02040503050406030204" pitchFamily="18" charset="0"/>
                      </a:rPr>
                      <m:t>𝜋</m:t>
                    </m:r>
                  </m:oMath>
                </a14:m>
                <a:r>
                  <a:rPr lang="it-IT" sz="1600"/>
                  <a:t> </a:t>
                </a:r>
                <a:r>
                  <a:rPr lang="it-IT" sz="1600" err="1"/>
                  <a:t>is</a:t>
                </a:r>
                <a:r>
                  <a:rPr lang="it-IT" sz="1600"/>
                  <a:t> the </a:t>
                </a:r>
                <a:r>
                  <a:rPr lang="it-IT" sz="1600" err="1"/>
                  <a:t>Exner</a:t>
                </a:r>
                <a:r>
                  <a:rPr lang="it-IT" sz="1600"/>
                  <a:t> </a:t>
                </a:r>
                <a:r>
                  <a:rPr lang="it-IT" sz="1600" err="1"/>
                  <a:t>function</a:t>
                </a:r>
                <a:endParaRPr lang="it-IT" sz="1600"/>
              </a:p>
              <a:p>
                <a14:m>
                  <m:oMath xmlns:m="http://schemas.openxmlformats.org/officeDocument/2006/math">
                    <m:sSub>
                      <m:sSubPr>
                        <m:ctrlPr>
                          <a:rPr lang="it-IT" sz="1600" i="1" smtClean="0">
                            <a:latin typeface="Cambria Math" panose="02040503050406030204" pitchFamily="18" charset="0"/>
                          </a:rPr>
                        </m:ctrlPr>
                      </m:sSubPr>
                      <m:e>
                        <m:r>
                          <a:rPr lang="it-IT" sz="1600" b="0" i="1" smtClean="0">
                            <a:latin typeface="Cambria Math" panose="02040503050406030204" pitchFamily="18" charset="0"/>
                          </a:rPr>
                          <m:t>𝐹</m:t>
                        </m:r>
                      </m:e>
                      <m:sub>
                        <m:r>
                          <a:rPr lang="it-IT" sz="1600" b="0" i="1" smtClean="0">
                            <a:latin typeface="Cambria Math" panose="02040503050406030204" pitchFamily="18" charset="0"/>
                          </a:rPr>
                          <m:t>𝑥</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𝐹</m:t>
                        </m:r>
                      </m:e>
                      <m:sub>
                        <m:r>
                          <a:rPr lang="it-IT" sz="1600" b="0" i="1" smtClean="0">
                            <a:latin typeface="Cambria Math" panose="02040503050406030204" pitchFamily="18" charset="0"/>
                          </a:rPr>
                          <m:t>𝑦</m:t>
                        </m:r>
                      </m:sub>
                    </m:sSub>
                    <m:r>
                      <a:rPr lang="it-IT" sz="1600" b="0" i="1" smtClean="0">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𝐹</m:t>
                        </m:r>
                      </m:e>
                      <m:sub>
                        <m:r>
                          <a:rPr lang="it-IT" sz="1600" b="0" i="1" smtClean="0">
                            <a:latin typeface="Cambria Math" panose="02040503050406030204" pitchFamily="18" charset="0"/>
                          </a:rPr>
                          <m:t>𝑧</m:t>
                        </m:r>
                      </m:sub>
                    </m:sSub>
                  </m:oMath>
                </a14:m>
                <a:r>
                  <a:rPr lang="it-IT" sz="1600"/>
                  <a:t> are the </a:t>
                </a:r>
                <a:r>
                  <a:rPr lang="it-IT" sz="1600" err="1"/>
                  <a:t>friction</a:t>
                </a:r>
                <a:r>
                  <a:rPr lang="it-IT" sz="1600"/>
                  <a:t> </a:t>
                </a:r>
                <a:r>
                  <a:rPr lang="it-IT" sz="1600" err="1"/>
                  <a:t>terms</a:t>
                </a:r>
                <a:endParaRPr lang="it-IT" sz="1600"/>
              </a:p>
            </p:txBody>
          </p:sp>
        </mc:Choice>
        <mc:Fallback xmlns="">
          <p:sp>
            <p:nvSpPr>
              <p:cNvPr id="17" name="CasellaDiTesto 16">
                <a:extLst>
                  <a:ext uri="{FF2B5EF4-FFF2-40B4-BE49-F238E27FC236}">
                    <a16:creationId xmlns:a16="http://schemas.microsoft.com/office/drawing/2014/main" id="{6465F691-6A00-9A13-35CD-0A7E5E66B826}"/>
                  </a:ext>
                </a:extLst>
              </p:cNvPr>
              <p:cNvSpPr txBox="1">
                <a:spLocks noRot="1" noChangeAspect="1" noMove="1" noResize="1" noEditPoints="1" noAdjustHandles="1" noChangeArrowheads="1" noChangeShapeType="1" noTextEdit="1"/>
              </p:cNvSpPr>
              <p:nvPr/>
            </p:nvSpPr>
            <p:spPr>
              <a:xfrm>
                <a:off x="8197598" y="2573106"/>
                <a:ext cx="3156202" cy="1589089"/>
              </a:xfrm>
              <a:prstGeom prst="rect">
                <a:avLst/>
              </a:prstGeom>
              <a:blipFill>
                <a:blip r:embed="rId9"/>
                <a:stretch>
                  <a:fillRect l="-1158" t="-1149" b="-306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F3A57B0-E352-4F57-9310-C1ECD1668868}"/>
              </a:ext>
            </a:extLst>
          </p:cNvPr>
          <p:cNvSpPr txBox="1"/>
          <p:nvPr/>
        </p:nvSpPr>
        <p:spPr>
          <a:xfrm>
            <a:off x="8409482" y="5723744"/>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 more detail description in WRFv4 Technical notes</a:t>
            </a:r>
          </a:p>
        </p:txBody>
      </p:sp>
    </p:spTree>
    <p:extLst>
      <p:ext uri="{BB962C8B-B14F-4D97-AF65-F5344CB8AC3E}">
        <p14:creationId xmlns:p14="http://schemas.microsoft.com/office/powerpoint/2010/main" val="1006587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Spatial discretization</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09098" cy="4635357"/>
          </a:xfrm>
        </p:spPr>
        <p:txBody>
          <a:bodyPr vert="horz" lIns="91440" tIns="45720" rIns="91440" bIns="45720" rtlCol="0" anchor="t">
            <a:normAutofit/>
          </a:bodyPr>
          <a:lstStyle/>
          <a:p>
            <a:pPr>
              <a:buNone/>
            </a:pPr>
            <a:r>
              <a:rPr lang="en-US" sz="2400">
                <a:ea typeface="+mn-lt"/>
                <a:cs typeface="+mn-lt"/>
              </a:rPr>
              <a:t>The spatial discretization in the ARW solver uses a </a:t>
            </a:r>
            <a:r>
              <a:rPr lang="en-US" sz="2400" b="1">
                <a:ea typeface="+mn-lt"/>
                <a:cs typeface="+mn-lt"/>
              </a:rPr>
              <a:t>C grid staggering</a:t>
            </a:r>
            <a:r>
              <a:rPr lang="en-US" sz="2400">
                <a:ea typeface="+mn-lt"/>
                <a:cs typeface="+mn-lt"/>
              </a:rPr>
              <a:t> for the variables.</a:t>
            </a:r>
          </a:p>
          <a:p>
            <a:pPr>
              <a:buNone/>
            </a:pPr>
            <a:endParaRPr lang="en-US" sz="2400">
              <a:ea typeface="Calibri"/>
              <a:cs typeface="Calibri"/>
            </a:endParaRPr>
          </a:p>
        </p:txBody>
      </p:sp>
      <p:sp>
        <p:nvSpPr>
          <p:cNvPr id="5" name="Slide Number Placeholder 4">
            <a:extLst>
              <a:ext uri="{FF2B5EF4-FFF2-40B4-BE49-F238E27FC236}">
                <a16:creationId xmlns:a16="http://schemas.microsoft.com/office/drawing/2014/main" id="{BF2DA066-96F5-6840-5124-8A5E0C5B18C7}"/>
              </a:ext>
            </a:extLst>
          </p:cNvPr>
          <p:cNvSpPr>
            <a:spLocks noGrp="1"/>
          </p:cNvSpPr>
          <p:nvPr>
            <p:ph type="sldNum" sz="quarter" idx="12"/>
          </p:nvPr>
        </p:nvSpPr>
        <p:spPr/>
        <p:txBody>
          <a:bodyPr/>
          <a:lstStyle/>
          <a:p>
            <a:fld id="{48F63A3B-78C7-47BE-AE5E-E10140E04643}" type="slidenum">
              <a:rPr lang="en-US" dirty="0"/>
              <a:t>13</a:t>
            </a:fld>
            <a:endParaRPr lang="en-US"/>
          </a:p>
        </p:txBody>
      </p:sp>
      <p:pic>
        <p:nvPicPr>
          <p:cNvPr id="4" name="Picture 3" descr="A diagram of a grid&#10;&#10;Description automatically generated">
            <a:extLst>
              <a:ext uri="{FF2B5EF4-FFF2-40B4-BE49-F238E27FC236}">
                <a16:creationId xmlns:a16="http://schemas.microsoft.com/office/drawing/2014/main" id="{6B275F4C-F6E0-EFC1-2C77-FA888C71BF89}"/>
              </a:ext>
            </a:extLst>
          </p:cNvPr>
          <p:cNvPicPr>
            <a:picLocks noChangeAspect="1"/>
          </p:cNvPicPr>
          <p:nvPr/>
        </p:nvPicPr>
        <p:blipFill>
          <a:blip r:embed="rId3"/>
          <a:stretch>
            <a:fillRect/>
          </a:stretch>
        </p:blipFill>
        <p:spPr>
          <a:xfrm>
            <a:off x="7581332" y="2189093"/>
            <a:ext cx="3317079" cy="3634850"/>
          </a:xfrm>
          <a:prstGeom prst="rect">
            <a:avLst/>
          </a:prstGeom>
        </p:spPr>
      </p:pic>
      <p:sp>
        <p:nvSpPr>
          <p:cNvPr id="8" name="TextBox 7">
            <a:extLst>
              <a:ext uri="{FF2B5EF4-FFF2-40B4-BE49-F238E27FC236}">
                <a16:creationId xmlns:a16="http://schemas.microsoft.com/office/drawing/2014/main" id="{24E952EB-2631-08D3-0350-FD1184051679}"/>
              </a:ext>
            </a:extLst>
          </p:cNvPr>
          <p:cNvSpPr txBox="1"/>
          <p:nvPr/>
        </p:nvSpPr>
        <p:spPr>
          <a:xfrm>
            <a:off x="8038009" y="6176963"/>
            <a:ext cx="307331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Fig. 3.2 of WRFv4 Technical notes</a:t>
            </a:r>
            <a:endParaRPr lang="en-US" sz="1400"/>
          </a:p>
        </p:txBody>
      </p:sp>
      <p:sp>
        <p:nvSpPr>
          <p:cNvPr id="9" name="TextBox 8">
            <a:extLst>
              <a:ext uri="{FF2B5EF4-FFF2-40B4-BE49-F238E27FC236}">
                <a16:creationId xmlns:a16="http://schemas.microsoft.com/office/drawing/2014/main" id="{AC5C6EC7-A046-D27B-8908-3CE2908057D8}"/>
              </a:ext>
            </a:extLst>
          </p:cNvPr>
          <p:cNvSpPr txBox="1"/>
          <p:nvPr/>
        </p:nvSpPr>
        <p:spPr>
          <a:xfrm>
            <a:off x="10895659" y="5476993"/>
            <a:ext cx="91816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Mass points</a:t>
            </a:r>
            <a:endParaRPr lang="en-US"/>
          </a:p>
        </p:txBody>
      </p:sp>
      <p:cxnSp>
        <p:nvCxnSpPr>
          <p:cNvPr id="10" name="Straight Arrow Connector 9">
            <a:extLst>
              <a:ext uri="{FF2B5EF4-FFF2-40B4-BE49-F238E27FC236}">
                <a16:creationId xmlns:a16="http://schemas.microsoft.com/office/drawing/2014/main" id="{9F043E24-1DFB-A415-DAA7-CA3C2A4CAD6B}"/>
              </a:ext>
            </a:extLst>
          </p:cNvPr>
          <p:cNvCxnSpPr>
            <a:cxnSpLocks/>
          </p:cNvCxnSpPr>
          <p:nvPr/>
        </p:nvCxnSpPr>
        <p:spPr>
          <a:xfrm flipH="1" flipV="1">
            <a:off x="9899186" y="4438026"/>
            <a:ext cx="1122564" cy="1073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45B95BC-B2E0-E571-DD2F-5DE0C90D0955}"/>
              </a:ext>
            </a:extLst>
          </p:cNvPr>
          <p:cNvSpPr txBox="1"/>
          <p:nvPr/>
        </p:nvSpPr>
        <p:spPr>
          <a:xfrm>
            <a:off x="914400" y="2595282"/>
            <a:ext cx="6340288"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Normal velocities are staggered one-half grid length from the thermo-dynamic variables.​</a:t>
            </a:r>
          </a:p>
          <a:p>
            <a:r>
              <a:rPr lang="en-US" sz="2000"/>
              <a:t>The variable indices, (</a:t>
            </a:r>
            <a:r>
              <a:rPr lang="en-US" sz="2000" err="1"/>
              <a:t>i</a:t>
            </a:r>
            <a:r>
              <a:rPr lang="en-US" sz="2000"/>
              <a:t>, j, k) indicate variable locations with (x, y, η) = (</a:t>
            </a:r>
            <a:r>
              <a:rPr lang="en-US" sz="2000" err="1"/>
              <a:t>i∆x</a:t>
            </a:r>
            <a:r>
              <a:rPr lang="en-US" sz="2000"/>
              <a:t>, </a:t>
            </a:r>
            <a:r>
              <a:rPr lang="en-US" sz="2000" err="1"/>
              <a:t>j∆y</a:t>
            </a:r>
            <a:r>
              <a:rPr lang="en-US" sz="2000"/>
              <a:t>, </a:t>
            </a:r>
            <a:r>
              <a:rPr lang="en-US" sz="2000" err="1"/>
              <a:t>k∆η</a:t>
            </a:r>
            <a:r>
              <a:rPr lang="en-US" sz="2000"/>
              <a:t>).​</a:t>
            </a:r>
            <a:endParaRPr lang="en-US" sz="2000">
              <a:ea typeface="Calibri"/>
              <a:cs typeface="Calibri"/>
            </a:endParaRPr>
          </a:p>
          <a:p>
            <a:r>
              <a:rPr lang="en-US" sz="2400"/>
              <a:t>​</a:t>
            </a:r>
            <a:endParaRPr lang="en-US" sz="2400">
              <a:ea typeface="Calibri"/>
              <a:cs typeface="Calibri"/>
            </a:endParaRPr>
          </a:p>
          <a:p>
            <a:r>
              <a:rPr lang="en-US" sz="2000"/>
              <a:t>u, v, and w are defined as u points, v points, and w points, respectively, while points where θ is located as mass point.​</a:t>
            </a:r>
            <a:endParaRPr lang="en-US" sz="2000">
              <a:ea typeface="Calibri"/>
              <a:cs typeface="Calibri"/>
            </a:endParaRPr>
          </a:p>
          <a:p>
            <a:r>
              <a:rPr lang="en-US" sz="2400"/>
              <a:t>​</a:t>
            </a:r>
            <a:endParaRPr lang="en-US" sz="2400">
              <a:ea typeface="Calibri"/>
              <a:cs typeface="Calibri"/>
            </a:endParaRPr>
          </a:p>
          <a:p>
            <a:r>
              <a:rPr lang="en-US" sz="2000"/>
              <a:t>Moisture variables q</a:t>
            </a:r>
            <a:r>
              <a:rPr lang="en-US" sz="2000" baseline="-25000"/>
              <a:t>i</a:t>
            </a:r>
            <a:r>
              <a:rPr lang="en-US" sz="2000"/>
              <a:t> and the coordinate metric μ are defined at the mass points on the discrete grid, while the geopotential φ that is defined at the w points.</a:t>
            </a:r>
          </a:p>
        </p:txBody>
      </p:sp>
    </p:spTree>
    <p:extLst>
      <p:ext uri="{BB962C8B-B14F-4D97-AF65-F5344CB8AC3E}">
        <p14:creationId xmlns:p14="http://schemas.microsoft.com/office/powerpoint/2010/main" val="2692572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grid&#10;&#10;Description automatically generated">
            <a:extLst>
              <a:ext uri="{FF2B5EF4-FFF2-40B4-BE49-F238E27FC236}">
                <a16:creationId xmlns:a16="http://schemas.microsoft.com/office/drawing/2014/main" id="{5D3B1B29-5539-75EA-8B70-96ED28599E70}"/>
              </a:ext>
            </a:extLst>
          </p:cNvPr>
          <p:cNvPicPr>
            <a:picLocks noChangeAspect="1"/>
          </p:cNvPicPr>
          <p:nvPr/>
        </p:nvPicPr>
        <p:blipFill>
          <a:blip r:embed="rId3"/>
          <a:stretch>
            <a:fillRect/>
          </a:stretch>
        </p:blipFill>
        <p:spPr>
          <a:xfrm>
            <a:off x="7156888" y="1835533"/>
            <a:ext cx="3777156" cy="4080314"/>
          </a:xfrm>
          <a:prstGeom prst="rect">
            <a:avLst/>
          </a:prstGeom>
        </p:spPr>
      </p:pic>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Spatial discretization</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5882616" cy="4624152"/>
          </a:xfrm>
        </p:spPr>
        <p:txBody>
          <a:bodyPr vert="horz" lIns="91440" tIns="45720" rIns="91440" bIns="45720" rtlCol="0" anchor="t">
            <a:normAutofit/>
          </a:bodyPr>
          <a:lstStyle/>
          <a:p>
            <a:pPr>
              <a:buNone/>
            </a:pPr>
            <a:r>
              <a:rPr lang="en-US" sz="2000">
                <a:ea typeface="+mn-lt"/>
                <a:cs typeface="+mn-lt"/>
              </a:rPr>
              <a:t>The spatial discretization in the ARW solver uses a C grid staggering for the variables.</a:t>
            </a:r>
          </a:p>
          <a:p>
            <a:pPr>
              <a:buNone/>
            </a:pPr>
            <a:endParaRPr lang="en-US" sz="2000">
              <a:ea typeface="Calibri"/>
              <a:cs typeface="Calibri"/>
            </a:endParaRPr>
          </a:p>
          <a:p>
            <a:pPr>
              <a:buNone/>
            </a:pPr>
            <a:r>
              <a:rPr lang="en-US" sz="2000">
                <a:ea typeface="+mn-lt"/>
                <a:cs typeface="+mn-lt"/>
              </a:rPr>
              <a:t>The vertical grid length ∆η is not a fixed constant, it is specified in the initialization. The user is free to specify the η values of the model levels subject to the constraint that η = 1 at the surface, η = 0 at the model top, and η decreases monotonically between the surface and model top.</a:t>
            </a:r>
            <a:endParaRPr lang="en-US" sz="2000"/>
          </a:p>
        </p:txBody>
      </p:sp>
      <p:sp>
        <p:nvSpPr>
          <p:cNvPr id="5" name="Slide Number Placeholder 4">
            <a:extLst>
              <a:ext uri="{FF2B5EF4-FFF2-40B4-BE49-F238E27FC236}">
                <a16:creationId xmlns:a16="http://schemas.microsoft.com/office/drawing/2014/main" id="{BF2DA066-96F5-6840-5124-8A5E0C5B18C7}"/>
              </a:ext>
            </a:extLst>
          </p:cNvPr>
          <p:cNvSpPr>
            <a:spLocks noGrp="1"/>
          </p:cNvSpPr>
          <p:nvPr>
            <p:ph type="sldNum" sz="quarter" idx="12"/>
          </p:nvPr>
        </p:nvSpPr>
        <p:spPr/>
        <p:txBody>
          <a:bodyPr/>
          <a:lstStyle/>
          <a:p>
            <a:fld id="{48F63A3B-78C7-47BE-AE5E-E10140E04643}" type="slidenum">
              <a:rPr lang="en-US" dirty="0"/>
              <a:t>14</a:t>
            </a:fld>
            <a:endParaRPr lang="en-US"/>
          </a:p>
        </p:txBody>
      </p:sp>
      <p:sp>
        <p:nvSpPr>
          <p:cNvPr id="7" name="TextBox 6">
            <a:extLst>
              <a:ext uri="{FF2B5EF4-FFF2-40B4-BE49-F238E27FC236}">
                <a16:creationId xmlns:a16="http://schemas.microsoft.com/office/drawing/2014/main" id="{068AAAE5-46D7-3461-7FB1-ACC0ECBB5F8C}"/>
              </a:ext>
            </a:extLst>
          </p:cNvPr>
          <p:cNvSpPr txBox="1"/>
          <p:nvPr/>
        </p:nvSpPr>
        <p:spPr>
          <a:xfrm>
            <a:off x="7500127" y="5919228"/>
            <a:ext cx="307331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Fig. 3.2 of WRFv4 Technical notes</a:t>
            </a:r>
            <a:endParaRPr lang="en-US" sz="1400"/>
          </a:p>
        </p:txBody>
      </p:sp>
    </p:spTree>
    <p:extLst>
      <p:ext uri="{BB962C8B-B14F-4D97-AF65-F5344CB8AC3E}">
        <p14:creationId xmlns:p14="http://schemas.microsoft.com/office/powerpoint/2010/main" val="936393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2D hill simulation</a:t>
            </a:r>
            <a:endParaRPr lang="en-US" sz="2400">
              <a:solidFill>
                <a:schemeClr val="accent6">
                  <a:lumMod val="75000"/>
                </a:schemeClr>
              </a:solidFill>
              <a:ea typeface="Calibri Light" panose="020F0302020204030204"/>
              <a:cs typeface="Calibri Light" panose="020F0302020204030204"/>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15</a:t>
            </a:fld>
            <a:endParaRPr lang="en-US"/>
          </a:p>
        </p:txBody>
      </p:sp>
      <p:pic>
        <p:nvPicPr>
          <p:cNvPr id="7" name="Immagine 6" descr="Immagine che contiene testo, schermata, diagramma, Rettangolo&#10;&#10;Descrizione generata automaticamente">
            <a:extLst>
              <a:ext uri="{FF2B5EF4-FFF2-40B4-BE49-F238E27FC236}">
                <a16:creationId xmlns:a16="http://schemas.microsoft.com/office/drawing/2014/main" id="{119CC0B2-1299-7024-F2AB-9D4925B986B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14845" y="1408467"/>
            <a:ext cx="7737438" cy="5153759"/>
          </a:xfrm>
          <a:prstGeom prst="rect">
            <a:avLst/>
          </a:prstGeom>
        </p:spPr>
      </p:pic>
      <p:sp>
        <p:nvSpPr>
          <p:cNvPr id="10" name="TextBox 11">
            <a:extLst>
              <a:ext uri="{FF2B5EF4-FFF2-40B4-BE49-F238E27FC236}">
                <a16:creationId xmlns:a16="http://schemas.microsoft.com/office/drawing/2014/main" id="{2AF8CE04-A2E5-2C6A-DB95-26CA9BB91334}"/>
              </a:ext>
            </a:extLst>
          </p:cNvPr>
          <p:cNvSpPr txBox="1"/>
          <p:nvPr/>
        </p:nvSpPr>
        <p:spPr>
          <a:xfrm>
            <a:off x="838089" y="2791787"/>
            <a:ext cx="14397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Case directory</a:t>
            </a:r>
            <a:endParaRPr lang="en-US"/>
          </a:p>
        </p:txBody>
      </p:sp>
      <p:sp>
        <p:nvSpPr>
          <p:cNvPr id="11" name="TextBox 12">
            <a:extLst>
              <a:ext uri="{FF2B5EF4-FFF2-40B4-BE49-F238E27FC236}">
                <a16:creationId xmlns:a16="http://schemas.microsoft.com/office/drawing/2014/main" id="{074434A6-F6D5-0DFF-4244-76254BD95E75}"/>
              </a:ext>
            </a:extLst>
          </p:cNvPr>
          <p:cNvSpPr txBox="1"/>
          <p:nvPr/>
        </p:nvSpPr>
        <p:spPr>
          <a:xfrm>
            <a:off x="9683144" y="3559243"/>
            <a:ext cx="14397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Initialization module</a:t>
            </a:r>
            <a:endParaRPr lang="en-US"/>
          </a:p>
        </p:txBody>
      </p:sp>
      <p:cxnSp>
        <p:nvCxnSpPr>
          <p:cNvPr id="3" name="Straight Arrow Connector 2">
            <a:extLst>
              <a:ext uri="{FF2B5EF4-FFF2-40B4-BE49-F238E27FC236}">
                <a16:creationId xmlns:a16="http://schemas.microsoft.com/office/drawing/2014/main" id="{3F7BDA8E-9FC2-44B5-9417-C1A97C329DA8}"/>
              </a:ext>
            </a:extLst>
          </p:cNvPr>
          <p:cNvCxnSpPr/>
          <p:nvPr/>
        </p:nvCxnSpPr>
        <p:spPr>
          <a:xfrm>
            <a:off x="2004646" y="3317630"/>
            <a:ext cx="762000" cy="504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4299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rmAutofit/>
          </a:bodyPr>
          <a:lstStyle/>
          <a:p>
            <a:pPr marL="0" indent="0">
              <a:buNone/>
            </a:pPr>
            <a:r>
              <a:rPr lang="en-US" sz="2400">
                <a:ea typeface="Calibri" panose="020F0502020204030204"/>
                <a:cs typeface="Calibri" panose="020F0502020204030204"/>
              </a:rPr>
              <a:t>Let's now see the case we will work on.</a:t>
            </a:r>
          </a:p>
          <a:p>
            <a:pPr marL="0" indent="0">
              <a:buNone/>
            </a:pPr>
            <a:endParaRPr lang="en-US" sz="2400">
              <a:ea typeface="Calibri" panose="020F0502020204030204"/>
              <a:cs typeface="Calibri" panose="020F0502020204030204"/>
            </a:endParaRPr>
          </a:p>
          <a:p>
            <a:pPr marL="0" indent="0">
              <a:buNone/>
            </a:pPr>
            <a:r>
              <a:rPr lang="en-US" sz="2400">
                <a:ea typeface="Calibri" panose="020F0502020204030204"/>
                <a:cs typeface="Calibri" panose="020F0502020204030204"/>
              </a:rPr>
              <a:t>Steps:</a:t>
            </a:r>
          </a:p>
          <a:p>
            <a:pPr marL="514350" indent="-514350">
              <a:buAutoNum type="arabicParenR"/>
            </a:pPr>
            <a:r>
              <a:rPr lang="en-US" sz="2400">
                <a:ea typeface="+mn-lt"/>
                <a:cs typeface="+mn-lt"/>
              </a:rPr>
              <a:t>Access the cluster</a:t>
            </a:r>
          </a:p>
          <a:p>
            <a:pPr marL="514350" indent="-514350">
              <a:buAutoNum type="arabicParenR"/>
            </a:pPr>
            <a:r>
              <a:rPr lang="en-US" sz="2400">
                <a:ea typeface="+mn-lt"/>
                <a:cs typeface="+mn-lt"/>
              </a:rPr>
              <a:t>Set the environment: create a </a:t>
            </a:r>
            <a:r>
              <a:rPr lang="en-US" sz="2400" err="1">
                <a:ea typeface="+mn-lt"/>
                <a:cs typeface="+mn-lt"/>
              </a:rPr>
              <a:t>conda</a:t>
            </a:r>
            <a:r>
              <a:rPr lang="en-US" sz="2400">
                <a:ea typeface="+mn-lt"/>
                <a:cs typeface="+mn-lt"/>
              </a:rPr>
              <a:t> environment and install </a:t>
            </a:r>
            <a:r>
              <a:rPr lang="en-US" sz="2400" err="1">
                <a:ea typeface="+mn-lt"/>
                <a:cs typeface="+mn-lt"/>
              </a:rPr>
              <a:t>Ncview</a:t>
            </a:r>
            <a:r>
              <a:rPr lang="en-US" sz="2400">
                <a:ea typeface="+mn-lt"/>
                <a:cs typeface="+mn-lt"/>
              </a:rPr>
              <a:t> to view </a:t>
            </a:r>
            <a:r>
              <a:rPr lang="en-US" sz="2400" err="1">
                <a:ea typeface="+mn-lt"/>
                <a:cs typeface="+mn-lt"/>
              </a:rPr>
              <a:t>wrf</a:t>
            </a:r>
            <a:r>
              <a:rPr lang="en-US" sz="2400">
                <a:ea typeface="+mn-lt"/>
                <a:cs typeface="+mn-lt"/>
              </a:rPr>
              <a:t> outputs</a:t>
            </a:r>
          </a:p>
          <a:p>
            <a:pPr marL="514350" indent="-514350">
              <a:buAutoNum type="arabicParenR"/>
            </a:pPr>
            <a:r>
              <a:rPr lang="en-US" sz="2400">
                <a:ea typeface="+mn-lt"/>
                <a:cs typeface="+mn-lt"/>
              </a:rPr>
              <a:t>Configure and compile WRF</a:t>
            </a:r>
          </a:p>
          <a:p>
            <a:pPr marL="514350" indent="-514350">
              <a:buAutoNum type="arabicParenR"/>
            </a:pPr>
            <a:r>
              <a:rPr lang="en-US" sz="2400">
                <a:ea typeface="+mn-lt"/>
                <a:cs typeface="+mn-lt"/>
              </a:rPr>
              <a:t>Run the case</a:t>
            </a:r>
          </a:p>
          <a:p>
            <a:pPr marL="0" indent="0">
              <a:buNone/>
            </a:pPr>
            <a:endParaRPr lang="en-US" i="1">
              <a:ea typeface="+mn-lt"/>
              <a:cs typeface="+mn-lt"/>
            </a:endParaRPr>
          </a:p>
        </p:txBody>
      </p:sp>
      <p:sp>
        <p:nvSpPr>
          <p:cNvPr id="4" name="Slide Number Placeholder 3">
            <a:extLst>
              <a:ext uri="{FF2B5EF4-FFF2-40B4-BE49-F238E27FC236}">
                <a16:creationId xmlns:a16="http://schemas.microsoft.com/office/drawing/2014/main" id="{2798EDFF-2F84-469B-1CC1-3467740CCAC9}"/>
              </a:ext>
            </a:extLst>
          </p:cNvPr>
          <p:cNvSpPr>
            <a:spLocks noGrp="1"/>
          </p:cNvSpPr>
          <p:nvPr>
            <p:ph type="sldNum" sz="quarter" idx="12"/>
          </p:nvPr>
        </p:nvSpPr>
        <p:spPr/>
        <p:txBody>
          <a:bodyPr/>
          <a:lstStyle/>
          <a:p>
            <a:fld id="{48F63A3B-78C7-47BE-AE5E-E10140E04643}" type="slidenum">
              <a:rPr lang="en-US" dirty="0"/>
              <a:t>16</a:t>
            </a:fld>
            <a:endParaRPr lang="en-US"/>
          </a:p>
        </p:txBody>
      </p:sp>
    </p:spTree>
    <p:extLst>
      <p:ext uri="{BB962C8B-B14F-4D97-AF65-F5344CB8AC3E}">
        <p14:creationId xmlns:p14="http://schemas.microsoft.com/office/powerpoint/2010/main" val="2877130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474B1-AC1A-6C5F-CD9B-87330C17D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4FD9B8-B117-E2EE-854A-9F10277912E4}"/>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1EF1EE90-47FD-7F7C-E1BE-2A2045C26FFA}"/>
              </a:ext>
            </a:extLst>
          </p:cNvPr>
          <p:cNvSpPr>
            <a:spLocks noGrp="1"/>
          </p:cNvSpPr>
          <p:nvPr>
            <p:ph idx="1"/>
          </p:nvPr>
        </p:nvSpPr>
        <p:spPr>
          <a:xfrm>
            <a:off x="838200" y="1552811"/>
            <a:ext cx="10515600" cy="4624152"/>
          </a:xfrm>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r>
              <a:rPr lang="en-US" sz="2400">
                <a:ea typeface="Calibri" panose="020F0502020204030204"/>
                <a:cs typeface="Calibri" panose="020F0502020204030204"/>
              </a:rPr>
              <a:t>Access the cluster: </a:t>
            </a:r>
            <a:endParaRPr lang="en-US"/>
          </a:p>
          <a:p>
            <a:pPr marL="0" indent="0">
              <a:buNone/>
            </a:pPr>
            <a:r>
              <a:rPr lang="en-US" sz="2000">
                <a:solidFill>
                  <a:schemeClr val="accent1"/>
                </a:solidFill>
                <a:latin typeface="Consolas"/>
                <a:ea typeface="+mn-lt"/>
                <a:cs typeface="+mn-lt"/>
              </a:rPr>
              <a:t>   </a:t>
            </a:r>
            <a:r>
              <a:rPr lang="en-US" sz="2000">
                <a:solidFill>
                  <a:schemeClr val="accent1"/>
                </a:solidFill>
                <a:latin typeface="Monaco" pitchFamily="2" charset="77"/>
                <a:ea typeface="+mn-lt"/>
                <a:cs typeface="+mn-lt"/>
              </a:rPr>
              <a:t>ssh -X -J </a:t>
            </a:r>
            <a:r>
              <a:rPr lang="en-US" sz="2000" i="1">
                <a:solidFill>
                  <a:schemeClr val="accent1"/>
                </a:solidFill>
                <a:latin typeface="Monaco" pitchFamily="2" charset="77"/>
                <a:ea typeface="+mn-lt"/>
                <a:cs typeface="+mn-lt"/>
              </a:rPr>
              <a:t>nome.cognome</a:t>
            </a:r>
            <a:r>
              <a:rPr lang="en-US" sz="2000">
                <a:solidFill>
                  <a:schemeClr val="accent1"/>
                </a:solidFill>
                <a:latin typeface="Monaco" pitchFamily="2" charset="77"/>
                <a:ea typeface="+mn-lt"/>
                <a:cs typeface="+mn-lt"/>
              </a:rPr>
              <a:t>@137.204.165.34 </a:t>
            </a:r>
            <a:r>
              <a:rPr lang="en-US" sz="2000" i="1">
                <a:solidFill>
                  <a:schemeClr val="accent1"/>
                </a:solidFill>
                <a:latin typeface="Monaco" pitchFamily="2" charset="77"/>
                <a:ea typeface="+mn-lt"/>
                <a:cs typeface="+mn-lt"/>
              </a:rPr>
              <a:t>nome.cognome</a:t>
            </a:r>
            <a:r>
              <a:rPr lang="en-US" sz="2000">
                <a:solidFill>
                  <a:schemeClr val="accent1"/>
                </a:solidFill>
                <a:latin typeface="Monaco" pitchFamily="2" charset="77"/>
                <a:ea typeface="+mn-lt"/>
                <a:cs typeface="+mn-lt"/>
              </a:rPr>
              <a:t>@137.204.165.41</a:t>
            </a:r>
          </a:p>
          <a:p>
            <a:pPr marL="0" indent="0">
              <a:buNone/>
            </a:pPr>
            <a:r>
              <a:rPr lang="en-US" sz="2400">
                <a:ea typeface="Calibri" panose="020F0502020204030204"/>
                <a:cs typeface="Calibri" panose="020F0502020204030204"/>
              </a:rPr>
              <a:t>Download WRF:</a:t>
            </a:r>
          </a:p>
          <a:p>
            <a:pPr marL="457200" lvl="1" indent="0">
              <a:buNone/>
            </a:pPr>
            <a:r>
              <a:rPr lang="en-US" sz="2000">
                <a:solidFill>
                  <a:schemeClr val="accent1"/>
                </a:solidFill>
                <a:latin typeface="Monaco" pitchFamily="2" charset="77"/>
                <a:ea typeface="+mn-lt"/>
                <a:cs typeface="+mn-lt"/>
              </a:rPr>
              <a:t>git clone --recurse-submodules https://</a:t>
            </a:r>
            <a:r>
              <a:rPr lang="en-US" sz="2000" err="1">
                <a:solidFill>
                  <a:schemeClr val="accent1"/>
                </a:solidFill>
                <a:latin typeface="Monaco" pitchFamily="2" charset="77"/>
                <a:ea typeface="+mn-lt"/>
                <a:cs typeface="+mn-lt"/>
              </a:rPr>
              <a:t>github.com</a:t>
            </a:r>
            <a:r>
              <a:rPr lang="en-US" sz="2000">
                <a:solidFill>
                  <a:schemeClr val="accent1"/>
                </a:solidFill>
                <a:latin typeface="Monaco" pitchFamily="2" charset="77"/>
                <a:ea typeface="+mn-lt"/>
                <a:cs typeface="+mn-lt"/>
              </a:rPr>
              <a:t>/</a:t>
            </a:r>
            <a:r>
              <a:rPr lang="en-US" sz="2000" err="1">
                <a:solidFill>
                  <a:schemeClr val="accent1"/>
                </a:solidFill>
                <a:latin typeface="Monaco" pitchFamily="2" charset="77"/>
                <a:ea typeface="+mn-lt"/>
                <a:cs typeface="+mn-lt"/>
              </a:rPr>
              <a:t>wrf</a:t>
            </a:r>
            <a:r>
              <a:rPr lang="en-US" sz="2000">
                <a:solidFill>
                  <a:schemeClr val="accent1"/>
                </a:solidFill>
                <a:latin typeface="Monaco" pitchFamily="2" charset="77"/>
                <a:ea typeface="+mn-lt"/>
                <a:cs typeface="+mn-lt"/>
              </a:rPr>
              <a:t>-model/WRF</a:t>
            </a:r>
          </a:p>
          <a:p>
            <a:pPr>
              <a:buNone/>
            </a:pPr>
            <a:r>
              <a:rPr lang="en-US" sz="2400">
                <a:ea typeface="+mn-lt"/>
                <a:cs typeface="+mn-lt"/>
              </a:rPr>
              <a:t>To compile WRF use an interactive job:</a:t>
            </a:r>
            <a:endParaRPr lang="en-US" sz="2400">
              <a:ea typeface="Calibri"/>
              <a:cs typeface="Calibri"/>
            </a:endParaRPr>
          </a:p>
          <a:p>
            <a:pPr lvl="1">
              <a:buNone/>
            </a:pPr>
            <a:r>
              <a:rPr lang="en-US" sz="2000" err="1">
                <a:solidFill>
                  <a:schemeClr val="accent1"/>
                </a:solidFill>
                <a:latin typeface="Monaco" pitchFamily="2" charset="77"/>
                <a:ea typeface="+mn-lt"/>
                <a:cs typeface="+mn-lt"/>
              </a:rPr>
              <a:t>salloc</a:t>
            </a:r>
            <a:r>
              <a:rPr lang="en-US" sz="2000">
                <a:solidFill>
                  <a:schemeClr val="accent1"/>
                </a:solidFill>
                <a:latin typeface="Monaco" pitchFamily="2" charset="77"/>
                <a:ea typeface="+mn-lt"/>
                <a:cs typeface="+mn-lt"/>
              </a:rPr>
              <a:t> -N 1 --</a:t>
            </a:r>
            <a:r>
              <a:rPr lang="en-US" sz="2000" err="1">
                <a:solidFill>
                  <a:schemeClr val="accent1"/>
                </a:solidFill>
                <a:latin typeface="Monaco" pitchFamily="2" charset="77"/>
                <a:ea typeface="+mn-lt"/>
                <a:cs typeface="+mn-lt"/>
              </a:rPr>
              <a:t>cpus</a:t>
            </a:r>
            <a:r>
              <a:rPr lang="en-US" sz="2000">
                <a:solidFill>
                  <a:schemeClr val="accent1"/>
                </a:solidFill>
                <a:latin typeface="Monaco" pitchFamily="2" charset="77"/>
                <a:ea typeface="+mn-lt"/>
                <a:cs typeface="+mn-lt"/>
              </a:rPr>
              <a:t>-per-task=4 --time=00:30:00 --mem=32G --constraint=blade --partition=b1 </a:t>
            </a:r>
          </a:p>
          <a:p>
            <a:pPr lvl="1">
              <a:buNone/>
            </a:pPr>
            <a:r>
              <a:rPr lang="en-US" sz="2000" err="1">
                <a:solidFill>
                  <a:schemeClr val="accent1"/>
                </a:solidFill>
                <a:latin typeface="Monaco" pitchFamily="2" charset="77"/>
                <a:ea typeface="+mn-lt"/>
                <a:cs typeface="+mn-lt"/>
              </a:rPr>
              <a:t>srun</a:t>
            </a:r>
            <a:r>
              <a:rPr lang="en-US" sz="2000">
                <a:solidFill>
                  <a:schemeClr val="accent1"/>
                </a:solidFill>
                <a:latin typeface="Monaco" pitchFamily="2" charset="77"/>
                <a:ea typeface="+mn-lt"/>
                <a:cs typeface="+mn-lt"/>
              </a:rPr>
              <a:t> --</a:t>
            </a:r>
            <a:r>
              <a:rPr lang="en-US" sz="2000" err="1">
                <a:solidFill>
                  <a:schemeClr val="accent1"/>
                </a:solidFill>
                <a:latin typeface="Monaco" pitchFamily="2" charset="77"/>
                <a:ea typeface="+mn-lt"/>
                <a:cs typeface="+mn-lt"/>
              </a:rPr>
              <a:t>pty</a:t>
            </a:r>
            <a:r>
              <a:rPr lang="en-US" sz="2000">
                <a:solidFill>
                  <a:schemeClr val="accent1"/>
                </a:solidFill>
                <a:latin typeface="Monaco" pitchFamily="2" charset="77"/>
                <a:ea typeface="+mn-lt"/>
                <a:cs typeface="+mn-lt"/>
              </a:rPr>
              <a:t> --overlap --</a:t>
            </a:r>
            <a:r>
              <a:rPr lang="en-US" sz="2000" err="1">
                <a:solidFill>
                  <a:schemeClr val="accent1"/>
                </a:solidFill>
                <a:latin typeface="Monaco" pitchFamily="2" charset="77"/>
                <a:ea typeface="+mn-lt"/>
                <a:cs typeface="+mn-lt"/>
              </a:rPr>
              <a:t>jobid</a:t>
            </a:r>
            <a:r>
              <a:rPr lang="en-US" sz="2000">
                <a:solidFill>
                  <a:schemeClr val="accent1"/>
                </a:solidFill>
                <a:latin typeface="Monaco" pitchFamily="2" charset="77"/>
                <a:ea typeface="+mn-lt"/>
                <a:cs typeface="+mn-lt"/>
              </a:rPr>
              <a:t> </a:t>
            </a:r>
            <a:r>
              <a:rPr lang="en-US" sz="2000" i="1">
                <a:solidFill>
                  <a:schemeClr val="accent1"/>
                </a:solidFill>
                <a:latin typeface="Monaco" pitchFamily="2" charset="77"/>
                <a:ea typeface="+mn-lt"/>
                <a:cs typeface="+mn-lt"/>
              </a:rPr>
              <a:t>$JOBID</a:t>
            </a:r>
            <a:r>
              <a:rPr lang="en-US" sz="2000">
                <a:solidFill>
                  <a:schemeClr val="accent1"/>
                </a:solidFill>
                <a:latin typeface="Monaco" pitchFamily="2" charset="77"/>
                <a:ea typeface="+mn-lt"/>
                <a:cs typeface="+mn-lt"/>
              </a:rPr>
              <a:t> bash</a:t>
            </a:r>
          </a:p>
          <a:p>
            <a:pPr lvl="1">
              <a:buNone/>
            </a:pPr>
            <a:endParaRPr lang="en-US" sz="1800">
              <a:solidFill>
                <a:schemeClr val="accent1"/>
              </a:solidFill>
              <a:latin typeface="Aptos Mono"/>
              <a:ea typeface="+mn-lt"/>
              <a:cs typeface="+mn-lt"/>
            </a:endParaRPr>
          </a:p>
          <a:p>
            <a:pPr>
              <a:buNone/>
            </a:pPr>
            <a:r>
              <a:rPr lang="en-US" sz="2400">
                <a:ea typeface="+mn-lt"/>
                <a:cs typeface="+mn-lt"/>
              </a:rPr>
              <a:t>Then, set the environment:</a:t>
            </a:r>
          </a:p>
        </p:txBody>
      </p:sp>
      <p:sp>
        <p:nvSpPr>
          <p:cNvPr id="5" name="Slide Number Placeholder 4">
            <a:extLst>
              <a:ext uri="{FF2B5EF4-FFF2-40B4-BE49-F238E27FC236}">
                <a16:creationId xmlns:a16="http://schemas.microsoft.com/office/drawing/2014/main" id="{8DF244B3-89D1-FC22-1956-AC3B70E8DD37}"/>
              </a:ext>
            </a:extLst>
          </p:cNvPr>
          <p:cNvSpPr>
            <a:spLocks noGrp="1"/>
          </p:cNvSpPr>
          <p:nvPr>
            <p:ph type="sldNum" sz="quarter" idx="12"/>
          </p:nvPr>
        </p:nvSpPr>
        <p:spPr/>
        <p:txBody>
          <a:bodyPr/>
          <a:lstStyle/>
          <a:p>
            <a:fld id="{48F63A3B-78C7-47BE-AE5E-E10140E04643}" type="slidenum">
              <a:rPr lang="en-US" dirty="0"/>
              <a:t>17</a:t>
            </a:fld>
            <a:endParaRPr lang="en-US"/>
          </a:p>
        </p:txBody>
      </p:sp>
    </p:spTree>
    <p:extLst>
      <p:ext uri="{BB962C8B-B14F-4D97-AF65-F5344CB8AC3E}">
        <p14:creationId xmlns:p14="http://schemas.microsoft.com/office/powerpoint/2010/main" val="1301133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DBA50D-4152-659B-DA4C-120932EBE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D983A-7759-37C0-128B-562ED672DDD2}"/>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BEA2C872-245F-FAE4-E973-3824631950FA}"/>
              </a:ext>
            </a:extLst>
          </p:cNvPr>
          <p:cNvSpPr>
            <a:spLocks noGrp="1"/>
          </p:cNvSpPr>
          <p:nvPr>
            <p:ph idx="1"/>
          </p:nvPr>
        </p:nvSpPr>
        <p:spPr>
          <a:xfrm>
            <a:off x="838200" y="1552811"/>
            <a:ext cx="10515600" cy="4624152"/>
          </a:xfrm>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r>
              <a:rPr lang="en-US" sz="2400">
                <a:ea typeface="+mn-lt"/>
                <a:cs typeface="+mn-lt"/>
              </a:rPr>
              <a:t>Steps to run a WRF simulation:</a:t>
            </a:r>
          </a:p>
          <a:p>
            <a:pPr marL="457200" indent="-457200">
              <a:buFont typeface="+mj-lt"/>
              <a:buAutoNum type="arabicPeriod"/>
            </a:pPr>
            <a:r>
              <a:rPr lang="en-US" sz="2400">
                <a:ea typeface="+mn-lt"/>
                <a:cs typeface="+mn-lt"/>
              </a:rPr>
              <a:t>Build WRF Code</a:t>
            </a:r>
          </a:p>
          <a:p>
            <a:pPr marL="914400" lvl="1" indent="-457200">
              <a:buFont typeface="+mj-lt"/>
              <a:buAutoNum type="arabicPeriod"/>
            </a:pPr>
            <a:r>
              <a:rPr lang="en-US" sz="2000">
                <a:ea typeface="+mn-lt"/>
                <a:cs typeface="+mn-lt"/>
              </a:rPr>
              <a:t>Configure WRF (./configure)</a:t>
            </a:r>
          </a:p>
          <a:p>
            <a:pPr marL="914400" lvl="1" indent="-457200">
              <a:buFont typeface="+mj-lt"/>
              <a:buAutoNum type="arabicPeriod"/>
            </a:pPr>
            <a:r>
              <a:rPr lang="en-US" sz="2000">
                <a:ea typeface="+mn-lt"/>
                <a:cs typeface="+mn-lt"/>
              </a:rPr>
              <a:t>Compile WRF (./compile </a:t>
            </a:r>
            <a:r>
              <a:rPr lang="en-US" sz="2000" err="1">
                <a:ea typeface="+mn-lt"/>
                <a:cs typeface="+mn-lt"/>
              </a:rPr>
              <a:t>case_name</a:t>
            </a:r>
            <a:r>
              <a:rPr lang="en-US" sz="2000">
                <a:ea typeface="+mn-lt"/>
                <a:cs typeface="+mn-lt"/>
              </a:rPr>
              <a:t> &gt;&amp; </a:t>
            </a:r>
            <a:r>
              <a:rPr lang="en-US" sz="2000" err="1">
                <a:ea typeface="+mn-lt"/>
                <a:cs typeface="+mn-lt"/>
              </a:rPr>
              <a:t>compile.log</a:t>
            </a:r>
            <a:r>
              <a:rPr lang="en-US" sz="2000">
                <a:ea typeface="+mn-lt"/>
                <a:cs typeface="+mn-lt"/>
              </a:rPr>
              <a:t>)</a:t>
            </a:r>
          </a:p>
          <a:p>
            <a:pPr marL="457200" indent="-457200">
              <a:buFont typeface="+mj-lt"/>
              <a:buAutoNum type="arabicPeriod"/>
            </a:pPr>
            <a:r>
              <a:rPr lang="en-US" sz="2400">
                <a:ea typeface="+mn-lt"/>
                <a:cs typeface="+mn-lt"/>
              </a:rPr>
              <a:t>Run the simulation</a:t>
            </a:r>
          </a:p>
          <a:p>
            <a:pPr marL="914400" lvl="1" indent="-457200">
              <a:buFont typeface="+mj-lt"/>
              <a:buAutoNum type="arabicPeriod"/>
            </a:pPr>
            <a:r>
              <a:rPr lang="en-US" sz="2000">
                <a:ea typeface="+mn-lt"/>
                <a:cs typeface="+mn-lt"/>
              </a:rPr>
              <a:t>Run </a:t>
            </a:r>
            <a:r>
              <a:rPr lang="en-US" sz="1800" err="1">
                <a:solidFill>
                  <a:schemeClr val="accent1"/>
                </a:solidFill>
                <a:latin typeface="Monaco" pitchFamily="2" charset="77"/>
                <a:ea typeface="+mn-lt"/>
                <a:cs typeface="+mn-lt"/>
              </a:rPr>
              <a:t>ideal.exe</a:t>
            </a:r>
            <a:r>
              <a:rPr lang="en-US" sz="1800">
                <a:solidFill>
                  <a:schemeClr val="accent1"/>
                </a:solidFill>
                <a:latin typeface="Monaco" pitchFamily="2" charset="77"/>
                <a:ea typeface="+mn-lt"/>
                <a:cs typeface="+mn-lt"/>
              </a:rPr>
              <a:t> </a:t>
            </a:r>
            <a:r>
              <a:rPr lang="en-US" sz="2000">
                <a:ea typeface="+mn-lt"/>
                <a:cs typeface="+mn-lt"/>
              </a:rPr>
              <a:t>(</a:t>
            </a:r>
            <a:r>
              <a:rPr lang="en-US" sz="1800" err="1">
                <a:solidFill>
                  <a:schemeClr val="accent1"/>
                </a:solidFill>
                <a:latin typeface="Monaco" pitchFamily="2" charset="77"/>
                <a:ea typeface="+mn-lt"/>
                <a:cs typeface="+mn-lt"/>
              </a:rPr>
              <a:t>real.exe</a:t>
            </a:r>
            <a:r>
              <a:rPr lang="en-US" sz="1800">
                <a:solidFill>
                  <a:schemeClr val="accent1"/>
                </a:solidFill>
                <a:latin typeface="Monaco" pitchFamily="2" charset="77"/>
                <a:ea typeface="+mn-lt"/>
                <a:cs typeface="+mn-lt"/>
              </a:rPr>
              <a:t> </a:t>
            </a:r>
            <a:r>
              <a:rPr lang="en-US" sz="2000">
                <a:ea typeface="+mn-lt"/>
                <a:cs typeface="+mn-lt"/>
              </a:rPr>
              <a:t>for real cases)</a:t>
            </a:r>
          </a:p>
          <a:p>
            <a:pPr marL="914400" lvl="1" indent="-457200">
              <a:buFont typeface="+mj-lt"/>
              <a:buAutoNum type="arabicPeriod"/>
            </a:pPr>
            <a:r>
              <a:rPr lang="en-US" sz="2000">
                <a:ea typeface="+mn-lt"/>
                <a:cs typeface="+mn-lt"/>
              </a:rPr>
              <a:t>Run </a:t>
            </a:r>
            <a:r>
              <a:rPr lang="en-US" sz="1800" err="1">
                <a:solidFill>
                  <a:schemeClr val="accent1"/>
                </a:solidFill>
                <a:latin typeface="Monaco" pitchFamily="2" charset="77"/>
                <a:ea typeface="+mn-lt"/>
                <a:cs typeface="+mn-lt"/>
              </a:rPr>
              <a:t>wrf.exe</a:t>
            </a:r>
            <a:endParaRPr lang="en-US" sz="1800">
              <a:solidFill>
                <a:schemeClr val="accent1"/>
              </a:solidFill>
              <a:latin typeface="Monaco" pitchFamily="2" charset="77"/>
              <a:ea typeface="+mn-lt"/>
              <a:cs typeface="+mn-lt"/>
            </a:endParaRPr>
          </a:p>
          <a:p>
            <a:pPr marL="0" indent="0">
              <a:buNone/>
            </a:pPr>
            <a:endParaRPr lang="en-US" sz="2400">
              <a:ea typeface="+mn-lt"/>
              <a:cs typeface="+mn-lt"/>
            </a:endParaRPr>
          </a:p>
        </p:txBody>
      </p:sp>
      <p:sp>
        <p:nvSpPr>
          <p:cNvPr id="5" name="Slide Number Placeholder 4">
            <a:extLst>
              <a:ext uri="{FF2B5EF4-FFF2-40B4-BE49-F238E27FC236}">
                <a16:creationId xmlns:a16="http://schemas.microsoft.com/office/drawing/2014/main" id="{D9353848-46E8-88A1-7D2F-DC8C0257D9D2}"/>
              </a:ext>
            </a:extLst>
          </p:cNvPr>
          <p:cNvSpPr>
            <a:spLocks noGrp="1"/>
          </p:cNvSpPr>
          <p:nvPr>
            <p:ph type="sldNum" sz="quarter" idx="12"/>
          </p:nvPr>
        </p:nvSpPr>
        <p:spPr/>
        <p:txBody>
          <a:bodyPr/>
          <a:lstStyle/>
          <a:p>
            <a:fld id="{48F63A3B-78C7-47BE-AE5E-E10140E04643}" type="slidenum">
              <a:rPr lang="en-US" dirty="0"/>
              <a:t>18</a:t>
            </a:fld>
            <a:endParaRPr lang="en-US"/>
          </a:p>
        </p:txBody>
      </p:sp>
      <p:sp>
        <p:nvSpPr>
          <p:cNvPr id="6" name="CasellaDiTesto 5">
            <a:extLst>
              <a:ext uri="{FF2B5EF4-FFF2-40B4-BE49-F238E27FC236}">
                <a16:creationId xmlns:a16="http://schemas.microsoft.com/office/drawing/2014/main" id="{DBA426AB-AE54-E5AC-C9A4-3A88B2ED07A4}"/>
              </a:ext>
            </a:extLst>
          </p:cNvPr>
          <p:cNvSpPr txBox="1"/>
          <p:nvPr/>
        </p:nvSpPr>
        <p:spPr>
          <a:xfrm>
            <a:off x="9574924" y="599882"/>
            <a:ext cx="1986455" cy="369332"/>
          </a:xfrm>
          <a:prstGeom prst="rect">
            <a:avLst/>
          </a:prstGeom>
          <a:noFill/>
        </p:spPr>
        <p:txBody>
          <a:bodyPr wrap="square">
            <a:spAutoFit/>
          </a:bodyPr>
          <a:lstStyle/>
          <a:p>
            <a:r>
              <a:rPr lang="it-IT">
                <a:hlinkClick r:id="rId2"/>
              </a:rPr>
              <a:t>WRF </a:t>
            </a:r>
            <a:r>
              <a:rPr lang="it-IT" err="1">
                <a:hlinkClick r:id="rId2"/>
              </a:rPr>
              <a:t>User’s</a:t>
            </a:r>
            <a:r>
              <a:rPr lang="it-IT">
                <a:hlinkClick r:id="rId2"/>
              </a:rPr>
              <a:t> guide</a:t>
            </a:r>
            <a:endParaRPr lang="it-IT"/>
          </a:p>
        </p:txBody>
      </p:sp>
    </p:spTree>
    <p:extLst>
      <p:ext uri="{BB962C8B-B14F-4D97-AF65-F5344CB8AC3E}">
        <p14:creationId xmlns:p14="http://schemas.microsoft.com/office/powerpoint/2010/main" val="2280336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0ABF7-EE65-6DE9-196A-EF4735E9E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4A389-04AD-6E38-B0DB-92BE14D6A427}"/>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Configuration and Compiling</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02E87D56-8CC2-CE17-EA4D-E85B76A6F47A}"/>
              </a:ext>
            </a:extLst>
          </p:cNvPr>
          <p:cNvSpPr>
            <a:spLocks noGrp="1"/>
          </p:cNvSpPr>
          <p:nvPr>
            <p:ph idx="1"/>
          </p:nvPr>
        </p:nvSpPr>
        <p:spPr>
          <a:xfrm>
            <a:off x="838200" y="1402557"/>
            <a:ext cx="10515600" cy="5168664"/>
          </a:xfrm>
        </p:spPr>
        <p:txBody>
          <a:bodyPr vert="horz" lIns="91440" tIns="45720" rIns="91440" bIns="45720" rtlCol="0" anchor="t">
            <a:normAutofit lnSpcReduction="10000"/>
          </a:bodyPr>
          <a:lstStyle/>
          <a:p>
            <a:pPr>
              <a:buNone/>
            </a:pPr>
            <a:r>
              <a:rPr lang="en-US" sz="1400" err="1">
                <a:solidFill>
                  <a:schemeClr val="accent1"/>
                </a:solidFill>
                <a:latin typeface="Consolas"/>
                <a:ea typeface="Calibri" panose="020F0502020204030204"/>
                <a:cs typeface="Calibri" panose="020F0502020204030204"/>
              </a:rPr>
              <a:t>tcsh</a:t>
            </a:r>
            <a:endParaRPr lang="en-US" sz="1400">
              <a:solidFill>
                <a:schemeClr val="accent1"/>
              </a:solidFill>
              <a:latin typeface="Consolas"/>
              <a:ea typeface="Calibri" panose="020F0502020204030204"/>
              <a:cs typeface="Calibri" panose="020F0502020204030204"/>
            </a:endParaRP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DIR /home/software/</a:t>
            </a:r>
            <a:r>
              <a:rPr lang="en-US" sz="1400" err="1">
                <a:solidFill>
                  <a:schemeClr val="accent1"/>
                </a:solidFill>
                <a:latin typeface="Consolas"/>
                <a:ea typeface="Calibri" panose="020F0502020204030204"/>
                <a:cs typeface="Calibri" panose="020F0502020204030204"/>
              </a:rPr>
              <a:t>atmos</a:t>
            </a:r>
            <a:r>
              <a:rPr lang="en-US" sz="1400">
                <a:solidFill>
                  <a:schemeClr val="accent1"/>
                </a:solidFill>
                <a:latin typeface="Consolas"/>
                <a:ea typeface="Calibri" panose="020F0502020204030204"/>
                <a:cs typeface="Calibri" panose="020F0502020204030204"/>
              </a:rPr>
              <a:t>/WRFv4/</a:t>
            </a:r>
            <a:r>
              <a:rPr lang="en-US" sz="1400" err="1">
                <a:solidFill>
                  <a:schemeClr val="accent1"/>
                </a:solidFill>
                <a:latin typeface="Consolas"/>
                <a:ea typeface="Calibri" panose="020F0502020204030204"/>
                <a:cs typeface="Calibri" panose="020F0502020204030204"/>
              </a:rPr>
              <a:t>Build_WRF</a:t>
            </a:r>
            <a:r>
              <a:rPr lang="en-US" sz="1400">
                <a:solidFill>
                  <a:schemeClr val="accent1"/>
                </a:solidFill>
                <a:latin typeface="Consolas"/>
                <a:ea typeface="Calibri" panose="020F0502020204030204"/>
                <a:cs typeface="Calibri" panose="020F0502020204030204"/>
              </a:rPr>
              <a:t>/LIBRARIES</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CC </a:t>
            </a:r>
            <a:r>
              <a:rPr lang="en-US" sz="1400" err="1">
                <a:solidFill>
                  <a:schemeClr val="accent1"/>
                </a:solidFill>
                <a:latin typeface="Consolas"/>
                <a:ea typeface="Calibri" panose="020F0502020204030204"/>
                <a:cs typeface="Calibri" panose="020F0502020204030204"/>
              </a:rPr>
              <a:t>gcc</a:t>
            </a:r>
            <a:endParaRPr lang="en-US" sz="1400">
              <a:solidFill>
                <a:schemeClr val="accent1"/>
              </a:solidFill>
              <a:latin typeface="Consolas"/>
              <a:ea typeface="Calibri" panose="020F0502020204030204"/>
              <a:cs typeface="Calibri" panose="020F0502020204030204"/>
            </a:endParaRP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CXX g++</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FC </a:t>
            </a:r>
            <a:r>
              <a:rPr lang="en-US" sz="1400" err="1">
                <a:solidFill>
                  <a:schemeClr val="accent1"/>
                </a:solidFill>
                <a:latin typeface="Consolas"/>
                <a:ea typeface="Calibri" panose="020F0502020204030204"/>
                <a:cs typeface="Calibri" panose="020F0502020204030204"/>
              </a:rPr>
              <a:t>gfortran</a:t>
            </a:r>
            <a:endParaRPr lang="en-US" sz="1400">
              <a:solidFill>
                <a:schemeClr val="accent1"/>
              </a:solidFill>
              <a:latin typeface="Consolas"/>
              <a:ea typeface="Calibri" panose="020F0502020204030204"/>
              <a:cs typeface="Calibri" panose="020F0502020204030204"/>
            </a:endParaRP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FCFLAGS -m64</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F77 </a:t>
            </a:r>
            <a:r>
              <a:rPr lang="en-US" sz="1400" err="1">
                <a:solidFill>
                  <a:schemeClr val="accent1"/>
                </a:solidFill>
                <a:latin typeface="Consolas"/>
                <a:ea typeface="Calibri" panose="020F0502020204030204"/>
                <a:cs typeface="Calibri" panose="020F0502020204030204"/>
              </a:rPr>
              <a:t>gfortran</a:t>
            </a:r>
            <a:endParaRPr lang="en-US" sz="1400">
              <a:solidFill>
                <a:schemeClr val="accent1"/>
              </a:solidFill>
              <a:latin typeface="Consolas"/>
              <a:ea typeface="Calibri" panose="020F0502020204030204"/>
              <a:cs typeface="Calibri" panose="020F0502020204030204"/>
            </a:endParaRP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FFLAGS -m64</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JASPERLIB $DIR/grib2/lib</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JASPERINC $DIR/grib2/include</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LDFLAGS -L$DIR/grib2/lib</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CPPFLAGS -I$DIR/grib2/include</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PATH $DIR/</a:t>
            </a:r>
            <a:r>
              <a:rPr lang="en-US" sz="1400" err="1">
                <a:solidFill>
                  <a:schemeClr val="accent1"/>
                </a:solidFill>
                <a:latin typeface="Consolas"/>
                <a:ea typeface="Calibri" panose="020F0502020204030204"/>
                <a:cs typeface="Calibri" panose="020F0502020204030204"/>
              </a:rPr>
              <a:t>netcdf</a:t>
            </a:r>
            <a:r>
              <a:rPr lang="en-US" sz="1400">
                <a:solidFill>
                  <a:schemeClr val="accent1"/>
                </a:solidFill>
                <a:latin typeface="Consolas"/>
                <a:ea typeface="Calibri" panose="020F0502020204030204"/>
                <a:cs typeface="Calibri" panose="020F0502020204030204"/>
              </a:rPr>
              <a:t>/bin:$PATH</a:t>
            </a: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NETCDF $DIR/</a:t>
            </a:r>
            <a:r>
              <a:rPr lang="en-US" sz="1400" err="1">
                <a:solidFill>
                  <a:schemeClr val="accent1"/>
                </a:solidFill>
                <a:latin typeface="Consolas"/>
                <a:ea typeface="Calibri" panose="020F0502020204030204"/>
                <a:cs typeface="Calibri" panose="020F0502020204030204"/>
              </a:rPr>
              <a:t>netcdf</a:t>
            </a:r>
            <a:endParaRPr lang="en-US" sz="1400">
              <a:solidFill>
                <a:schemeClr val="accent1"/>
              </a:solidFill>
              <a:latin typeface="Consolas"/>
              <a:ea typeface="Calibri" panose="020F0502020204030204"/>
              <a:cs typeface="Calibri" panose="020F0502020204030204"/>
            </a:endParaRPr>
          </a:p>
          <a:p>
            <a:pPr>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LD_LIBRARY_PATH /home/software/</a:t>
            </a:r>
            <a:r>
              <a:rPr lang="en-US" sz="1400" err="1">
                <a:solidFill>
                  <a:schemeClr val="accent1"/>
                </a:solidFill>
                <a:latin typeface="Consolas"/>
                <a:ea typeface="Calibri" panose="020F0502020204030204"/>
                <a:cs typeface="Calibri" panose="020F0502020204030204"/>
              </a:rPr>
              <a:t>atmos</a:t>
            </a:r>
            <a:r>
              <a:rPr lang="en-US" sz="1400">
                <a:solidFill>
                  <a:schemeClr val="accent1"/>
                </a:solidFill>
                <a:latin typeface="Consolas"/>
                <a:ea typeface="Calibri" panose="020F0502020204030204"/>
                <a:cs typeface="Calibri" panose="020F0502020204030204"/>
              </a:rPr>
              <a:t>/WRFv4/</a:t>
            </a:r>
            <a:r>
              <a:rPr lang="en-US" sz="1400" err="1">
                <a:solidFill>
                  <a:schemeClr val="accent1"/>
                </a:solidFill>
                <a:latin typeface="Consolas"/>
                <a:ea typeface="Calibri" panose="020F0502020204030204"/>
                <a:cs typeface="Calibri" panose="020F0502020204030204"/>
              </a:rPr>
              <a:t>Build_WRF</a:t>
            </a:r>
            <a:r>
              <a:rPr lang="en-US" sz="1400">
                <a:solidFill>
                  <a:schemeClr val="accent1"/>
                </a:solidFill>
                <a:latin typeface="Consolas"/>
                <a:ea typeface="Calibri" panose="020F0502020204030204"/>
                <a:cs typeface="Calibri" panose="020F0502020204030204"/>
              </a:rPr>
              <a:t>/LIBRARIES/grib2/lib</a:t>
            </a:r>
          </a:p>
          <a:p>
            <a:pPr marL="0" indent="0">
              <a:buNone/>
            </a:pPr>
            <a:r>
              <a:rPr lang="en-US" sz="1400" err="1">
                <a:solidFill>
                  <a:schemeClr val="accent1"/>
                </a:solidFill>
                <a:latin typeface="Consolas"/>
                <a:ea typeface="Calibri" panose="020F0502020204030204"/>
                <a:cs typeface="Calibri" panose="020F0502020204030204"/>
              </a:rPr>
              <a:t>setenv</a:t>
            </a:r>
            <a:r>
              <a:rPr lang="en-US" sz="1400">
                <a:solidFill>
                  <a:schemeClr val="accent1"/>
                </a:solidFill>
                <a:latin typeface="Consolas"/>
                <a:ea typeface="Calibri" panose="020F0502020204030204"/>
                <a:cs typeface="Calibri" panose="020F0502020204030204"/>
              </a:rPr>
              <a:t> LD_LIBRARY_PATH $DIR/grib2/include:$LD_LIBRARY_PATH</a:t>
            </a:r>
          </a:p>
          <a:p>
            <a:pPr marL="0" indent="0">
              <a:buNone/>
            </a:pPr>
            <a:r>
              <a:rPr lang="en-US" sz="1400">
                <a:solidFill>
                  <a:schemeClr val="accent1"/>
                </a:solidFill>
                <a:latin typeface="Consolas"/>
                <a:ea typeface="Calibri" panose="020F0502020204030204"/>
                <a:cs typeface="Calibri" panose="020F0502020204030204"/>
              </a:rPr>
              <a:t>module load </a:t>
            </a:r>
            <a:r>
              <a:rPr lang="en-US" sz="1400" err="1">
                <a:solidFill>
                  <a:schemeClr val="accent1"/>
                </a:solidFill>
                <a:latin typeface="Consolas"/>
                <a:ea typeface="Calibri" panose="020F0502020204030204"/>
                <a:cs typeface="Calibri" panose="020F0502020204030204"/>
              </a:rPr>
              <a:t>mpi</a:t>
            </a:r>
            <a:r>
              <a:rPr lang="en-US" sz="1400">
                <a:solidFill>
                  <a:schemeClr val="accent1"/>
                </a:solidFill>
                <a:latin typeface="Consolas"/>
                <a:ea typeface="Calibri" panose="020F0502020204030204"/>
                <a:cs typeface="Calibri" panose="020F0502020204030204"/>
              </a:rPr>
              <a:t>/</a:t>
            </a:r>
            <a:r>
              <a:rPr lang="en-US" sz="1400" err="1">
                <a:solidFill>
                  <a:schemeClr val="accent1"/>
                </a:solidFill>
                <a:latin typeface="Consolas"/>
                <a:ea typeface="Calibri" panose="020F0502020204030204"/>
                <a:cs typeface="Calibri" panose="020F0502020204030204"/>
              </a:rPr>
              <a:t>openmpi</a:t>
            </a:r>
            <a:r>
              <a:rPr lang="en-US" sz="1400">
                <a:solidFill>
                  <a:schemeClr val="accent1"/>
                </a:solidFill>
                <a:latin typeface="Consolas"/>
                <a:ea typeface="Calibri" panose="020F0502020204030204"/>
                <a:cs typeface="Calibri" panose="020F0502020204030204"/>
              </a:rPr>
              <a:t>/4.1.4</a:t>
            </a:r>
            <a:endParaRPr lang="en-US" sz="1000">
              <a:solidFill>
                <a:schemeClr val="accent1"/>
              </a:solidFill>
            </a:endParaRPr>
          </a:p>
        </p:txBody>
      </p:sp>
      <p:sp>
        <p:nvSpPr>
          <p:cNvPr id="5" name="Slide Number Placeholder 4">
            <a:extLst>
              <a:ext uri="{FF2B5EF4-FFF2-40B4-BE49-F238E27FC236}">
                <a16:creationId xmlns:a16="http://schemas.microsoft.com/office/drawing/2014/main" id="{0CC61B54-B7C0-4022-68C2-4E88B20C7432}"/>
              </a:ext>
            </a:extLst>
          </p:cNvPr>
          <p:cNvSpPr>
            <a:spLocks noGrp="1"/>
          </p:cNvSpPr>
          <p:nvPr>
            <p:ph type="sldNum" sz="quarter" idx="12"/>
          </p:nvPr>
        </p:nvSpPr>
        <p:spPr/>
        <p:txBody>
          <a:bodyPr/>
          <a:lstStyle/>
          <a:p>
            <a:fld id="{48F63A3B-78C7-47BE-AE5E-E10140E04643}" type="slidenum">
              <a:rPr lang="en-US" dirty="0"/>
              <a:t>19</a:t>
            </a:fld>
            <a:endParaRPr lang="en-US"/>
          </a:p>
        </p:txBody>
      </p:sp>
    </p:spTree>
    <p:extLst>
      <p:ext uri="{BB962C8B-B14F-4D97-AF65-F5344CB8AC3E}">
        <p14:creationId xmlns:p14="http://schemas.microsoft.com/office/powerpoint/2010/main" val="101390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71690-1BF4-97D9-3C41-57EE7E890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79A1C-476B-D93E-E17F-33A7748FAEF2}"/>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Configuration and Compiling</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96CC30E1-C608-18D7-E85E-A25CBFA1B029}"/>
              </a:ext>
            </a:extLst>
          </p:cNvPr>
          <p:cNvSpPr>
            <a:spLocks noGrp="1"/>
          </p:cNvSpPr>
          <p:nvPr>
            <p:ph idx="1"/>
          </p:nvPr>
        </p:nvSpPr>
        <p:spPr>
          <a:xfrm>
            <a:off x="838200" y="1552811"/>
            <a:ext cx="10515600" cy="4940064"/>
          </a:xfrm>
        </p:spPr>
        <p:txBody>
          <a:bodyPr vert="horz" lIns="91440" tIns="45720" rIns="91440" bIns="45720" rtlCol="0" anchor="t">
            <a:normAutofit/>
          </a:bodyPr>
          <a:lstStyle/>
          <a:p>
            <a:pPr marL="0" indent="0">
              <a:buNone/>
            </a:pPr>
            <a:r>
              <a:rPr lang="en-US" sz="1800">
                <a:ea typeface="Calibri" panose="020F0502020204030204"/>
                <a:cs typeface="Calibri" panose="020F0502020204030204"/>
              </a:rPr>
              <a:t>In the WRF main directory type:</a:t>
            </a:r>
          </a:p>
          <a:p>
            <a:pPr marL="0" indent="0">
              <a:buNone/>
            </a:pPr>
            <a:r>
              <a:rPr lang="en-US" sz="1600">
                <a:solidFill>
                  <a:schemeClr val="accent1"/>
                </a:solidFill>
                <a:latin typeface="Consolas"/>
                <a:ea typeface="+mn-lt"/>
                <a:cs typeface="+mn-lt"/>
              </a:rPr>
              <a:t>./configure</a:t>
            </a:r>
          </a:p>
          <a:p>
            <a:pPr marL="0" indent="0">
              <a:buNone/>
            </a:pPr>
            <a:r>
              <a:rPr lang="en-US" sz="1800">
                <a:ea typeface="Calibri" panose="020F0502020204030204"/>
                <a:cs typeface="Calibri" panose="020F0502020204030204"/>
              </a:rPr>
              <a:t>For idealized simulations, choose option </a:t>
            </a:r>
            <a:r>
              <a:rPr lang="en-US" sz="1800">
                <a:solidFill>
                  <a:schemeClr val="accent1"/>
                </a:solidFill>
                <a:ea typeface="Calibri" panose="020F0502020204030204"/>
                <a:cs typeface="Calibri" panose="020F0502020204030204"/>
              </a:rPr>
              <a:t>32 </a:t>
            </a:r>
            <a:r>
              <a:rPr lang="en-US" sz="1800">
                <a:ea typeface="Calibri" panose="020F0502020204030204"/>
                <a:cs typeface="Calibri" panose="020F0502020204030204"/>
              </a:rPr>
              <a:t>with </a:t>
            </a:r>
            <a:r>
              <a:rPr lang="en-US" sz="1800">
                <a:solidFill>
                  <a:schemeClr val="accent1"/>
                </a:solidFill>
                <a:ea typeface="Calibri" panose="020F0502020204030204"/>
                <a:cs typeface="Calibri" panose="020F0502020204030204"/>
              </a:rPr>
              <a:t>no nesting (0)</a:t>
            </a:r>
          </a:p>
          <a:p>
            <a:pPr marL="0" indent="0">
              <a:buNone/>
            </a:pPr>
            <a:r>
              <a:rPr lang="en-US" sz="1800">
                <a:ea typeface="Calibri" panose="020F0502020204030204"/>
                <a:cs typeface="Calibri" panose="020F0502020204030204"/>
              </a:rPr>
              <a:t>Open </a:t>
            </a:r>
            <a:r>
              <a:rPr lang="en-US" sz="1600" err="1">
                <a:solidFill>
                  <a:schemeClr val="accent1"/>
                </a:solidFill>
                <a:latin typeface="Consolas"/>
                <a:ea typeface="+mn-lt"/>
                <a:cs typeface="+mn-lt"/>
              </a:rPr>
              <a:t>configure.wrf</a:t>
            </a:r>
            <a:r>
              <a:rPr lang="en-US" sz="1800">
                <a:solidFill>
                  <a:schemeClr val="accent1"/>
                </a:solidFill>
                <a:latin typeface="Aptos Mono"/>
                <a:ea typeface="+mn-lt"/>
                <a:cs typeface="+mn-lt"/>
              </a:rPr>
              <a:t> </a:t>
            </a:r>
            <a:r>
              <a:rPr lang="en-US" sz="1800">
                <a:ea typeface="Calibri" panose="020F0502020204030204"/>
                <a:cs typeface="Calibri" panose="020F0502020204030204"/>
              </a:rPr>
              <a:t>file and modify line 137:</a:t>
            </a:r>
          </a:p>
          <a:p>
            <a:pPr marL="0" indent="0">
              <a:buNone/>
            </a:pPr>
            <a:r>
              <a:rPr lang="en-US" sz="1600">
                <a:solidFill>
                  <a:schemeClr val="accent1"/>
                </a:solidFill>
                <a:latin typeface="Consolas"/>
                <a:ea typeface="+mn-lt"/>
                <a:cs typeface="+mn-lt"/>
              </a:rPr>
              <a:t>vi </a:t>
            </a:r>
            <a:r>
              <a:rPr lang="en-US" sz="1600" err="1">
                <a:solidFill>
                  <a:schemeClr val="accent1"/>
                </a:solidFill>
                <a:latin typeface="Consolas"/>
                <a:ea typeface="+mn-lt"/>
                <a:cs typeface="+mn-lt"/>
              </a:rPr>
              <a:t>configure.wrf</a:t>
            </a:r>
            <a:endParaRPr lang="en-US" sz="1600">
              <a:solidFill>
                <a:schemeClr val="accent1"/>
              </a:solidFill>
              <a:latin typeface="Consolas"/>
              <a:ea typeface="+mn-lt"/>
              <a:cs typeface="+mn-lt"/>
            </a:endParaRPr>
          </a:p>
          <a:p>
            <a:pPr marL="0" indent="0">
              <a:buNone/>
            </a:pPr>
            <a:r>
              <a:rPr lang="en-US" sz="1800">
                <a:ea typeface="Calibri" panose="020F0502020204030204"/>
                <a:cs typeface="Calibri" panose="020F0502020204030204"/>
              </a:rPr>
              <a:t>type </a:t>
            </a:r>
            <a:r>
              <a:rPr lang="en-US" sz="1600">
                <a:solidFill>
                  <a:schemeClr val="accent1"/>
                </a:solidFill>
                <a:latin typeface="Consolas"/>
                <a:ea typeface="+mn-lt"/>
                <a:cs typeface="+mn-lt"/>
              </a:rPr>
              <a:t>:137</a:t>
            </a:r>
            <a:r>
              <a:rPr lang="en-US" sz="1800">
                <a:solidFill>
                  <a:schemeClr val="accent1"/>
                </a:solidFill>
                <a:latin typeface="Calibri"/>
                <a:ea typeface="+mn-lt"/>
                <a:cs typeface="+mn-lt"/>
              </a:rPr>
              <a:t> </a:t>
            </a:r>
            <a:r>
              <a:rPr lang="en-US" sz="1800">
                <a:ea typeface="Calibri" panose="020F0502020204030204"/>
                <a:cs typeface="Calibri" panose="020F0502020204030204"/>
              </a:rPr>
              <a:t>and press enter. Press </a:t>
            </a:r>
            <a:r>
              <a:rPr lang="en-US" sz="1600" err="1">
                <a:solidFill>
                  <a:schemeClr val="accent1"/>
                </a:solidFill>
                <a:latin typeface="Consolas"/>
                <a:ea typeface="+mn-lt"/>
                <a:cs typeface="+mn-lt"/>
              </a:rPr>
              <a:t>i</a:t>
            </a:r>
            <a:r>
              <a:rPr lang="en-US" sz="1600">
                <a:ea typeface="Calibri" panose="020F0502020204030204"/>
                <a:cs typeface="Calibri" panose="020F0502020204030204"/>
              </a:rPr>
              <a:t> </a:t>
            </a:r>
            <a:r>
              <a:rPr lang="en-US" sz="1800">
                <a:ea typeface="Calibri" panose="020F0502020204030204"/>
                <a:cs typeface="Calibri" panose="020F0502020204030204"/>
              </a:rPr>
              <a:t>to go in </a:t>
            </a:r>
            <a:r>
              <a:rPr lang="en-US" sz="1600">
                <a:solidFill>
                  <a:schemeClr val="accent1"/>
                </a:solidFill>
                <a:latin typeface="Consolas"/>
                <a:ea typeface="+mn-lt"/>
                <a:cs typeface="+mn-lt"/>
              </a:rPr>
              <a:t>INSERT MODE</a:t>
            </a:r>
            <a:r>
              <a:rPr lang="en-US" sz="1800">
                <a:ea typeface="Calibri" panose="020F0502020204030204"/>
                <a:cs typeface="Calibri" panose="020F0502020204030204"/>
              </a:rPr>
              <a:t> and delete “</a:t>
            </a:r>
            <a:r>
              <a:rPr lang="en-US" sz="1600">
                <a:solidFill>
                  <a:schemeClr val="accent1"/>
                </a:solidFill>
                <a:latin typeface="Consolas"/>
                <a:ea typeface="+mn-lt"/>
                <a:cs typeface="+mn-lt"/>
              </a:rPr>
              <a:t>time</a:t>
            </a:r>
            <a:r>
              <a:rPr lang="en-US" sz="1800">
                <a:ea typeface="Calibri" panose="020F0502020204030204"/>
                <a:cs typeface="Calibri" panose="020F0502020204030204"/>
              </a:rPr>
              <a:t>”.</a:t>
            </a:r>
          </a:p>
          <a:p>
            <a:pPr marL="0" indent="0">
              <a:buNone/>
            </a:pPr>
            <a:r>
              <a:rPr lang="en-US" sz="1800">
                <a:ea typeface="Calibri" panose="020F0502020204030204"/>
                <a:cs typeface="Calibri" panose="020F0502020204030204"/>
              </a:rPr>
              <a:t>To exit press </a:t>
            </a:r>
            <a:r>
              <a:rPr lang="en-US" sz="1600">
                <a:solidFill>
                  <a:schemeClr val="accent1"/>
                </a:solidFill>
                <a:latin typeface="Consolas"/>
                <a:ea typeface="+mn-lt"/>
                <a:cs typeface="+mn-lt"/>
              </a:rPr>
              <a:t>esc</a:t>
            </a:r>
            <a:r>
              <a:rPr lang="en-US" sz="1600">
                <a:ea typeface="Calibri" panose="020F0502020204030204"/>
                <a:cs typeface="Calibri" panose="020F0502020204030204"/>
              </a:rPr>
              <a:t> </a:t>
            </a:r>
            <a:r>
              <a:rPr lang="en-US" sz="1800">
                <a:ea typeface="Calibri" panose="020F0502020204030204"/>
                <a:cs typeface="Calibri" panose="020F0502020204030204"/>
              </a:rPr>
              <a:t>and save (</a:t>
            </a:r>
            <a:r>
              <a:rPr lang="en-US" sz="1600">
                <a:solidFill>
                  <a:schemeClr val="accent1"/>
                </a:solidFill>
                <a:latin typeface="Consolas"/>
                <a:ea typeface="+mn-lt"/>
                <a:cs typeface="+mn-lt"/>
              </a:rPr>
              <a:t>:</a:t>
            </a:r>
            <a:r>
              <a:rPr lang="en-US" sz="1600" err="1">
                <a:solidFill>
                  <a:schemeClr val="accent1"/>
                </a:solidFill>
                <a:latin typeface="Consolas"/>
                <a:ea typeface="+mn-lt"/>
                <a:cs typeface="+mn-lt"/>
              </a:rPr>
              <a:t>wq</a:t>
            </a:r>
            <a:r>
              <a:rPr lang="en-US" sz="1800">
                <a:ea typeface="Calibri" panose="020F0502020204030204"/>
                <a:cs typeface="Calibri" panose="020F0502020204030204"/>
              </a:rPr>
              <a:t>).</a:t>
            </a:r>
          </a:p>
          <a:p>
            <a:pPr marL="0" indent="0">
              <a:buNone/>
            </a:pPr>
            <a:r>
              <a:rPr lang="en-US" sz="1800">
                <a:ea typeface="Calibri" panose="020F0502020204030204"/>
                <a:cs typeface="Calibri" panose="020F0502020204030204"/>
              </a:rPr>
              <a:t>Now you can compile:</a:t>
            </a:r>
          </a:p>
          <a:p>
            <a:pPr marL="0" indent="0">
              <a:buNone/>
            </a:pPr>
            <a:r>
              <a:rPr lang="en-US" sz="1600">
                <a:solidFill>
                  <a:schemeClr val="accent1"/>
                </a:solidFill>
                <a:latin typeface="Consolas"/>
                <a:ea typeface="+mn-lt"/>
                <a:cs typeface="+mn-lt"/>
              </a:rPr>
              <a:t>./compile em_hill2d_x &gt;&amp; </a:t>
            </a:r>
            <a:r>
              <a:rPr lang="en-US" sz="1600" err="1">
                <a:solidFill>
                  <a:schemeClr val="accent1"/>
                </a:solidFill>
                <a:latin typeface="Consolas"/>
                <a:ea typeface="+mn-lt"/>
                <a:cs typeface="+mn-lt"/>
              </a:rPr>
              <a:t>compile.log</a:t>
            </a:r>
            <a:endParaRPr lang="en-US" sz="1600">
              <a:solidFill>
                <a:schemeClr val="accent1"/>
              </a:solidFill>
              <a:latin typeface="Consolas"/>
              <a:ea typeface="+mn-lt"/>
              <a:cs typeface="+mn-lt"/>
            </a:endParaRPr>
          </a:p>
          <a:p>
            <a:pPr marL="0" indent="0">
              <a:buNone/>
            </a:pPr>
            <a:r>
              <a:rPr lang="en-US" sz="1800">
                <a:ea typeface="Calibri" panose="020F0502020204030204"/>
                <a:cs typeface="Calibri" panose="020F0502020204030204"/>
              </a:rPr>
              <a:t>Call at the end:</a:t>
            </a:r>
          </a:p>
          <a:p>
            <a:pPr marL="0" indent="0">
              <a:buNone/>
            </a:pPr>
            <a:r>
              <a:rPr lang="en-US" sz="1600" err="1">
                <a:solidFill>
                  <a:schemeClr val="accent1"/>
                </a:solidFill>
                <a:latin typeface="Consolas"/>
                <a:ea typeface="+mn-lt"/>
                <a:cs typeface="+mn-lt"/>
              </a:rPr>
              <a:t>scancel</a:t>
            </a:r>
            <a:r>
              <a:rPr lang="en-US" sz="1600">
                <a:solidFill>
                  <a:schemeClr val="accent1"/>
                </a:solidFill>
                <a:latin typeface="Consolas"/>
                <a:ea typeface="+mn-lt"/>
                <a:cs typeface="+mn-lt"/>
              </a:rPr>
              <a:t> $JOBID</a:t>
            </a:r>
          </a:p>
          <a:p>
            <a:pPr marL="0" indent="0">
              <a:buNone/>
            </a:pPr>
            <a:r>
              <a:rPr lang="en-US" sz="1800">
                <a:ea typeface="Calibri" panose="020F0502020204030204"/>
                <a:cs typeface="Calibri" panose="020F0502020204030204"/>
              </a:rPr>
              <a:t>If compilation is successful, you should see executables in the main directory. In WRF folder, type:</a:t>
            </a:r>
            <a:endParaRPr lang="en-US" sz="1800"/>
          </a:p>
          <a:p>
            <a:pPr marL="0" indent="0">
              <a:lnSpc>
                <a:spcPct val="100000"/>
              </a:lnSpc>
              <a:buNone/>
            </a:pPr>
            <a:r>
              <a:rPr lang="en-US" sz="1600">
                <a:solidFill>
                  <a:schemeClr val="accent1"/>
                </a:solidFill>
                <a:latin typeface="Consolas"/>
                <a:ea typeface="+mn-lt"/>
                <a:cs typeface="+mn-lt"/>
              </a:rPr>
              <a:t>ls main/</a:t>
            </a:r>
          </a:p>
          <a:p>
            <a:pPr marL="0" indent="0">
              <a:buNone/>
            </a:pPr>
            <a:endParaRPr lang="en-US" sz="1800">
              <a:solidFill>
                <a:schemeClr val="accent1"/>
              </a:solidFill>
              <a:latin typeface="Aptos Mono"/>
              <a:ea typeface="+mn-lt"/>
              <a:cs typeface="+mn-lt"/>
            </a:endParaRPr>
          </a:p>
        </p:txBody>
      </p:sp>
      <p:sp>
        <p:nvSpPr>
          <p:cNvPr id="5" name="Slide Number Placeholder 4">
            <a:extLst>
              <a:ext uri="{FF2B5EF4-FFF2-40B4-BE49-F238E27FC236}">
                <a16:creationId xmlns:a16="http://schemas.microsoft.com/office/drawing/2014/main" id="{86745EE1-B636-D261-65FD-80DA1808A8B7}"/>
              </a:ext>
            </a:extLst>
          </p:cNvPr>
          <p:cNvSpPr>
            <a:spLocks noGrp="1"/>
          </p:cNvSpPr>
          <p:nvPr>
            <p:ph type="sldNum" sz="quarter" idx="12"/>
          </p:nvPr>
        </p:nvSpPr>
        <p:spPr/>
        <p:txBody>
          <a:bodyPr/>
          <a:lstStyle/>
          <a:p>
            <a:fld id="{48F63A3B-78C7-47BE-AE5E-E10140E04643}" type="slidenum">
              <a:rPr lang="en-US" dirty="0"/>
              <a:t>20</a:t>
            </a:fld>
            <a:endParaRPr lang="en-US"/>
          </a:p>
        </p:txBody>
      </p:sp>
      <p:sp>
        <p:nvSpPr>
          <p:cNvPr id="4" name="TextBox 3">
            <a:extLst>
              <a:ext uri="{FF2B5EF4-FFF2-40B4-BE49-F238E27FC236}">
                <a16:creationId xmlns:a16="http://schemas.microsoft.com/office/drawing/2014/main" id="{58690BDB-CE54-71C3-0B4C-8894D21DE2A3}"/>
              </a:ext>
            </a:extLst>
          </p:cNvPr>
          <p:cNvSpPr txBox="1"/>
          <p:nvPr/>
        </p:nvSpPr>
        <p:spPr>
          <a:xfrm>
            <a:off x="8920102" y="2767660"/>
            <a:ext cx="2775794" cy="1328023"/>
          </a:xfrm>
          <a:prstGeom prst="round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These commands refers to Vim text editor, but you can choose whatever you prefer (e.g. GNU nano)!</a:t>
            </a:r>
            <a:endParaRPr lang="en-US"/>
          </a:p>
        </p:txBody>
      </p:sp>
      <p:sp>
        <p:nvSpPr>
          <p:cNvPr id="6" name="Right Brace 5">
            <a:extLst>
              <a:ext uri="{FF2B5EF4-FFF2-40B4-BE49-F238E27FC236}">
                <a16:creationId xmlns:a16="http://schemas.microsoft.com/office/drawing/2014/main" id="{D88576BF-D00F-B1F9-B1C5-621FA7386D8A}"/>
              </a:ext>
            </a:extLst>
          </p:cNvPr>
          <p:cNvSpPr/>
          <p:nvPr/>
        </p:nvSpPr>
        <p:spPr>
          <a:xfrm>
            <a:off x="8346831" y="2977661"/>
            <a:ext cx="269630" cy="92612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65537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2D hill simulation</a:t>
            </a:r>
            <a:endParaRPr lang="en-US" sz="2400">
              <a:solidFill>
                <a:schemeClr val="accent6">
                  <a:lumMod val="75000"/>
                </a:schemeClr>
              </a:solidFill>
              <a:ea typeface="Calibri Light" panose="020F0302020204030204"/>
              <a:cs typeface="Calibri Light" panose="020F0302020204030204"/>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21</a:t>
            </a:fld>
            <a:endParaRPr lang="en-US"/>
          </a:p>
        </p:txBody>
      </p:sp>
      <p:pic>
        <p:nvPicPr>
          <p:cNvPr id="4" name="Picture 3" descr="A computer screen shot of a program code&#10;&#10;Description automatically generated">
            <a:extLst>
              <a:ext uri="{FF2B5EF4-FFF2-40B4-BE49-F238E27FC236}">
                <a16:creationId xmlns:a16="http://schemas.microsoft.com/office/drawing/2014/main" id="{8D3A11E3-B21D-45E0-A308-BF8DA50516A8}"/>
              </a:ext>
            </a:extLst>
          </p:cNvPr>
          <p:cNvPicPr>
            <a:picLocks noChangeAspect="1"/>
          </p:cNvPicPr>
          <p:nvPr/>
        </p:nvPicPr>
        <p:blipFill>
          <a:blip r:embed="rId2"/>
          <a:stretch>
            <a:fillRect/>
          </a:stretch>
        </p:blipFill>
        <p:spPr>
          <a:xfrm>
            <a:off x="838259" y="2051344"/>
            <a:ext cx="6696075" cy="4486275"/>
          </a:xfrm>
          <a:prstGeom prst="rect">
            <a:avLst/>
          </a:prstGeom>
          <a:ln w="28575">
            <a:solidFill>
              <a:srgbClr val="7030A0"/>
            </a:solidFill>
          </a:ln>
        </p:spPr>
      </p:pic>
      <p:sp>
        <p:nvSpPr>
          <p:cNvPr id="7" name="TextBox 6">
            <a:extLst>
              <a:ext uri="{FF2B5EF4-FFF2-40B4-BE49-F238E27FC236}">
                <a16:creationId xmlns:a16="http://schemas.microsoft.com/office/drawing/2014/main" id="{FFDA1DA6-39F3-C212-AE7F-FE245F9F84C4}"/>
              </a:ext>
            </a:extLst>
          </p:cNvPr>
          <p:cNvSpPr txBox="1"/>
          <p:nvPr/>
        </p:nvSpPr>
        <p:spPr>
          <a:xfrm>
            <a:off x="3623733" y="2777067"/>
            <a:ext cx="2870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bg1"/>
                </a:solidFill>
                <a:ea typeface="Calibri"/>
                <a:cs typeface="Calibri"/>
              </a:rPr>
              <a:t>hill height (m) and half-width (grid points)</a:t>
            </a:r>
          </a:p>
        </p:txBody>
      </p:sp>
      <p:sp>
        <p:nvSpPr>
          <p:cNvPr id="9" name="TextBox 8">
            <a:extLst>
              <a:ext uri="{FF2B5EF4-FFF2-40B4-BE49-F238E27FC236}">
                <a16:creationId xmlns:a16="http://schemas.microsoft.com/office/drawing/2014/main" id="{B893D995-E2A3-F96A-B78B-5A0B89086E52}"/>
              </a:ext>
            </a:extLst>
          </p:cNvPr>
          <p:cNvSpPr txBox="1"/>
          <p:nvPr/>
        </p:nvSpPr>
        <p:spPr>
          <a:xfrm>
            <a:off x="3623733" y="3586104"/>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bg1"/>
                </a:solidFill>
                <a:ea typeface="Calibri"/>
                <a:cs typeface="Calibri"/>
              </a:rPr>
              <a:t>hill position in domain (center </a:t>
            </a:r>
            <a:r>
              <a:rPr lang="en-US" sz="2000" err="1">
                <a:solidFill>
                  <a:schemeClr val="bg1"/>
                </a:solidFill>
                <a:ea typeface="Calibri"/>
                <a:cs typeface="Calibri"/>
              </a:rPr>
              <a:t>gridpoint</a:t>
            </a:r>
            <a:r>
              <a:rPr lang="en-US" sz="2000">
                <a:solidFill>
                  <a:schemeClr val="bg1"/>
                </a:solidFill>
                <a:ea typeface="Calibri"/>
                <a:cs typeface="Calibri"/>
              </a:rPr>
              <a:t> in x)</a:t>
            </a:r>
          </a:p>
        </p:txBody>
      </p:sp>
      <p:cxnSp>
        <p:nvCxnSpPr>
          <p:cNvPr id="10" name="Straight Arrow Connector 9">
            <a:extLst>
              <a:ext uri="{FF2B5EF4-FFF2-40B4-BE49-F238E27FC236}">
                <a16:creationId xmlns:a16="http://schemas.microsoft.com/office/drawing/2014/main" id="{C66A094E-AA02-2829-B034-9274F8F18723}"/>
              </a:ext>
            </a:extLst>
          </p:cNvPr>
          <p:cNvCxnSpPr>
            <a:cxnSpLocks/>
          </p:cNvCxnSpPr>
          <p:nvPr/>
        </p:nvCxnSpPr>
        <p:spPr>
          <a:xfrm flipH="1">
            <a:off x="1852447" y="3008586"/>
            <a:ext cx="1694793" cy="26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0CE78A0-E4A3-1877-35F6-DA8706F3AF59}"/>
              </a:ext>
            </a:extLst>
          </p:cNvPr>
          <p:cNvCxnSpPr>
            <a:cxnSpLocks/>
          </p:cNvCxnSpPr>
          <p:nvPr/>
        </p:nvCxnSpPr>
        <p:spPr>
          <a:xfrm flipH="1" flipV="1">
            <a:off x="1993558" y="3420565"/>
            <a:ext cx="1619534" cy="453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48776FD-B8C7-198E-AFDE-7091E7A7AC23}"/>
              </a:ext>
            </a:extLst>
          </p:cNvPr>
          <p:cNvSpPr txBox="1"/>
          <p:nvPr/>
        </p:nvSpPr>
        <p:spPr>
          <a:xfrm>
            <a:off x="7774190" y="1961459"/>
            <a:ext cx="222978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In vim:</a:t>
            </a:r>
          </a:p>
          <a:p>
            <a:r>
              <a:rPr lang="en-US" sz="2000">
                <a:ea typeface="Calibri"/>
                <a:cs typeface="Calibri"/>
              </a:rPr>
              <a:t>Type </a:t>
            </a:r>
            <a:r>
              <a:rPr lang="en-US">
                <a:solidFill>
                  <a:schemeClr val="accent1"/>
                </a:solidFill>
                <a:latin typeface="Consolas"/>
                <a:ea typeface="+mn-lt"/>
                <a:cs typeface="+mn-lt"/>
              </a:rPr>
              <a:t>/hill</a:t>
            </a:r>
          </a:p>
          <a:p>
            <a:r>
              <a:rPr lang="en-US" sz="2000">
                <a:latin typeface="Calibri"/>
                <a:ea typeface="Calibri"/>
                <a:cs typeface="Calibri"/>
              </a:rPr>
              <a:t>Press </a:t>
            </a:r>
            <a:r>
              <a:rPr lang="en-US">
                <a:solidFill>
                  <a:schemeClr val="accent1"/>
                </a:solidFill>
                <a:latin typeface="Consolas"/>
                <a:ea typeface="+mn-lt"/>
                <a:cs typeface="+mn-lt"/>
              </a:rPr>
              <a:t>n</a:t>
            </a:r>
            <a:r>
              <a:rPr lang="en-US">
                <a:solidFill>
                  <a:schemeClr val="accent1"/>
                </a:solidFill>
                <a:latin typeface="Consolas"/>
                <a:ea typeface="Calibri"/>
                <a:cs typeface="Calibri"/>
              </a:rPr>
              <a:t> </a:t>
            </a:r>
            <a:r>
              <a:rPr lang="en-US">
                <a:latin typeface="Calibri"/>
                <a:ea typeface="Calibri"/>
                <a:cs typeface="Calibri"/>
              </a:rPr>
              <a:t>(</a:t>
            </a:r>
            <a:r>
              <a:rPr lang="en-US">
                <a:solidFill>
                  <a:schemeClr val="accent1"/>
                </a:solidFill>
                <a:latin typeface="Consolas"/>
                <a:ea typeface="Calibri"/>
                <a:cs typeface="Calibri"/>
              </a:rPr>
              <a:t>N</a:t>
            </a:r>
            <a:r>
              <a:rPr lang="en-US">
                <a:latin typeface="Calibri"/>
                <a:ea typeface="Calibri"/>
                <a:cs typeface="Calibri"/>
              </a:rPr>
              <a:t>)</a:t>
            </a:r>
            <a:r>
              <a:rPr lang="en-US">
                <a:solidFill>
                  <a:schemeClr val="accent1"/>
                </a:solidFill>
                <a:latin typeface="Calibri"/>
                <a:ea typeface="Calibri"/>
                <a:cs typeface="Calibri"/>
              </a:rPr>
              <a:t> </a:t>
            </a:r>
            <a:r>
              <a:rPr lang="en-US" sz="2000">
                <a:latin typeface="Calibri"/>
                <a:ea typeface="Calibri"/>
                <a:cs typeface="Calibri"/>
              </a:rPr>
              <a:t>to move forward (back) in the search</a:t>
            </a:r>
          </a:p>
        </p:txBody>
      </p:sp>
      <p:sp>
        <p:nvSpPr>
          <p:cNvPr id="14" name="Content Placeholder 2">
            <a:extLst>
              <a:ext uri="{FF2B5EF4-FFF2-40B4-BE49-F238E27FC236}">
                <a16:creationId xmlns:a16="http://schemas.microsoft.com/office/drawing/2014/main" id="{3AC0AB8E-B15A-22EB-53E6-1BE0AD48B32A}"/>
              </a:ext>
            </a:extLst>
          </p:cNvPr>
          <p:cNvSpPr txBox="1">
            <a:spLocks/>
          </p:cNvSpPr>
          <p:nvPr/>
        </p:nvSpPr>
        <p:spPr>
          <a:xfrm>
            <a:off x="838200" y="1552811"/>
            <a:ext cx="4708334" cy="408623"/>
          </a:xfrm>
          <a:prstGeom prst="roundRect">
            <a:avLst/>
          </a:prstGeom>
          <a:solidFill>
            <a:srgbClr val="7030A0">
              <a:alpha val="23000"/>
            </a:srgbClr>
          </a:solidFill>
          <a:ln w="28575">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57200">
              <a:buFont typeface="Arial" panose="020B0604020202020204" pitchFamily="34" charset="0"/>
              <a:buNone/>
            </a:pPr>
            <a:r>
              <a:rPr lang="en-US" sz="2000" err="1">
                <a:latin typeface="Consolas"/>
                <a:ea typeface="Calibri"/>
                <a:cs typeface="Calibri"/>
              </a:rPr>
              <a:t>dyn_em</a:t>
            </a:r>
            <a:r>
              <a:rPr lang="en-US" sz="2000">
                <a:latin typeface="Consolas"/>
                <a:ea typeface="Calibri"/>
                <a:cs typeface="Calibri"/>
              </a:rPr>
              <a:t>/</a:t>
            </a:r>
            <a:r>
              <a:rPr lang="en-US" sz="2000" err="1">
                <a:latin typeface="Consolas"/>
                <a:ea typeface="Calibri"/>
                <a:cs typeface="Calibri"/>
              </a:rPr>
              <a:t>module_initialize_ideal.F</a:t>
            </a:r>
            <a:endParaRPr lang="en-US" sz="2000">
              <a:latin typeface="Consolas"/>
              <a:ea typeface="Calibri"/>
              <a:cs typeface="Calibri"/>
            </a:endParaRPr>
          </a:p>
        </p:txBody>
      </p:sp>
    </p:spTree>
    <p:extLst>
      <p:ext uri="{BB962C8B-B14F-4D97-AF65-F5344CB8AC3E}">
        <p14:creationId xmlns:p14="http://schemas.microsoft.com/office/powerpoint/2010/main" val="4175929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computer screen shot of a program code&#10;&#10;Description automatically generated">
            <a:extLst>
              <a:ext uri="{FF2B5EF4-FFF2-40B4-BE49-F238E27FC236}">
                <a16:creationId xmlns:a16="http://schemas.microsoft.com/office/drawing/2014/main" id="{E8502EE3-4670-C54F-972D-B49FFC331E20}"/>
              </a:ext>
            </a:extLst>
          </p:cNvPr>
          <p:cNvPicPr>
            <a:picLocks noChangeAspect="1"/>
          </p:cNvPicPr>
          <p:nvPr/>
        </p:nvPicPr>
        <p:blipFill>
          <a:blip r:embed="rId2"/>
          <a:stretch>
            <a:fillRect/>
          </a:stretch>
        </p:blipFill>
        <p:spPr>
          <a:xfrm>
            <a:off x="838259" y="2051344"/>
            <a:ext cx="6696075" cy="4486275"/>
          </a:xfrm>
          <a:prstGeom prst="rect">
            <a:avLst/>
          </a:prstGeom>
          <a:ln w="28575">
            <a:solidFill>
              <a:srgbClr val="7030A0"/>
            </a:solidFill>
          </a:ln>
        </p:spPr>
      </p:pic>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2D hill simulation</a:t>
            </a:r>
            <a:endParaRPr lang="en-US" sz="2400">
              <a:solidFill>
                <a:schemeClr val="accent6">
                  <a:lumMod val="75000"/>
                </a:schemeClr>
              </a:solidFill>
              <a:ea typeface="Calibri Light" panose="020F0302020204030204"/>
              <a:cs typeface="Calibri Light" panose="020F0302020204030204"/>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22</a:t>
            </a:fld>
            <a:endParaRPr lang="en-US"/>
          </a:p>
        </p:txBody>
      </p:sp>
      <p:pic>
        <p:nvPicPr>
          <p:cNvPr id="6" name="Picture 5" descr="A computer screen with white text&#10;&#10;Description automatically generated">
            <a:extLst>
              <a:ext uri="{FF2B5EF4-FFF2-40B4-BE49-F238E27FC236}">
                <a16:creationId xmlns:a16="http://schemas.microsoft.com/office/drawing/2014/main" id="{9B7A5EFF-FB22-8EF3-746E-E0661EA41115}"/>
              </a:ext>
            </a:extLst>
          </p:cNvPr>
          <p:cNvPicPr>
            <a:picLocks noChangeAspect="1"/>
          </p:cNvPicPr>
          <p:nvPr/>
        </p:nvPicPr>
        <p:blipFill>
          <a:blip r:embed="rId3"/>
          <a:stretch>
            <a:fillRect/>
          </a:stretch>
        </p:blipFill>
        <p:spPr>
          <a:xfrm>
            <a:off x="5545314" y="4294776"/>
            <a:ext cx="5391150" cy="2238375"/>
          </a:xfrm>
          <a:prstGeom prst="rect">
            <a:avLst/>
          </a:prstGeom>
          <a:ln w="28575">
            <a:solidFill>
              <a:srgbClr val="7030A0"/>
            </a:solidFill>
          </a:ln>
        </p:spPr>
      </p:pic>
      <p:sp>
        <p:nvSpPr>
          <p:cNvPr id="8" name="TextBox 7">
            <a:extLst>
              <a:ext uri="{FF2B5EF4-FFF2-40B4-BE49-F238E27FC236}">
                <a16:creationId xmlns:a16="http://schemas.microsoft.com/office/drawing/2014/main" id="{4E18CE34-EF2F-094B-3A3A-0371AAA924F4}"/>
              </a:ext>
            </a:extLst>
          </p:cNvPr>
          <p:cNvSpPr txBox="1"/>
          <p:nvPr/>
        </p:nvSpPr>
        <p:spPr>
          <a:xfrm>
            <a:off x="3153363" y="3868326"/>
            <a:ext cx="13791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bg1"/>
                </a:solidFill>
                <a:ea typeface="Calibri"/>
                <a:cs typeface="Calibri"/>
              </a:rPr>
              <a:t>hill shape</a:t>
            </a:r>
          </a:p>
        </p:txBody>
      </p:sp>
      <p:cxnSp>
        <p:nvCxnSpPr>
          <p:cNvPr id="10" name="Straight Arrow Connector 9">
            <a:extLst>
              <a:ext uri="{FF2B5EF4-FFF2-40B4-BE49-F238E27FC236}">
                <a16:creationId xmlns:a16="http://schemas.microsoft.com/office/drawing/2014/main" id="{789FF89C-B4D0-3B99-9729-72DC9C06E8EB}"/>
              </a:ext>
            </a:extLst>
          </p:cNvPr>
          <p:cNvCxnSpPr>
            <a:cxnSpLocks/>
          </p:cNvCxnSpPr>
          <p:nvPr/>
        </p:nvCxnSpPr>
        <p:spPr>
          <a:xfrm>
            <a:off x="4213783" y="4193919"/>
            <a:ext cx="1526828" cy="918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F2719D8-0ACE-93E6-5E35-88CC66592516}"/>
              </a:ext>
            </a:extLst>
          </p:cNvPr>
          <p:cNvSpPr txBox="1"/>
          <p:nvPr/>
        </p:nvSpPr>
        <p:spPr>
          <a:xfrm>
            <a:off x="3265421" y="4619120"/>
            <a:ext cx="13791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bg1"/>
                </a:solidFill>
                <a:ea typeface="Calibri"/>
                <a:cs typeface="Calibri"/>
              </a:rPr>
              <a:t>lower </a:t>
            </a:r>
            <a:r>
              <a:rPr lang="en-US" sz="2000" err="1">
                <a:solidFill>
                  <a:schemeClr val="bg1"/>
                </a:solidFill>
                <a:ea typeface="Calibri"/>
                <a:cs typeface="Calibri"/>
              </a:rPr>
              <a:t>bc</a:t>
            </a:r>
            <a:endParaRPr lang="en-US" err="1"/>
          </a:p>
        </p:txBody>
      </p:sp>
      <p:cxnSp>
        <p:nvCxnSpPr>
          <p:cNvPr id="14" name="Straight Arrow Connector 13">
            <a:extLst>
              <a:ext uri="{FF2B5EF4-FFF2-40B4-BE49-F238E27FC236}">
                <a16:creationId xmlns:a16="http://schemas.microsoft.com/office/drawing/2014/main" id="{43591590-C212-8B61-ABA5-1F8E73C2E645}"/>
              </a:ext>
            </a:extLst>
          </p:cNvPr>
          <p:cNvCxnSpPr>
            <a:cxnSpLocks/>
          </p:cNvCxnSpPr>
          <p:nvPr/>
        </p:nvCxnSpPr>
        <p:spPr>
          <a:xfrm>
            <a:off x="4325841" y="4944713"/>
            <a:ext cx="1526828" cy="918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3DEB98D1-0162-205F-CC66-6761093639F5}"/>
              </a:ext>
            </a:extLst>
          </p:cNvPr>
          <p:cNvSpPr txBox="1">
            <a:spLocks/>
          </p:cNvSpPr>
          <p:nvPr/>
        </p:nvSpPr>
        <p:spPr>
          <a:xfrm>
            <a:off x="838200" y="1552811"/>
            <a:ext cx="4708334" cy="408623"/>
          </a:xfrm>
          <a:prstGeom prst="roundRect">
            <a:avLst/>
          </a:prstGeom>
          <a:solidFill>
            <a:srgbClr val="7030A0">
              <a:alpha val="23000"/>
            </a:srgbClr>
          </a:solidFill>
          <a:ln w="28575">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57200">
              <a:buFont typeface="Arial" panose="020B0604020202020204" pitchFamily="34" charset="0"/>
              <a:buNone/>
            </a:pPr>
            <a:r>
              <a:rPr lang="en-US" sz="2000" err="1">
                <a:latin typeface="Consolas"/>
                <a:ea typeface="Calibri"/>
                <a:cs typeface="Calibri"/>
              </a:rPr>
              <a:t>dyn_em</a:t>
            </a:r>
            <a:r>
              <a:rPr lang="en-US" sz="2000">
                <a:latin typeface="Consolas"/>
                <a:ea typeface="Calibri"/>
                <a:cs typeface="Calibri"/>
              </a:rPr>
              <a:t>/</a:t>
            </a:r>
            <a:r>
              <a:rPr lang="en-US" sz="2000" err="1">
                <a:latin typeface="Consolas"/>
                <a:ea typeface="Calibri"/>
                <a:cs typeface="Calibri"/>
              </a:rPr>
              <a:t>module_initialize_ideal.F</a:t>
            </a:r>
            <a:endParaRPr lang="en-US" sz="2000">
              <a:latin typeface="Consolas"/>
              <a:ea typeface="Calibri"/>
              <a:cs typeface="Calibri"/>
            </a:endParaRPr>
          </a:p>
        </p:txBody>
      </p:sp>
      <p:sp>
        <p:nvSpPr>
          <p:cNvPr id="3" name="TextBox 2">
            <a:extLst>
              <a:ext uri="{FF2B5EF4-FFF2-40B4-BE49-F238E27FC236}">
                <a16:creationId xmlns:a16="http://schemas.microsoft.com/office/drawing/2014/main" id="{C9276EE7-C981-2949-3FEC-CEA48559E000}"/>
              </a:ext>
            </a:extLst>
          </p:cNvPr>
          <p:cNvSpPr txBox="1"/>
          <p:nvPr/>
        </p:nvSpPr>
        <p:spPr>
          <a:xfrm>
            <a:off x="10149840" y="3176796"/>
            <a:ext cx="151082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Witch of Agnesi</a:t>
            </a:r>
          </a:p>
        </p:txBody>
      </p:sp>
      <p:sp>
        <p:nvSpPr>
          <p:cNvPr id="4" name="TextBox 3">
            <a:extLst>
              <a:ext uri="{FF2B5EF4-FFF2-40B4-BE49-F238E27FC236}">
                <a16:creationId xmlns:a16="http://schemas.microsoft.com/office/drawing/2014/main" id="{D609B55B-9BE3-571C-2D34-DD396E5D7061}"/>
              </a:ext>
            </a:extLst>
          </p:cNvPr>
          <p:cNvSpPr txBox="1"/>
          <p:nvPr/>
        </p:nvSpPr>
        <p:spPr>
          <a:xfrm>
            <a:off x="11250523" y="4023443"/>
            <a:ext cx="981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Gaussian </a:t>
            </a:r>
          </a:p>
          <a:p>
            <a:r>
              <a:rPr lang="en-US" sz="1600">
                <a:ea typeface="Calibri"/>
                <a:cs typeface="Calibri"/>
              </a:rPr>
              <a:t>shape</a:t>
            </a:r>
            <a:endParaRPr lang="en-US"/>
          </a:p>
        </p:txBody>
      </p:sp>
      <p:cxnSp>
        <p:nvCxnSpPr>
          <p:cNvPr id="9" name="Straight Arrow Connector 8">
            <a:extLst>
              <a:ext uri="{FF2B5EF4-FFF2-40B4-BE49-F238E27FC236}">
                <a16:creationId xmlns:a16="http://schemas.microsoft.com/office/drawing/2014/main" id="{7DD7AEF0-DF98-A6F1-6DE2-3EDABF128C33}"/>
              </a:ext>
            </a:extLst>
          </p:cNvPr>
          <p:cNvCxnSpPr>
            <a:cxnSpLocks/>
          </p:cNvCxnSpPr>
          <p:nvPr/>
        </p:nvCxnSpPr>
        <p:spPr>
          <a:xfrm flipH="1">
            <a:off x="9353055" y="3972560"/>
            <a:ext cx="796785" cy="102665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D78EE6B-142B-16AA-AF85-140EC8E70AA3}"/>
              </a:ext>
            </a:extLst>
          </p:cNvPr>
          <p:cNvCxnSpPr>
            <a:cxnSpLocks/>
          </p:cNvCxnSpPr>
          <p:nvPr/>
        </p:nvCxnSpPr>
        <p:spPr>
          <a:xfrm flipH="1">
            <a:off x="10265573" y="4193920"/>
            <a:ext cx="984950" cy="918179"/>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1">
            <a:extLst>
              <a:ext uri="{FF2B5EF4-FFF2-40B4-BE49-F238E27FC236}">
                <a16:creationId xmlns:a16="http://schemas.microsoft.com/office/drawing/2014/main" id="{CC100175-FD5E-5109-6013-23E6ADE070D2}"/>
              </a:ext>
            </a:extLst>
          </p:cNvPr>
          <p:cNvSpPr txBox="1"/>
          <p:nvPr/>
        </p:nvSpPr>
        <p:spPr>
          <a:xfrm>
            <a:off x="7785062" y="1961434"/>
            <a:ext cx="222978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In vim:</a:t>
            </a:r>
          </a:p>
          <a:p>
            <a:r>
              <a:rPr lang="en-US" sz="2000">
                <a:ea typeface="Calibri"/>
                <a:cs typeface="Calibri"/>
              </a:rPr>
              <a:t>Type </a:t>
            </a:r>
            <a:r>
              <a:rPr lang="en-US">
                <a:solidFill>
                  <a:schemeClr val="accent1"/>
                </a:solidFill>
                <a:latin typeface="Consolas"/>
                <a:ea typeface="+mn-lt"/>
                <a:cs typeface="+mn-lt"/>
              </a:rPr>
              <a:t>/hill</a:t>
            </a:r>
          </a:p>
          <a:p>
            <a:r>
              <a:rPr lang="en-US" sz="2000">
                <a:latin typeface="Calibri"/>
                <a:ea typeface="Calibri"/>
                <a:cs typeface="Calibri"/>
              </a:rPr>
              <a:t>Press </a:t>
            </a:r>
            <a:r>
              <a:rPr lang="en-US">
                <a:solidFill>
                  <a:schemeClr val="accent1"/>
                </a:solidFill>
                <a:latin typeface="Consolas"/>
                <a:ea typeface="+mn-lt"/>
                <a:cs typeface="+mn-lt"/>
              </a:rPr>
              <a:t>n</a:t>
            </a:r>
            <a:r>
              <a:rPr lang="en-US">
                <a:solidFill>
                  <a:schemeClr val="accent1"/>
                </a:solidFill>
                <a:latin typeface="Consolas"/>
                <a:ea typeface="Calibri"/>
                <a:cs typeface="Calibri"/>
              </a:rPr>
              <a:t> </a:t>
            </a:r>
            <a:r>
              <a:rPr lang="en-US">
                <a:latin typeface="Calibri"/>
                <a:ea typeface="Calibri"/>
                <a:cs typeface="Calibri"/>
              </a:rPr>
              <a:t>(</a:t>
            </a:r>
            <a:r>
              <a:rPr lang="en-US">
                <a:solidFill>
                  <a:schemeClr val="accent1"/>
                </a:solidFill>
                <a:latin typeface="Consolas"/>
                <a:ea typeface="Calibri"/>
                <a:cs typeface="Calibri"/>
              </a:rPr>
              <a:t>N</a:t>
            </a:r>
            <a:r>
              <a:rPr lang="en-US">
                <a:latin typeface="Calibri"/>
                <a:ea typeface="Calibri"/>
                <a:cs typeface="Calibri"/>
              </a:rPr>
              <a:t>)</a:t>
            </a:r>
            <a:r>
              <a:rPr lang="en-US">
                <a:solidFill>
                  <a:schemeClr val="accent1"/>
                </a:solidFill>
                <a:latin typeface="Calibri"/>
                <a:ea typeface="Calibri"/>
                <a:cs typeface="Calibri"/>
              </a:rPr>
              <a:t> </a:t>
            </a:r>
            <a:r>
              <a:rPr lang="en-US" sz="2000">
                <a:latin typeface="Calibri"/>
                <a:ea typeface="Calibri"/>
                <a:cs typeface="Calibri"/>
              </a:rPr>
              <a:t>to move forward (back) in the search</a:t>
            </a:r>
          </a:p>
        </p:txBody>
      </p:sp>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BBA5CE6C-AC64-E531-65CD-38998AF37ECE}"/>
                  </a:ext>
                </a:extLst>
              </p:cNvPr>
              <p:cNvSpPr txBox="1"/>
              <p:nvPr/>
            </p:nvSpPr>
            <p:spPr>
              <a:xfrm>
                <a:off x="5638800" y="2971800"/>
                <a:ext cx="1851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h</m:t>
                      </m:r>
                    </m:oMath>
                  </m:oMathPara>
                </a14:m>
                <a:endParaRPr lang="it-IT"/>
              </a:p>
            </p:txBody>
          </p:sp>
        </mc:Choice>
        <mc:Fallback xmlns="">
          <p:sp>
            <p:nvSpPr>
              <p:cNvPr id="7" name="CasellaDiTesto 6">
                <a:extLst>
                  <a:ext uri="{FF2B5EF4-FFF2-40B4-BE49-F238E27FC236}">
                    <a16:creationId xmlns:a16="http://schemas.microsoft.com/office/drawing/2014/main" id="{BBA5CE6C-AC64-E531-65CD-38998AF37ECE}"/>
                  </a:ext>
                </a:extLst>
              </p:cNvPr>
              <p:cNvSpPr txBox="1">
                <a:spLocks noRot="1" noChangeAspect="1" noMove="1" noResize="1" noEditPoints="1" noAdjustHandles="1" noChangeArrowheads="1" noChangeShapeType="1" noTextEdit="1"/>
              </p:cNvSpPr>
              <p:nvPr/>
            </p:nvSpPr>
            <p:spPr>
              <a:xfrm>
                <a:off x="5638800" y="2971800"/>
                <a:ext cx="185115" cy="276999"/>
              </a:xfrm>
              <a:prstGeom prst="rect">
                <a:avLst/>
              </a:prstGeom>
              <a:blipFill>
                <a:blip r:embed="rId4"/>
                <a:stretch>
                  <a:fillRect l="-33333" r="-30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ADF8EAE4-3293-0319-E567-2AFADEFCFE29}"/>
                  </a:ext>
                </a:extLst>
              </p:cNvPr>
              <p:cNvSpPr txBox="1"/>
              <p:nvPr/>
            </p:nvSpPr>
            <p:spPr>
              <a:xfrm>
                <a:off x="10200603" y="3462811"/>
                <a:ext cx="1381853" cy="4472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h</m:t>
                      </m:r>
                      <m:d>
                        <m:dPr>
                          <m:ctrlPr>
                            <a:rPr lang="it-IT" sz="1400" b="0" i="1" smtClean="0">
                              <a:latin typeface="Cambria Math" panose="02040503050406030204" pitchFamily="18" charset="0"/>
                            </a:rPr>
                          </m:ctrlPr>
                        </m:dPr>
                        <m:e>
                          <m:r>
                            <a:rPr lang="it-IT" sz="1400" b="0" i="1" smtClean="0">
                              <a:latin typeface="Cambria Math" panose="02040503050406030204" pitchFamily="18" charset="0"/>
                            </a:rPr>
                            <m:t>𝑥</m:t>
                          </m:r>
                        </m:e>
                      </m:d>
                      <m:r>
                        <a:rPr lang="it-IT" sz="1400" b="0" i="1" smtClean="0">
                          <a:latin typeface="Cambria Math" panose="02040503050406030204" pitchFamily="18" charset="0"/>
                        </a:rPr>
                        <m:t>=</m:t>
                      </m:r>
                      <m:f>
                        <m:fPr>
                          <m:ctrlPr>
                            <a:rPr lang="it-IT" sz="1400" b="0" i="1" smtClean="0">
                              <a:latin typeface="Cambria Math" panose="02040503050406030204" pitchFamily="18" charset="0"/>
                            </a:rPr>
                          </m:ctrlPr>
                        </m:fPr>
                        <m:num>
                          <m:sSub>
                            <m:sSubPr>
                              <m:ctrlPr>
                                <a:rPr lang="it-IT" sz="1400" b="0" i="1" smtClean="0">
                                  <a:latin typeface="Cambria Math" panose="02040503050406030204" pitchFamily="18" charset="0"/>
                                </a:rPr>
                              </m:ctrlPr>
                            </m:sSubPr>
                            <m:e>
                              <m:r>
                                <a:rPr lang="it-IT" sz="1400" b="0" i="1" smtClean="0">
                                  <a:latin typeface="Cambria Math" panose="02040503050406030204" pitchFamily="18" charset="0"/>
                                </a:rPr>
                                <m:t>h</m:t>
                              </m:r>
                            </m:e>
                            <m:sub>
                              <m:r>
                                <a:rPr lang="it-IT" sz="1400" b="0" i="1" smtClean="0">
                                  <a:latin typeface="Cambria Math" panose="02040503050406030204" pitchFamily="18" charset="0"/>
                                </a:rPr>
                                <m:t>𝑚</m:t>
                              </m:r>
                            </m:sub>
                          </m:sSub>
                        </m:num>
                        <m:den>
                          <m:sSup>
                            <m:sSupPr>
                              <m:ctrlPr>
                                <a:rPr lang="it-IT" sz="1400" b="0" i="1" smtClean="0">
                                  <a:latin typeface="Cambria Math" panose="02040503050406030204" pitchFamily="18" charset="0"/>
                                </a:rPr>
                              </m:ctrlPr>
                            </m:sSupPr>
                            <m:e>
                              <m:r>
                                <a:rPr lang="it-IT" sz="1400" i="1">
                                  <a:latin typeface="Cambria Math" panose="02040503050406030204" pitchFamily="18" charset="0"/>
                                </a:rPr>
                                <m:t>(</m:t>
                              </m:r>
                              <m:r>
                                <a:rPr lang="it-IT" sz="1400" i="1">
                                  <a:latin typeface="Cambria Math" panose="02040503050406030204" pitchFamily="18" charset="0"/>
                                </a:rPr>
                                <m:t>𝑥</m:t>
                              </m:r>
                              <m:r>
                                <a:rPr lang="it-IT" sz="1400" i="1">
                                  <a:latin typeface="Cambria Math" panose="02040503050406030204" pitchFamily="18" charset="0"/>
                                </a:rPr>
                                <m:t>/</m:t>
                              </m:r>
                              <m:r>
                                <a:rPr lang="it-IT" sz="1400" b="0" i="1" smtClean="0">
                                  <a:latin typeface="Cambria Math" panose="02040503050406030204" pitchFamily="18" charset="0"/>
                                </a:rPr>
                                <m:t>𝑏</m:t>
                              </m:r>
                              <m:r>
                                <a:rPr lang="it-IT" sz="1400" i="1">
                                  <a:latin typeface="Cambria Math" panose="02040503050406030204" pitchFamily="18" charset="0"/>
                                </a:rPr>
                                <m:t>)</m:t>
                              </m:r>
                            </m:e>
                            <m:sup>
                              <m:r>
                                <a:rPr lang="it-IT" sz="1400" b="0" i="1" smtClean="0">
                                  <a:latin typeface="Cambria Math" panose="02040503050406030204" pitchFamily="18" charset="0"/>
                                </a:rPr>
                                <m:t>2</m:t>
                              </m:r>
                            </m:sup>
                          </m:sSup>
                          <m:r>
                            <a:rPr lang="it-IT" sz="1400" b="0" i="1" smtClean="0">
                              <a:latin typeface="Cambria Math" panose="02040503050406030204" pitchFamily="18" charset="0"/>
                            </a:rPr>
                            <m:t>+1</m:t>
                          </m:r>
                        </m:den>
                      </m:f>
                    </m:oMath>
                  </m:oMathPara>
                </a14:m>
                <a:endParaRPr lang="it-IT" sz="1400"/>
              </a:p>
            </p:txBody>
          </p:sp>
        </mc:Choice>
        <mc:Fallback xmlns="">
          <p:sp>
            <p:nvSpPr>
              <p:cNvPr id="16" name="CasellaDiTesto 15">
                <a:extLst>
                  <a:ext uri="{FF2B5EF4-FFF2-40B4-BE49-F238E27FC236}">
                    <a16:creationId xmlns:a16="http://schemas.microsoft.com/office/drawing/2014/main" id="{ADF8EAE4-3293-0319-E567-2AFADEFCFE29}"/>
                  </a:ext>
                </a:extLst>
              </p:cNvPr>
              <p:cNvSpPr txBox="1">
                <a:spLocks noRot="1" noChangeAspect="1" noMove="1" noResize="1" noEditPoints="1" noAdjustHandles="1" noChangeArrowheads="1" noChangeShapeType="1" noTextEdit="1"/>
              </p:cNvSpPr>
              <p:nvPr/>
            </p:nvSpPr>
            <p:spPr>
              <a:xfrm>
                <a:off x="10200603" y="3462811"/>
                <a:ext cx="1381853" cy="447238"/>
              </a:xfrm>
              <a:prstGeom prst="rect">
                <a:avLst/>
              </a:prstGeom>
              <a:blipFill>
                <a:blip r:embed="rId5"/>
                <a:stretch>
                  <a:fillRect l="-2643" r="-2203" b="-17808"/>
                </a:stretch>
              </a:blipFill>
            </p:spPr>
            <p:txBody>
              <a:bodyPr/>
              <a:lstStyle/>
              <a:p>
                <a:r>
                  <a:rPr lang="en-US">
                    <a:noFill/>
                  </a:rPr>
                  <a:t> </a:t>
                </a:r>
              </a:p>
            </p:txBody>
          </p:sp>
        </mc:Fallback>
      </mc:AlternateContent>
    </p:spTree>
    <p:extLst>
      <p:ext uri="{BB962C8B-B14F-4D97-AF65-F5344CB8AC3E}">
        <p14:creationId xmlns:p14="http://schemas.microsoft.com/office/powerpoint/2010/main" val="1121426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2D hill simulation</a:t>
            </a:r>
            <a:endParaRPr lang="en-US" sz="2400">
              <a:solidFill>
                <a:schemeClr val="accent6">
                  <a:lumMod val="75000"/>
                </a:schemeClr>
              </a:solidFill>
              <a:ea typeface="Calibri Light" panose="020F0302020204030204"/>
              <a:cs typeface="Calibri Light" panose="020F0302020204030204"/>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23</a:t>
            </a:fld>
            <a:endParaRPr lang="en-US"/>
          </a:p>
        </p:txBody>
      </p:sp>
      <p:pic>
        <p:nvPicPr>
          <p:cNvPr id="4" name="Picture 3">
            <a:extLst>
              <a:ext uri="{FF2B5EF4-FFF2-40B4-BE49-F238E27FC236}">
                <a16:creationId xmlns:a16="http://schemas.microsoft.com/office/drawing/2014/main" id="{B69287A1-18D1-00A9-0AE0-C7885D28B9C3}"/>
              </a:ext>
            </a:extLst>
          </p:cNvPr>
          <p:cNvPicPr>
            <a:picLocks noChangeAspect="1"/>
          </p:cNvPicPr>
          <p:nvPr/>
        </p:nvPicPr>
        <p:blipFill>
          <a:blip r:embed="rId2"/>
          <a:stretch>
            <a:fillRect/>
          </a:stretch>
        </p:blipFill>
        <p:spPr>
          <a:xfrm>
            <a:off x="6524906" y="1802466"/>
            <a:ext cx="4162425" cy="4552950"/>
          </a:xfrm>
          <a:prstGeom prst="rect">
            <a:avLst/>
          </a:prstGeom>
        </p:spPr>
      </p:pic>
      <p:sp>
        <p:nvSpPr>
          <p:cNvPr id="7" name="TextBox 6">
            <a:extLst>
              <a:ext uri="{FF2B5EF4-FFF2-40B4-BE49-F238E27FC236}">
                <a16:creationId xmlns:a16="http://schemas.microsoft.com/office/drawing/2014/main" id="{8280288F-BF60-66E6-7FE6-5BFB90C8B69E}"/>
              </a:ext>
            </a:extLst>
          </p:cNvPr>
          <p:cNvSpPr txBox="1"/>
          <p:nvPr/>
        </p:nvSpPr>
        <p:spPr>
          <a:xfrm>
            <a:off x="2711393" y="2337746"/>
            <a:ext cx="191482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Simulation time</a:t>
            </a:r>
          </a:p>
        </p:txBody>
      </p:sp>
      <p:cxnSp>
        <p:nvCxnSpPr>
          <p:cNvPr id="8" name="Straight Arrow Connector 7">
            <a:extLst>
              <a:ext uri="{FF2B5EF4-FFF2-40B4-BE49-F238E27FC236}">
                <a16:creationId xmlns:a16="http://schemas.microsoft.com/office/drawing/2014/main" id="{1C1E9CA0-8CB2-0B00-91AD-0B348D9B7E56}"/>
              </a:ext>
            </a:extLst>
          </p:cNvPr>
          <p:cNvCxnSpPr>
            <a:cxnSpLocks/>
            <a:stCxn id="7" idx="3"/>
          </p:cNvCxnSpPr>
          <p:nvPr/>
        </p:nvCxnSpPr>
        <p:spPr>
          <a:xfrm flipV="1">
            <a:off x="4626213" y="2276661"/>
            <a:ext cx="1868217" cy="261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F68CEE3-74D9-61CD-B72B-4144C9E14242}"/>
              </a:ext>
            </a:extLst>
          </p:cNvPr>
          <p:cNvSpPr txBox="1"/>
          <p:nvPr/>
        </p:nvSpPr>
        <p:spPr>
          <a:xfrm>
            <a:off x="2449553" y="3007776"/>
            <a:ext cx="243849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Frequency (in min) that data are written in the </a:t>
            </a:r>
            <a:r>
              <a:rPr lang="en-US" sz="2000" err="1">
                <a:ea typeface="Calibri"/>
                <a:cs typeface="Calibri"/>
              </a:rPr>
              <a:t>wrfout</a:t>
            </a:r>
            <a:r>
              <a:rPr lang="en-US" sz="2000">
                <a:ea typeface="Calibri"/>
                <a:cs typeface="Calibri"/>
              </a:rPr>
              <a:t>* file</a:t>
            </a:r>
          </a:p>
        </p:txBody>
      </p:sp>
      <p:cxnSp>
        <p:nvCxnSpPr>
          <p:cNvPr id="9" name="Straight Arrow Connector 8">
            <a:extLst>
              <a:ext uri="{FF2B5EF4-FFF2-40B4-BE49-F238E27FC236}">
                <a16:creationId xmlns:a16="http://schemas.microsoft.com/office/drawing/2014/main" id="{4A1BF0C3-D488-787E-6423-2EE60B007DDF}"/>
              </a:ext>
            </a:extLst>
          </p:cNvPr>
          <p:cNvCxnSpPr>
            <a:cxnSpLocks/>
            <a:stCxn id="6" idx="3"/>
          </p:cNvCxnSpPr>
          <p:nvPr/>
        </p:nvCxnSpPr>
        <p:spPr>
          <a:xfrm>
            <a:off x="4888052" y="3515608"/>
            <a:ext cx="1606378" cy="1301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2D8335F-E955-7ACF-97DA-76E40E57EE05}"/>
              </a:ext>
            </a:extLst>
          </p:cNvPr>
          <p:cNvSpPr txBox="1"/>
          <p:nvPr/>
        </p:nvSpPr>
        <p:spPr>
          <a:xfrm>
            <a:off x="842598" y="5709133"/>
            <a:ext cx="373759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More on </a:t>
            </a:r>
            <a:r>
              <a:rPr lang="en-US" err="1">
                <a:ea typeface="Calibri"/>
                <a:cs typeface="Calibri"/>
              </a:rPr>
              <a:t>namelist</a:t>
            </a:r>
            <a:r>
              <a:rPr lang="en-US">
                <a:ea typeface="Calibri"/>
                <a:cs typeface="Calibri"/>
              </a:rPr>
              <a:t> variables in        </a:t>
            </a:r>
            <a:r>
              <a:rPr lang="en-US">
                <a:ea typeface="Calibri"/>
                <a:cs typeface="Calibri"/>
                <a:hlinkClick r:id="rId3"/>
              </a:rPr>
              <a:t>WRF UG section on Namelist variables</a:t>
            </a:r>
            <a:endParaRPr lang="en-US">
              <a:ea typeface="Calibri"/>
              <a:cs typeface="Calibri"/>
            </a:endParaRPr>
          </a:p>
        </p:txBody>
      </p:sp>
      <p:sp>
        <p:nvSpPr>
          <p:cNvPr id="14" name="Content Placeholder 2">
            <a:extLst>
              <a:ext uri="{FF2B5EF4-FFF2-40B4-BE49-F238E27FC236}">
                <a16:creationId xmlns:a16="http://schemas.microsoft.com/office/drawing/2014/main" id="{4A5464C4-0A4B-B9BE-665C-4BF70653D77F}"/>
              </a:ext>
            </a:extLst>
          </p:cNvPr>
          <p:cNvSpPr txBox="1">
            <a:spLocks/>
          </p:cNvSpPr>
          <p:nvPr/>
        </p:nvSpPr>
        <p:spPr>
          <a:xfrm>
            <a:off x="838200" y="1552811"/>
            <a:ext cx="2323338" cy="410609"/>
          </a:xfrm>
          <a:prstGeom prst="roundRect">
            <a:avLst/>
          </a:prstGeom>
          <a:solidFill>
            <a:srgbClr val="7030A0">
              <a:alpha val="23000"/>
            </a:srgbClr>
          </a:solidFill>
          <a:ln w="28575">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57200">
              <a:buFont typeface="Arial" panose="020B0604020202020204" pitchFamily="34" charset="0"/>
              <a:buNone/>
            </a:pPr>
            <a:r>
              <a:rPr lang="en-US" sz="2000" err="1">
                <a:latin typeface="Consolas"/>
                <a:ea typeface="Calibri"/>
                <a:cs typeface="Calibri"/>
              </a:rPr>
              <a:t>namelist.input</a:t>
            </a:r>
            <a:endParaRPr lang="en-US" sz="2000">
              <a:latin typeface="Consolas"/>
              <a:ea typeface="Calibri"/>
              <a:cs typeface="Calibri"/>
            </a:endParaRPr>
          </a:p>
        </p:txBody>
      </p:sp>
      <p:sp>
        <p:nvSpPr>
          <p:cNvPr id="16" name="TextBox 5">
            <a:extLst>
              <a:ext uri="{FF2B5EF4-FFF2-40B4-BE49-F238E27FC236}">
                <a16:creationId xmlns:a16="http://schemas.microsoft.com/office/drawing/2014/main" id="{400A6ED5-9097-5349-DBF2-F138B71E2A36}"/>
              </a:ext>
            </a:extLst>
          </p:cNvPr>
          <p:cNvSpPr txBox="1"/>
          <p:nvPr/>
        </p:nvSpPr>
        <p:spPr>
          <a:xfrm>
            <a:off x="2711393" y="4223495"/>
            <a:ext cx="220713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err="1"/>
              <a:t>number</a:t>
            </a:r>
            <a:r>
              <a:rPr lang="it-IT" sz="2000"/>
              <a:t> of history output times in </a:t>
            </a:r>
            <a:r>
              <a:rPr lang="it-IT" sz="2000" err="1"/>
              <a:t>each</a:t>
            </a:r>
            <a:r>
              <a:rPr lang="it-IT" sz="2000"/>
              <a:t> </a:t>
            </a:r>
            <a:r>
              <a:rPr lang="en-US" sz="2000" err="1">
                <a:ea typeface="Calibri"/>
                <a:cs typeface="Calibri"/>
              </a:rPr>
              <a:t>wrfout</a:t>
            </a:r>
            <a:r>
              <a:rPr lang="en-US" sz="2000">
                <a:ea typeface="Calibri"/>
                <a:cs typeface="Calibri"/>
              </a:rPr>
              <a:t>*</a:t>
            </a:r>
            <a:r>
              <a:rPr lang="it-IT" sz="2000"/>
              <a:t> file</a:t>
            </a:r>
            <a:endParaRPr lang="en-US" sz="2400">
              <a:ea typeface="Calibri"/>
              <a:cs typeface="Calibri"/>
            </a:endParaRPr>
          </a:p>
        </p:txBody>
      </p:sp>
      <p:cxnSp>
        <p:nvCxnSpPr>
          <p:cNvPr id="17" name="Straight Arrow Connector 8">
            <a:extLst>
              <a:ext uri="{FF2B5EF4-FFF2-40B4-BE49-F238E27FC236}">
                <a16:creationId xmlns:a16="http://schemas.microsoft.com/office/drawing/2014/main" id="{414DA656-8945-9C60-31DD-221D0639D424}"/>
              </a:ext>
            </a:extLst>
          </p:cNvPr>
          <p:cNvCxnSpPr>
            <a:cxnSpLocks/>
            <a:stCxn id="16" idx="3"/>
          </p:cNvCxnSpPr>
          <p:nvPr/>
        </p:nvCxnSpPr>
        <p:spPr>
          <a:xfrm>
            <a:off x="4918528" y="4731327"/>
            <a:ext cx="1575902" cy="2699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ttangolo 19">
            <a:extLst>
              <a:ext uri="{FF2B5EF4-FFF2-40B4-BE49-F238E27FC236}">
                <a16:creationId xmlns:a16="http://schemas.microsoft.com/office/drawing/2014/main" id="{EF8E1BBA-8AE0-7B85-2EC2-9C90877210C6}"/>
              </a:ext>
            </a:extLst>
          </p:cNvPr>
          <p:cNvSpPr/>
          <p:nvPr/>
        </p:nvSpPr>
        <p:spPr>
          <a:xfrm>
            <a:off x="6400800" y="1776595"/>
            <a:ext cx="1567543" cy="269919"/>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TextBox 6">
            <a:extLst>
              <a:ext uri="{FF2B5EF4-FFF2-40B4-BE49-F238E27FC236}">
                <a16:creationId xmlns:a16="http://schemas.microsoft.com/office/drawing/2014/main" id="{121CDD93-0EF0-03AF-20BC-55C24AE48EC8}"/>
              </a:ext>
            </a:extLst>
          </p:cNvPr>
          <p:cNvSpPr txBox="1"/>
          <p:nvPr/>
        </p:nvSpPr>
        <p:spPr>
          <a:xfrm>
            <a:off x="3961118" y="1654109"/>
            <a:ext cx="138376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Section (&amp;)</a:t>
            </a:r>
          </a:p>
        </p:txBody>
      </p:sp>
      <p:cxnSp>
        <p:nvCxnSpPr>
          <p:cNvPr id="22" name="Straight Arrow Connector 7">
            <a:extLst>
              <a:ext uri="{FF2B5EF4-FFF2-40B4-BE49-F238E27FC236}">
                <a16:creationId xmlns:a16="http://schemas.microsoft.com/office/drawing/2014/main" id="{03CCBA80-9CB9-A492-3DBA-FB9CAEC8D02F}"/>
              </a:ext>
            </a:extLst>
          </p:cNvPr>
          <p:cNvCxnSpPr>
            <a:cxnSpLocks/>
            <a:stCxn id="21" idx="3"/>
            <a:endCxn id="20" idx="1"/>
          </p:cNvCxnSpPr>
          <p:nvPr/>
        </p:nvCxnSpPr>
        <p:spPr>
          <a:xfrm>
            <a:off x="5344886" y="1854164"/>
            <a:ext cx="1055914" cy="5739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957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2D hill simulation</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2323338" cy="410609"/>
          </a:xfrm>
          <a:prstGeom prst="roundRect">
            <a:avLst/>
          </a:prstGeom>
          <a:solidFill>
            <a:srgbClr val="7030A0">
              <a:alpha val="23000"/>
            </a:srgbClr>
          </a:solidFill>
          <a:ln w="28575">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defTabSz="457200">
              <a:buNone/>
            </a:pPr>
            <a:r>
              <a:rPr lang="en-US" sz="2000" err="1">
                <a:latin typeface="Consolas"/>
                <a:ea typeface="Calibri"/>
                <a:cs typeface="Calibri"/>
              </a:rPr>
              <a:t>namelist.input</a:t>
            </a:r>
            <a:endParaRPr lang="en-US" sz="2000">
              <a:latin typeface="Consolas"/>
              <a:ea typeface="Calibri"/>
              <a:cs typeface="Calibri"/>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24</a:t>
            </a:fld>
            <a:endParaRPr lang="en-US"/>
          </a:p>
        </p:txBody>
      </p:sp>
      <p:pic>
        <p:nvPicPr>
          <p:cNvPr id="6" name="Picture 5" descr="A computer screen with white text and numbers&#10;&#10;Description automatically generated">
            <a:extLst>
              <a:ext uri="{FF2B5EF4-FFF2-40B4-BE49-F238E27FC236}">
                <a16:creationId xmlns:a16="http://schemas.microsoft.com/office/drawing/2014/main" id="{95886BE6-4A27-EFE2-1779-8C30ED873AA6}"/>
              </a:ext>
            </a:extLst>
          </p:cNvPr>
          <p:cNvPicPr>
            <a:picLocks noChangeAspect="1"/>
          </p:cNvPicPr>
          <p:nvPr/>
        </p:nvPicPr>
        <p:blipFill>
          <a:blip r:embed="rId2"/>
          <a:stretch>
            <a:fillRect/>
          </a:stretch>
        </p:blipFill>
        <p:spPr>
          <a:xfrm>
            <a:off x="5130330" y="1836738"/>
            <a:ext cx="4038600" cy="2676525"/>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D0EE90EC-E2B6-10C9-D812-6027A603EC62}"/>
              </a:ext>
            </a:extLst>
          </p:cNvPr>
          <p:cNvPicPr>
            <a:picLocks noChangeAspect="1"/>
          </p:cNvPicPr>
          <p:nvPr/>
        </p:nvPicPr>
        <p:blipFill>
          <a:blip r:embed="rId3"/>
          <a:stretch>
            <a:fillRect/>
          </a:stretch>
        </p:blipFill>
        <p:spPr>
          <a:xfrm>
            <a:off x="834966" y="3913598"/>
            <a:ext cx="4181475" cy="2266950"/>
          </a:xfrm>
          <a:prstGeom prst="rect">
            <a:avLst/>
          </a:prstGeom>
        </p:spPr>
      </p:pic>
      <p:sp>
        <p:nvSpPr>
          <p:cNvPr id="10" name="TextBox 9">
            <a:extLst>
              <a:ext uri="{FF2B5EF4-FFF2-40B4-BE49-F238E27FC236}">
                <a16:creationId xmlns:a16="http://schemas.microsoft.com/office/drawing/2014/main" id="{AF062A5F-DBD1-5BE5-0289-D45FABDB59AC}"/>
              </a:ext>
            </a:extLst>
          </p:cNvPr>
          <p:cNvSpPr txBox="1"/>
          <p:nvPr/>
        </p:nvSpPr>
        <p:spPr>
          <a:xfrm>
            <a:off x="2209759" y="2237801"/>
            <a:ext cx="169629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Time step (s)</a:t>
            </a:r>
          </a:p>
        </p:txBody>
      </p:sp>
      <p:cxnSp>
        <p:nvCxnSpPr>
          <p:cNvPr id="12" name="Straight Arrow Connector 11">
            <a:extLst>
              <a:ext uri="{FF2B5EF4-FFF2-40B4-BE49-F238E27FC236}">
                <a16:creationId xmlns:a16="http://schemas.microsoft.com/office/drawing/2014/main" id="{7537173E-4525-691D-5A2C-9F753793B6BA}"/>
              </a:ext>
            </a:extLst>
          </p:cNvPr>
          <p:cNvCxnSpPr/>
          <p:nvPr/>
        </p:nvCxnSpPr>
        <p:spPr>
          <a:xfrm flipV="1">
            <a:off x="3622959" y="2276661"/>
            <a:ext cx="1497991" cy="172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713C777-EF35-DC41-DC0D-B4279D0EEB7C}"/>
              </a:ext>
            </a:extLst>
          </p:cNvPr>
          <p:cNvSpPr txBox="1"/>
          <p:nvPr/>
        </p:nvSpPr>
        <p:spPr>
          <a:xfrm>
            <a:off x="6120154" y="4853060"/>
            <a:ext cx="249860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Open boundaries (x)</a:t>
            </a:r>
          </a:p>
        </p:txBody>
      </p:sp>
      <p:sp>
        <p:nvSpPr>
          <p:cNvPr id="14" name="TextBox 13">
            <a:extLst>
              <a:ext uri="{FF2B5EF4-FFF2-40B4-BE49-F238E27FC236}">
                <a16:creationId xmlns:a16="http://schemas.microsoft.com/office/drawing/2014/main" id="{22F4EF95-0DAA-46E0-9F63-35981E5F4D36}"/>
              </a:ext>
            </a:extLst>
          </p:cNvPr>
          <p:cNvSpPr txBox="1"/>
          <p:nvPr/>
        </p:nvSpPr>
        <p:spPr>
          <a:xfrm>
            <a:off x="5922598" y="5511578"/>
            <a:ext cx="249860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Periodic </a:t>
            </a:r>
            <a:r>
              <a:rPr lang="en-US" sz="2000" err="1">
                <a:ea typeface="Calibri"/>
                <a:cs typeface="Calibri"/>
              </a:rPr>
              <a:t>bc</a:t>
            </a:r>
            <a:r>
              <a:rPr lang="en-US" sz="2000">
                <a:ea typeface="Calibri"/>
                <a:cs typeface="Calibri"/>
              </a:rPr>
              <a:t> in y</a:t>
            </a:r>
            <a:endParaRPr lang="en-US"/>
          </a:p>
        </p:txBody>
      </p:sp>
      <p:sp>
        <p:nvSpPr>
          <p:cNvPr id="15" name="TextBox 14">
            <a:extLst>
              <a:ext uri="{FF2B5EF4-FFF2-40B4-BE49-F238E27FC236}">
                <a16:creationId xmlns:a16="http://schemas.microsoft.com/office/drawing/2014/main" id="{4703435B-2928-EB4F-DE07-D0ED88AB95FE}"/>
              </a:ext>
            </a:extLst>
          </p:cNvPr>
          <p:cNvSpPr txBox="1"/>
          <p:nvPr/>
        </p:nvSpPr>
        <p:spPr>
          <a:xfrm>
            <a:off x="2451266" y="2632912"/>
            <a:ext cx="143557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s: start</a:t>
            </a:r>
            <a:endParaRPr lang="en-US">
              <a:ea typeface="Calibri"/>
              <a:cs typeface="Calibri"/>
            </a:endParaRPr>
          </a:p>
          <a:p>
            <a:r>
              <a:rPr lang="en-US" sz="2000">
                <a:ea typeface="Calibri"/>
                <a:cs typeface="Calibri"/>
              </a:rPr>
              <a:t>e: end</a:t>
            </a:r>
          </a:p>
        </p:txBody>
      </p:sp>
      <p:cxnSp>
        <p:nvCxnSpPr>
          <p:cNvPr id="16" name="Straight Arrow Connector 15">
            <a:extLst>
              <a:ext uri="{FF2B5EF4-FFF2-40B4-BE49-F238E27FC236}">
                <a16:creationId xmlns:a16="http://schemas.microsoft.com/office/drawing/2014/main" id="{1948336F-735A-F31C-D18A-50273F36220C}"/>
              </a:ext>
            </a:extLst>
          </p:cNvPr>
          <p:cNvCxnSpPr>
            <a:cxnSpLocks/>
          </p:cNvCxnSpPr>
          <p:nvPr/>
        </p:nvCxnSpPr>
        <p:spPr>
          <a:xfrm>
            <a:off x="3303107" y="3042051"/>
            <a:ext cx="1827250" cy="81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3E73568-9068-64D8-5863-24CBE02E9522}"/>
              </a:ext>
            </a:extLst>
          </p:cNvPr>
          <p:cNvSpPr txBox="1"/>
          <p:nvPr/>
        </p:nvSpPr>
        <p:spPr>
          <a:xfrm>
            <a:off x="10250006" y="2350690"/>
            <a:ext cx="146379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Number of grid points</a:t>
            </a:r>
            <a:endParaRPr lang="en-US"/>
          </a:p>
        </p:txBody>
      </p:sp>
      <p:sp>
        <p:nvSpPr>
          <p:cNvPr id="18" name="TextBox 17">
            <a:extLst>
              <a:ext uri="{FF2B5EF4-FFF2-40B4-BE49-F238E27FC236}">
                <a16:creationId xmlns:a16="http://schemas.microsoft.com/office/drawing/2014/main" id="{14176F40-4164-1A51-54D6-66DD763D8D8C}"/>
              </a:ext>
            </a:extLst>
          </p:cNvPr>
          <p:cNvSpPr txBox="1"/>
          <p:nvPr/>
        </p:nvSpPr>
        <p:spPr>
          <a:xfrm>
            <a:off x="10250006" y="3912319"/>
            <a:ext cx="146379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Resolution in </a:t>
            </a:r>
            <a:r>
              <a:rPr lang="en-US" sz="2000" err="1">
                <a:ea typeface="Calibri"/>
                <a:cs typeface="Calibri"/>
              </a:rPr>
              <a:t>metres</a:t>
            </a:r>
            <a:endParaRPr lang="en-US" err="1"/>
          </a:p>
        </p:txBody>
      </p:sp>
      <p:cxnSp>
        <p:nvCxnSpPr>
          <p:cNvPr id="19" name="Straight Arrow Connector 18">
            <a:extLst>
              <a:ext uri="{FF2B5EF4-FFF2-40B4-BE49-F238E27FC236}">
                <a16:creationId xmlns:a16="http://schemas.microsoft.com/office/drawing/2014/main" id="{C31A76B0-FE0B-B9EA-1498-D9469902AC59}"/>
              </a:ext>
            </a:extLst>
          </p:cNvPr>
          <p:cNvCxnSpPr>
            <a:cxnSpLocks/>
          </p:cNvCxnSpPr>
          <p:nvPr/>
        </p:nvCxnSpPr>
        <p:spPr>
          <a:xfrm flipH="1">
            <a:off x="8940356" y="2675163"/>
            <a:ext cx="1286602" cy="2694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FF9C859-052B-50F4-DD14-F8DD4D3DB46B}"/>
              </a:ext>
            </a:extLst>
          </p:cNvPr>
          <p:cNvCxnSpPr>
            <a:cxnSpLocks/>
          </p:cNvCxnSpPr>
          <p:nvPr/>
        </p:nvCxnSpPr>
        <p:spPr>
          <a:xfrm flipH="1" flipV="1">
            <a:off x="8996801" y="3941771"/>
            <a:ext cx="1201937" cy="219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04AAE3F-3A17-ECBA-C645-FE3D2EA7ECC2}"/>
              </a:ext>
            </a:extLst>
          </p:cNvPr>
          <p:cNvSpPr txBox="1"/>
          <p:nvPr/>
        </p:nvSpPr>
        <p:spPr>
          <a:xfrm>
            <a:off x="9770228" y="4824837"/>
            <a:ext cx="146379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Height of the top in </a:t>
            </a:r>
            <a:r>
              <a:rPr lang="en-US" sz="2000" err="1">
                <a:ea typeface="Calibri"/>
                <a:cs typeface="Calibri"/>
              </a:rPr>
              <a:t>metres</a:t>
            </a:r>
            <a:endParaRPr lang="en-US" err="1"/>
          </a:p>
        </p:txBody>
      </p:sp>
      <p:cxnSp>
        <p:nvCxnSpPr>
          <p:cNvPr id="22" name="Straight Arrow Connector 21">
            <a:extLst>
              <a:ext uri="{FF2B5EF4-FFF2-40B4-BE49-F238E27FC236}">
                <a16:creationId xmlns:a16="http://schemas.microsoft.com/office/drawing/2014/main" id="{BC3E61D8-20F2-0FE0-0FDA-75C8D3FB3E22}"/>
              </a:ext>
            </a:extLst>
          </p:cNvPr>
          <p:cNvCxnSpPr>
            <a:cxnSpLocks/>
          </p:cNvCxnSpPr>
          <p:nvPr/>
        </p:nvCxnSpPr>
        <p:spPr>
          <a:xfrm flipH="1" flipV="1">
            <a:off x="8780430" y="4318067"/>
            <a:ext cx="938530" cy="699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B8DF232-497C-D63E-AE3B-BD47AC4C587F}"/>
              </a:ext>
            </a:extLst>
          </p:cNvPr>
          <p:cNvCxnSpPr>
            <a:cxnSpLocks/>
          </p:cNvCxnSpPr>
          <p:nvPr/>
        </p:nvCxnSpPr>
        <p:spPr>
          <a:xfrm flipH="1" flipV="1">
            <a:off x="4782282" y="4948363"/>
            <a:ext cx="1305419" cy="1162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B7EE7AE-358F-7D6A-29B4-95397E08FEC7}"/>
              </a:ext>
            </a:extLst>
          </p:cNvPr>
          <p:cNvCxnSpPr>
            <a:cxnSpLocks/>
          </p:cNvCxnSpPr>
          <p:nvPr/>
        </p:nvCxnSpPr>
        <p:spPr>
          <a:xfrm flipH="1" flipV="1">
            <a:off x="4754060" y="5155326"/>
            <a:ext cx="1192530" cy="426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16">
            <a:extLst>
              <a:ext uri="{FF2B5EF4-FFF2-40B4-BE49-F238E27FC236}">
                <a16:creationId xmlns:a16="http://schemas.microsoft.com/office/drawing/2014/main" id="{7FD2C009-6A62-4C54-6FE5-588B7FD428D7}"/>
              </a:ext>
            </a:extLst>
          </p:cNvPr>
          <p:cNvSpPr txBox="1"/>
          <p:nvPr/>
        </p:nvSpPr>
        <p:spPr>
          <a:xfrm>
            <a:off x="10090080" y="3105838"/>
            <a:ext cx="17226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Number of vertical levels</a:t>
            </a:r>
            <a:endParaRPr lang="en-US"/>
          </a:p>
        </p:txBody>
      </p:sp>
      <p:cxnSp>
        <p:nvCxnSpPr>
          <p:cNvPr id="7" name="Straight Arrow Connector 18">
            <a:extLst>
              <a:ext uri="{FF2B5EF4-FFF2-40B4-BE49-F238E27FC236}">
                <a16:creationId xmlns:a16="http://schemas.microsoft.com/office/drawing/2014/main" id="{36C236A1-442E-ED80-7949-864C8E390DF1}"/>
              </a:ext>
            </a:extLst>
          </p:cNvPr>
          <p:cNvCxnSpPr>
            <a:cxnSpLocks/>
          </p:cNvCxnSpPr>
          <p:nvPr/>
        </p:nvCxnSpPr>
        <p:spPr>
          <a:xfrm flipH="1">
            <a:off x="8780430" y="3430311"/>
            <a:ext cx="1286602" cy="2694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50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2D hill simulation</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rmAutofit/>
          </a:bodyPr>
          <a:lstStyle/>
          <a:p>
            <a:pPr marL="0" indent="0">
              <a:buNone/>
            </a:pPr>
            <a:endParaRPr lang="en-US">
              <a:ea typeface="Calibri"/>
              <a:cs typeface="Calibri"/>
            </a:endParaRPr>
          </a:p>
          <a:p>
            <a:pPr marL="0" indent="0">
              <a:buNone/>
            </a:pPr>
            <a:endParaRPr lang="en-US">
              <a:ea typeface="Calibri"/>
              <a:cs typeface="Calibri"/>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25</a:t>
            </a:fld>
            <a:endParaRPr lang="en-US"/>
          </a:p>
        </p:txBody>
      </p:sp>
      <p:pic>
        <p:nvPicPr>
          <p:cNvPr id="4" name="Picture 3" descr="A screenshot of a computer screen&#10;&#10;Description automatically generated">
            <a:extLst>
              <a:ext uri="{FF2B5EF4-FFF2-40B4-BE49-F238E27FC236}">
                <a16:creationId xmlns:a16="http://schemas.microsoft.com/office/drawing/2014/main" id="{EB03DCD9-2D69-0A14-9FC3-41A7DD47ABB0}"/>
              </a:ext>
            </a:extLst>
          </p:cNvPr>
          <p:cNvPicPr>
            <a:picLocks noChangeAspect="1"/>
          </p:cNvPicPr>
          <p:nvPr/>
        </p:nvPicPr>
        <p:blipFill>
          <a:blip r:embed="rId2">
            <a:extLst>
              <a:ext uri="{28A0092B-C50C-407E-A947-70E740481C1C}">
                <a14:useLocalDpi xmlns:a14="http://schemas.microsoft.com/office/drawing/2010/main"/>
              </a:ext>
            </a:extLst>
          </a:blip>
          <a:srcRect t="990" b="18854"/>
          <a:stretch/>
        </p:blipFill>
        <p:spPr>
          <a:xfrm>
            <a:off x="3548038" y="1978958"/>
            <a:ext cx="5391150" cy="3763952"/>
          </a:xfrm>
          <a:prstGeom prst="rect">
            <a:avLst/>
          </a:prstGeom>
        </p:spPr>
      </p:pic>
      <p:sp>
        <p:nvSpPr>
          <p:cNvPr id="6" name="TextBox 5">
            <a:extLst>
              <a:ext uri="{FF2B5EF4-FFF2-40B4-BE49-F238E27FC236}">
                <a16:creationId xmlns:a16="http://schemas.microsoft.com/office/drawing/2014/main" id="{8568916A-2976-46CC-FA18-511F44B5EB47}"/>
              </a:ext>
            </a:extLst>
          </p:cNvPr>
          <p:cNvSpPr txBox="1"/>
          <p:nvPr/>
        </p:nvSpPr>
        <p:spPr>
          <a:xfrm>
            <a:off x="5137595" y="6166231"/>
            <a:ext cx="2259140" cy="442674"/>
          </a:xfrm>
          <a:prstGeom prst="roundRect">
            <a:avLst/>
          </a:prstGeom>
          <a:solidFill>
            <a:srgbClr val="7030A0">
              <a:alpha val="23000"/>
            </a:srgbClr>
          </a:solidFill>
          <a:ln w="28575">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err="1">
                <a:latin typeface="Consolas"/>
                <a:ea typeface="Calibri"/>
                <a:cs typeface="Calibri"/>
              </a:rPr>
              <a:t>input_sounding</a:t>
            </a:r>
            <a:endParaRPr lang="en-US" sz="2000">
              <a:latin typeface="Consolas"/>
              <a:ea typeface="Calibri"/>
              <a:cs typeface="Calibri"/>
            </a:endParaRPr>
          </a:p>
        </p:txBody>
      </p:sp>
      <p:sp>
        <p:nvSpPr>
          <p:cNvPr id="7" name="TextBox 6">
            <a:extLst>
              <a:ext uri="{FF2B5EF4-FFF2-40B4-BE49-F238E27FC236}">
                <a16:creationId xmlns:a16="http://schemas.microsoft.com/office/drawing/2014/main" id="{42E7BE79-83D1-B14F-F645-7EB6A44D5855}"/>
              </a:ext>
            </a:extLst>
          </p:cNvPr>
          <p:cNvSpPr txBox="1"/>
          <p:nvPr/>
        </p:nvSpPr>
        <p:spPr>
          <a:xfrm>
            <a:off x="365311" y="1777253"/>
            <a:ext cx="29785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surface pressure (mb)</a:t>
            </a:r>
          </a:p>
        </p:txBody>
      </p:sp>
      <p:sp>
        <p:nvSpPr>
          <p:cNvPr id="8" name="TextBox 7">
            <a:extLst>
              <a:ext uri="{FF2B5EF4-FFF2-40B4-BE49-F238E27FC236}">
                <a16:creationId xmlns:a16="http://schemas.microsoft.com/office/drawing/2014/main" id="{70E4808A-1337-223D-7A75-CCEECECD25B4}"/>
              </a:ext>
            </a:extLst>
          </p:cNvPr>
          <p:cNvSpPr txBox="1"/>
          <p:nvPr/>
        </p:nvSpPr>
        <p:spPr>
          <a:xfrm>
            <a:off x="365311" y="1317811"/>
            <a:ext cx="35164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surface potential temperature (K)</a:t>
            </a:r>
          </a:p>
        </p:txBody>
      </p:sp>
      <p:sp>
        <p:nvSpPr>
          <p:cNvPr id="9" name="TextBox 8">
            <a:extLst>
              <a:ext uri="{FF2B5EF4-FFF2-40B4-BE49-F238E27FC236}">
                <a16:creationId xmlns:a16="http://schemas.microsoft.com/office/drawing/2014/main" id="{616BB934-1785-123A-5360-881B6123225C}"/>
              </a:ext>
            </a:extLst>
          </p:cNvPr>
          <p:cNvSpPr txBox="1"/>
          <p:nvPr/>
        </p:nvSpPr>
        <p:spPr>
          <a:xfrm>
            <a:off x="6853516" y="1362634"/>
            <a:ext cx="35164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surface vapor mixing ratio (g/kg)</a:t>
            </a:r>
          </a:p>
        </p:txBody>
      </p:sp>
      <p:sp>
        <p:nvSpPr>
          <p:cNvPr id="10" name="TextBox 9">
            <a:extLst>
              <a:ext uri="{FF2B5EF4-FFF2-40B4-BE49-F238E27FC236}">
                <a16:creationId xmlns:a16="http://schemas.microsoft.com/office/drawing/2014/main" id="{E8684871-2AFA-A5F6-3D08-14B6DEBB9F48}"/>
              </a:ext>
            </a:extLst>
          </p:cNvPr>
          <p:cNvSpPr txBox="1"/>
          <p:nvPr/>
        </p:nvSpPr>
        <p:spPr>
          <a:xfrm>
            <a:off x="2091017" y="4959724"/>
            <a:ext cx="12528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height (m)</a:t>
            </a:r>
          </a:p>
        </p:txBody>
      </p:sp>
      <p:sp>
        <p:nvSpPr>
          <p:cNvPr id="11" name="TextBox 10">
            <a:extLst>
              <a:ext uri="{FF2B5EF4-FFF2-40B4-BE49-F238E27FC236}">
                <a16:creationId xmlns:a16="http://schemas.microsoft.com/office/drawing/2014/main" id="{A5F7BB58-C9F7-398C-A7AD-130B9B79AB04}"/>
              </a:ext>
            </a:extLst>
          </p:cNvPr>
          <p:cNvSpPr txBox="1"/>
          <p:nvPr/>
        </p:nvSpPr>
        <p:spPr>
          <a:xfrm>
            <a:off x="1396251" y="3390899"/>
            <a:ext cx="165622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Each successive line is a point in the sounding</a:t>
            </a:r>
            <a:endParaRPr lang="en-US"/>
          </a:p>
        </p:txBody>
      </p:sp>
      <p:sp>
        <p:nvSpPr>
          <p:cNvPr id="12" name="TextBox 11">
            <a:extLst>
              <a:ext uri="{FF2B5EF4-FFF2-40B4-BE49-F238E27FC236}">
                <a16:creationId xmlns:a16="http://schemas.microsoft.com/office/drawing/2014/main" id="{34B4A1CE-4218-DB50-0480-A3B2E0E1ADF2}"/>
              </a:ext>
            </a:extLst>
          </p:cNvPr>
          <p:cNvSpPr txBox="1"/>
          <p:nvPr/>
        </p:nvSpPr>
        <p:spPr>
          <a:xfrm>
            <a:off x="1810870" y="5844988"/>
            <a:ext cx="174587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potential temperature (K)</a:t>
            </a:r>
          </a:p>
        </p:txBody>
      </p:sp>
      <p:sp>
        <p:nvSpPr>
          <p:cNvPr id="13" name="TextBox 12">
            <a:extLst>
              <a:ext uri="{FF2B5EF4-FFF2-40B4-BE49-F238E27FC236}">
                <a16:creationId xmlns:a16="http://schemas.microsoft.com/office/drawing/2014/main" id="{DB68F0DB-4F19-B379-3225-D66AB2EC922D}"/>
              </a:ext>
            </a:extLst>
          </p:cNvPr>
          <p:cNvSpPr txBox="1"/>
          <p:nvPr/>
        </p:nvSpPr>
        <p:spPr>
          <a:xfrm>
            <a:off x="9117105" y="5934635"/>
            <a:ext cx="15777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U (west-east) velocity (m/s)</a:t>
            </a:r>
            <a:endParaRPr lang="en-US"/>
          </a:p>
        </p:txBody>
      </p:sp>
      <p:sp>
        <p:nvSpPr>
          <p:cNvPr id="14" name="TextBox 13">
            <a:extLst>
              <a:ext uri="{FF2B5EF4-FFF2-40B4-BE49-F238E27FC236}">
                <a16:creationId xmlns:a16="http://schemas.microsoft.com/office/drawing/2014/main" id="{ED608D83-D4EE-D873-F8A9-A922305A275A}"/>
              </a:ext>
            </a:extLst>
          </p:cNvPr>
          <p:cNvSpPr txBox="1"/>
          <p:nvPr/>
        </p:nvSpPr>
        <p:spPr>
          <a:xfrm>
            <a:off x="9576546" y="4645958"/>
            <a:ext cx="16562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V (south-north) velocity (m/s)</a:t>
            </a:r>
            <a:endParaRPr lang="en-US"/>
          </a:p>
        </p:txBody>
      </p:sp>
      <p:cxnSp>
        <p:nvCxnSpPr>
          <p:cNvPr id="16" name="Straight Arrow Connector 15">
            <a:extLst>
              <a:ext uri="{FF2B5EF4-FFF2-40B4-BE49-F238E27FC236}">
                <a16:creationId xmlns:a16="http://schemas.microsoft.com/office/drawing/2014/main" id="{5F8AE360-5A6A-C459-5915-6D85F46EC07D}"/>
              </a:ext>
            </a:extLst>
          </p:cNvPr>
          <p:cNvCxnSpPr/>
          <p:nvPr/>
        </p:nvCxnSpPr>
        <p:spPr>
          <a:xfrm>
            <a:off x="2554432" y="1991591"/>
            <a:ext cx="926522" cy="69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E667568-15CD-B946-6E06-9C71D59A0FCB}"/>
              </a:ext>
            </a:extLst>
          </p:cNvPr>
          <p:cNvCxnSpPr>
            <a:cxnSpLocks/>
          </p:cNvCxnSpPr>
          <p:nvPr/>
        </p:nvCxnSpPr>
        <p:spPr>
          <a:xfrm flipV="1">
            <a:off x="2711313" y="2822863"/>
            <a:ext cx="915316" cy="625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17445C5-5915-907A-89DC-4FC9D34FFB31}"/>
              </a:ext>
            </a:extLst>
          </p:cNvPr>
          <p:cNvCxnSpPr>
            <a:cxnSpLocks/>
          </p:cNvCxnSpPr>
          <p:nvPr/>
        </p:nvCxnSpPr>
        <p:spPr>
          <a:xfrm flipH="1">
            <a:off x="6215188" y="1599386"/>
            <a:ext cx="664713" cy="282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ADEE29B-00D4-730C-A4A7-B3E7577C0417}"/>
              </a:ext>
            </a:extLst>
          </p:cNvPr>
          <p:cNvCxnSpPr>
            <a:cxnSpLocks/>
          </p:cNvCxnSpPr>
          <p:nvPr/>
        </p:nvCxnSpPr>
        <p:spPr>
          <a:xfrm flipH="1" flipV="1">
            <a:off x="7403011" y="5814831"/>
            <a:ext cx="1706859" cy="457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376A5F2-0BED-E19A-5E3B-12F88622F1F5}"/>
              </a:ext>
            </a:extLst>
          </p:cNvPr>
          <p:cNvCxnSpPr>
            <a:cxnSpLocks/>
          </p:cNvCxnSpPr>
          <p:nvPr/>
        </p:nvCxnSpPr>
        <p:spPr>
          <a:xfrm flipH="1" flipV="1">
            <a:off x="8478776" y="4447713"/>
            <a:ext cx="1124153" cy="322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ttore a gomito 17">
            <a:extLst>
              <a:ext uri="{FF2B5EF4-FFF2-40B4-BE49-F238E27FC236}">
                <a16:creationId xmlns:a16="http://schemas.microsoft.com/office/drawing/2014/main" id="{4A11B241-9BCF-AA48-319F-FF0DDD4E4A9E}"/>
              </a:ext>
            </a:extLst>
          </p:cNvPr>
          <p:cNvCxnSpPr>
            <a:stCxn id="8" idx="3"/>
          </p:cNvCxnSpPr>
          <p:nvPr/>
        </p:nvCxnSpPr>
        <p:spPr>
          <a:xfrm>
            <a:off x="3881716" y="1502477"/>
            <a:ext cx="1161339" cy="379092"/>
          </a:xfrm>
          <a:prstGeom prst="bentConnector3">
            <a:avLst>
              <a:gd name="adj1" fmla="val 10010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ttore a gomito 22">
            <a:extLst>
              <a:ext uri="{FF2B5EF4-FFF2-40B4-BE49-F238E27FC236}">
                <a16:creationId xmlns:a16="http://schemas.microsoft.com/office/drawing/2014/main" id="{E0E3FF56-52DF-4492-1612-28E0930145BD}"/>
              </a:ext>
            </a:extLst>
          </p:cNvPr>
          <p:cNvCxnSpPr>
            <a:cxnSpLocks/>
          </p:cNvCxnSpPr>
          <p:nvPr/>
        </p:nvCxnSpPr>
        <p:spPr>
          <a:xfrm flipV="1">
            <a:off x="3448965" y="5831838"/>
            <a:ext cx="1566274" cy="280899"/>
          </a:xfrm>
          <a:prstGeom prst="bentConnector3">
            <a:avLst>
              <a:gd name="adj1" fmla="val 100125"/>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ttangolo 31">
            <a:extLst>
              <a:ext uri="{FF2B5EF4-FFF2-40B4-BE49-F238E27FC236}">
                <a16:creationId xmlns:a16="http://schemas.microsoft.com/office/drawing/2014/main" id="{2005F134-131A-530F-D3EC-7F5EEE63BCAF}"/>
              </a:ext>
            </a:extLst>
          </p:cNvPr>
          <p:cNvSpPr/>
          <p:nvPr/>
        </p:nvSpPr>
        <p:spPr>
          <a:xfrm>
            <a:off x="3548037" y="1881569"/>
            <a:ext cx="3194508" cy="265016"/>
          </a:xfrm>
          <a:prstGeom prst="rect">
            <a:avLst/>
          </a:prstGeom>
          <a:noFill/>
          <a:ln w="28575">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713096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Initialization of ideal case</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Autofit/>
          </a:bodyPr>
          <a:lstStyle/>
          <a:p>
            <a:pPr marL="0" indent="0">
              <a:buNone/>
            </a:pPr>
            <a:r>
              <a:rPr lang="en-US" sz="2000">
                <a:ea typeface="Calibri" panose="020F0502020204030204"/>
                <a:cs typeface="Calibri" panose="020F0502020204030204"/>
              </a:rPr>
              <a:t>During initialization:</a:t>
            </a:r>
          </a:p>
          <a:p>
            <a:pPr marL="457200" indent="-457200"/>
            <a:r>
              <a:rPr lang="en-US" sz="2000">
                <a:ea typeface="+mn-lt"/>
                <a:cs typeface="+mn-lt"/>
              </a:rPr>
              <a:t>Idealize test specifics are enabled in the code using the Fortran CASE construct.</a:t>
            </a:r>
            <a:endParaRPr lang="en-US" sz="2000">
              <a:ea typeface="Calibri" panose="020F0502020204030204"/>
              <a:cs typeface="Calibri" panose="020F0502020204030204"/>
            </a:endParaRPr>
          </a:p>
          <a:p>
            <a:pPr marL="0" lvl="1" indent="0">
              <a:lnSpc>
                <a:spcPct val="100000"/>
              </a:lnSpc>
              <a:spcBef>
                <a:spcPts val="1000"/>
              </a:spcBef>
              <a:buNone/>
            </a:pPr>
            <a:r>
              <a:rPr lang="en-US" sz="1800">
                <a:solidFill>
                  <a:schemeClr val="accent1"/>
                </a:solidFill>
                <a:latin typeface="Aptos Mono"/>
                <a:ea typeface="+mn-lt"/>
                <a:cs typeface="+mn-lt"/>
              </a:rPr>
              <a:t>	</a:t>
            </a:r>
            <a:r>
              <a:rPr lang="en-US" sz="1800">
                <a:solidFill>
                  <a:schemeClr val="accent1"/>
                </a:solidFill>
                <a:latin typeface="Consolas"/>
                <a:ea typeface="+mn-lt"/>
                <a:cs typeface="+mn-lt"/>
              </a:rPr>
              <a:t>SELECT CASE ( </a:t>
            </a:r>
            <a:r>
              <a:rPr lang="en-US" sz="1800" err="1">
                <a:solidFill>
                  <a:schemeClr val="accent1"/>
                </a:solidFill>
                <a:latin typeface="Consolas"/>
                <a:ea typeface="+mn-lt"/>
                <a:cs typeface="+mn-lt"/>
              </a:rPr>
              <a:t>model_config_rec%ideal_case</a:t>
            </a:r>
            <a:r>
              <a:rPr lang="en-US" sz="1800">
                <a:solidFill>
                  <a:schemeClr val="accent1"/>
                </a:solidFill>
                <a:latin typeface="Consolas"/>
                <a:ea typeface="+mn-lt"/>
                <a:cs typeface="+mn-lt"/>
              </a:rPr>
              <a:t> )</a:t>
            </a:r>
          </a:p>
          <a:p>
            <a:pPr marL="0" lvl="1" indent="0">
              <a:lnSpc>
                <a:spcPct val="100000"/>
              </a:lnSpc>
              <a:spcBef>
                <a:spcPts val="1000"/>
              </a:spcBef>
              <a:buNone/>
            </a:pPr>
            <a:r>
              <a:rPr lang="en-US" sz="1800">
                <a:solidFill>
                  <a:schemeClr val="accent1"/>
                </a:solidFill>
                <a:latin typeface="Consolas"/>
                <a:ea typeface="+mn-lt"/>
                <a:cs typeface="+mn-lt"/>
              </a:rPr>
              <a:t>	CASE ( hill2d_x )</a:t>
            </a:r>
          </a:p>
          <a:p>
            <a:pPr marL="457200" indent="-457200"/>
            <a:r>
              <a:rPr lang="en-US" sz="2000">
                <a:ea typeface="+mn-lt"/>
                <a:cs typeface="+mn-lt"/>
              </a:rPr>
              <a:t>Model levels are set within the initialization to produce a stretched η coordinate (close to equally spaced z), or equally spaced η coordinate.</a:t>
            </a:r>
            <a:endParaRPr lang="en-US" sz="2000">
              <a:ea typeface="Calibri" panose="020F0502020204030204"/>
              <a:cs typeface="Calibri" panose="020F0502020204030204"/>
            </a:endParaRPr>
          </a:p>
          <a:p>
            <a:pPr marL="457200" indent="-457200"/>
            <a:r>
              <a:rPr lang="en-US" sz="2000">
                <a:ea typeface="+mn-lt"/>
                <a:cs typeface="+mn-lt"/>
              </a:rPr>
              <a:t>Terrain is set in the initialization code</a:t>
            </a:r>
            <a:endParaRPr lang="en-US" sz="2000">
              <a:ea typeface="Calibri" panose="020F0502020204030204"/>
              <a:cs typeface="Calibri" panose="020F0502020204030204"/>
            </a:endParaRPr>
          </a:p>
          <a:p>
            <a:pPr marL="457200" indent="-457200"/>
            <a:r>
              <a:rPr lang="en-US" sz="2000">
                <a:ea typeface="+mn-lt"/>
                <a:cs typeface="+mn-lt"/>
              </a:rPr>
              <a:t>A single sounding (z, q, Q</a:t>
            </a:r>
            <a:r>
              <a:rPr lang="en-US" sz="2000" baseline="-25000">
                <a:ea typeface="+mn-lt"/>
                <a:cs typeface="+mn-lt"/>
              </a:rPr>
              <a:t>v</a:t>
            </a:r>
            <a:r>
              <a:rPr lang="en-US" sz="2000">
                <a:ea typeface="+mn-lt"/>
                <a:cs typeface="+mn-lt"/>
              </a:rPr>
              <a:t>, u and v) is read in from</a:t>
            </a:r>
            <a:endParaRPr lang="en-US" sz="2000">
              <a:ea typeface="Calibri" panose="020F0502020204030204"/>
              <a:cs typeface="Calibri" panose="020F0502020204030204"/>
            </a:endParaRPr>
          </a:p>
          <a:p>
            <a:pPr marL="0" lvl="1" indent="0">
              <a:lnSpc>
                <a:spcPct val="100000"/>
              </a:lnSpc>
              <a:spcBef>
                <a:spcPts val="1000"/>
              </a:spcBef>
              <a:buNone/>
            </a:pPr>
            <a:r>
              <a:rPr lang="en-US" sz="1800">
                <a:solidFill>
                  <a:schemeClr val="accent1"/>
                </a:solidFill>
                <a:latin typeface="Aptos Mono"/>
                <a:ea typeface="+mn-lt"/>
                <a:cs typeface="+mn-lt"/>
              </a:rPr>
              <a:t>	</a:t>
            </a:r>
            <a:r>
              <a:rPr lang="en-US" sz="1800">
                <a:solidFill>
                  <a:schemeClr val="accent1"/>
                </a:solidFill>
                <a:latin typeface="Consolas"/>
                <a:ea typeface="+mn-lt"/>
                <a:cs typeface="+mn-lt"/>
              </a:rPr>
              <a:t>WRF/test/em_hill2d_x/</a:t>
            </a:r>
            <a:r>
              <a:rPr lang="en-US" sz="1800" err="1">
                <a:solidFill>
                  <a:schemeClr val="accent1"/>
                </a:solidFill>
                <a:latin typeface="Consolas"/>
                <a:ea typeface="+mn-lt"/>
                <a:cs typeface="+mn-lt"/>
              </a:rPr>
              <a:t>input_sounding</a:t>
            </a:r>
            <a:endParaRPr lang="en-US" sz="1800">
              <a:solidFill>
                <a:schemeClr val="accent1"/>
              </a:solidFill>
              <a:latin typeface="Consolas"/>
              <a:ea typeface="+mn-lt"/>
              <a:cs typeface="+mn-lt"/>
            </a:endParaRPr>
          </a:p>
          <a:p>
            <a:pPr marL="457200" indent="-457200"/>
            <a:r>
              <a:rPr lang="en-US" sz="2000">
                <a:ea typeface="+mn-lt"/>
                <a:cs typeface="+mn-lt"/>
              </a:rPr>
              <a:t>Sounding is interpolated to the ARW grid, equation of state and hydrostatic balance used to compute the full thermodynamics state.</a:t>
            </a:r>
            <a:endParaRPr lang="en-US" sz="2000">
              <a:ea typeface="Calibri" panose="020F0502020204030204"/>
              <a:cs typeface="Calibri" panose="020F0502020204030204"/>
            </a:endParaRPr>
          </a:p>
          <a:p>
            <a:pPr marL="457200" indent="-457200"/>
            <a:r>
              <a:rPr lang="en-US" sz="2000">
                <a:ea typeface="+mn-lt"/>
                <a:cs typeface="+mn-lt"/>
              </a:rPr>
              <a:t>Wind fields are interpolated to model η levels.</a:t>
            </a:r>
            <a:endParaRPr lang="en-US" sz="2000">
              <a:ea typeface="Calibri" panose="020F0502020204030204"/>
              <a:cs typeface="Calibri" panose="020F0502020204030204"/>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26</a:t>
            </a:fld>
            <a:endParaRPr lang="en-US"/>
          </a:p>
        </p:txBody>
      </p:sp>
    </p:spTree>
    <p:extLst>
      <p:ext uri="{BB962C8B-B14F-4D97-AF65-F5344CB8AC3E}">
        <p14:creationId xmlns:p14="http://schemas.microsoft.com/office/powerpoint/2010/main" val="1856306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Autofit/>
          </a:bodyPr>
          <a:lstStyle/>
          <a:p>
            <a:pPr>
              <a:buNone/>
            </a:pPr>
            <a:r>
              <a:rPr lang="en-US" sz="2400">
                <a:ea typeface="+mn-lt"/>
                <a:cs typeface="+mn-lt"/>
              </a:rPr>
              <a:t>Note:</a:t>
            </a:r>
          </a:p>
          <a:p>
            <a:pPr>
              <a:buNone/>
            </a:pPr>
            <a:r>
              <a:rPr lang="en-US" sz="2400">
                <a:ea typeface="+mn-lt"/>
                <a:cs typeface="+mn-lt"/>
              </a:rPr>
              <a:t>3D meshes are always used, even in 2D (</a:t>
            </a:r>
            <a:r>
              <a:rPr lang="en-US" sz="2400" err="1">
                <a:ea typeface="+mn-lt"/>
                <a:cs typeface="+mn-lt"/>
              </a:rPr>
              <a:t>x,z</a:t>
            </a:r>
            <a:r>
              <a:rPr lang="en-US" sz="2400">
                <a:ea typeface="+mn-lt"/>
                <a:cs typeface="+mn-lt"/>
              </a:rPr>
              <a:t>; </a:t>
            </a:r>
            <a:r>
              <a:rPr lang="en-US" sz="2400" err="1">
                <a:ea typeface="+mn-lt"/>
                <a:cs typeface="+mn-lt"/>
              </a:rPr>
              <a:t>y,z</a:t>
            </a:r>
            <a:r>
              <a:rPr lang="en-US" sz="2400">
                <a:ea typeface="+mn-lt"/>
                <a:cs typeface="+mn-lt"/>
              </a:rPr>
              <a:t>) cases. The third dimension contains only </a:t>
            </a:r>
            <a:r>
              <a:rPr lang="en-US" sz="2400" i="1">
                <a:ea typeface="+mn-lt"/>
                <a:cs typeface="+mn-lt"/>
              </a:rPr>
              <a:t>5 </a:t>
            </a:r>
            <a:r>
              <a:rPr lang="en-US" sz="2400">
                <a:ea typeface="+mn-lt"/>
                <a:cs typeface="+mn-lt"/>
              </a:rPr>
              <a:t>planes, the boundary conditions in that dimension are periodic, and the solutions on the planes are identical in the initial state and remain so during the integration.</a:t>
            </a:r>
            <a:endParaRPr lang="en-US">
              <a:ea typeface="+mn-lt"/>
              <a:cs typeface="+mn-lt"/>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27</a:t>
            </a:fld>
            <a:endParaRPr lang="en-US"/>
          </a:p>
        </p:txBody>
      </p:sp>
    </p:spTree>
    <p:extLst>
      <p:ext uri="{BB962C8B-B14F-4D97-AF65-F5344CB8AC3E}">
        <p14:creationId xmlns:p14="http://schemas.microsoft.com/office/powerpoint/2010/main" val="4274179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 2D hill simulation</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940064"/>
          </a:xfrm>
        </p:spPr>
        <p:txBody>
          <a:bodyPr vert="horz" lIns="91440" tIns="45720" rIns="91440" bIns="45720" rtlCol="0" anchor="t">
            <a:normAutofit fontScale="92500" lnSpcReduction="20000"/>
          </a:bodyPr>
          <a:lstStyle/>
          <a:p>
            <a:pPr marL="0" indent="0">
              <a:buNone/>
            </a:pPr>
            <a:r>
              <a:rPr lang="en-US" sz="2000">
                <a:ea typeface="Calibri"/>
                <a:cs typeface="Calibri"/>
              </a:rPr>
              <a:t>After compiling, we are ready to run the case. First, copy the bash scripts to your folder:</a:t>
            </a:r>
          </a:p>
          <a:p>
            <a:pPr marL="0" indent="0">
              <a:buNone/>
            </a:pPr>
            <a:r>
              <a:rPr lang="it-IT" sz="2000">
                <a:solidFill>
                  <a:schemeClr val="accent1"/>
                </a:solidFill>
                <a:latin typeface="Consolas"/>
                <a:ea typeface="+mn-lt"/>
                <a:cs typeface="+mn-lt"/>
              </a:rPr>
              <a:t>	</a:t>
            </a:r>
            <a:r>
              <a:rPr lang="it-IT" sz="2000" err="1">
                <a:solidFill>
                  <a:schemeClr val="accent1"/>
                </a:solidFill>
                <a:latin typeface="Consolas"/>
                <a:ea typeface="+mn-lt"/>
                <a:cs typeface="+mn-lt"/>
              </a:rPr>
              <a:t>cp</a:t>
            </a:r>
            <a:r>
              <a:rPr lang="it-IT" sz="2000">
                <a:solidFill>
                  <a:schemeClr val="accent1"/>
                </a:solidFill>
                <a:latin typeface="Consolas"/>
                <a:ea typeface="+mn-lt"/>
                <a:cs typeface="+mn-lt"/>
              </a:rPr>
              <a:t> /scratch/</a:t>
            </a:r>
            <a:r>
              <a:rPr lang="it-IT" sz="2000" err="1">
                <a:solidFill>
                  <a:schemeClr val="accent1"/>
                </a:solidFill>
                <a:latin typeface="Consolas"/>
                <a:ea typeface="+mn-lt"/>
                <a:cs typeface="+mn-lt"/>
              </a:rPr>
              <a:t>atmos</a:t>
            </a:r>
            <a:r>
              <a:rPr lang="it-IT" sz="2000">
                <a:solidFill>
                  <a:schemeClr val="accent1"/>
                </a:solidFill>
                <a:latin typeface="Consolas"/>
                <a:ea typeface="+mn-lt"/>
                <a:cs typeface="+mn-lt"/>
              </a:rPr>
              <a:t>/simona.rinaldi7/</a:t>
            </a:r>
            <a:r>
              <a:rPr lang="it-IT" sz="2000" err="1">
                <a:solidFill>
                  <a:schemeClr val="accent1"/>
                </a:solidFill>
                <a:latin typeface="Consolas"/>
                <a:ea typeface="+mn-lt"/>
                <a:cs typeface="+mn-lt"/>
              </a:rPr>
              <a:t>complex_terrain_lab</a:t>
            </a:r>
            <a:r>
              <a:rPr lang="it-IT" sz="2000">
                <a:solidFill>
                  <a:schemeClr val="accent1"/>
                </a:solidFill>
                <a:latin typeface="Consolas"/>
                <a:ea typeface="+mn-lt"/>
                <a:cs typeface="+mn-lt"/>
              </a:rPr>
              <a:t>/</a:t>
            </a:r>
            <a:r>
              <a:rPr lang="it-IT" sz="2000" err="1">
                <a:solidFill>
                  <a:schemeClr val="accent1"/>
                </a:solidFill>
                <a:latin typeface="Consolas"/>
                <a:ea typeface="+mn-lt"/>
                <a:cs typeface="+mn-lt"/>
              </a:rPr>
              <a:t>run</a:t>
            </a:r>
            <a:r>
              <a:rPr lang="it-IT" sz="2000">
                <a:solidFill>
                  <a:schemeClr val="accent1"/>
                </a:solidFill>
                <a:latin typeface="Consolas"/>
                <a:ea typeface="+mn-lt"/>
                <a:cs typeface="+mn-lt"/>
              </a:rPr>
              <a:t>_* .</a:t>
            </a:r>
            <a:endParaRPr lang="en-US" sz="2000">
              <a:ea typeface="Calibri"/>
              <a:cs typeface="Calibri"/>
            </a:endParaRPr>
          </a:p>
          <a:p>
            <a:pPr marL="0" indent="0">
              <a:buNone/>
            </a:pPr>
            <a:r>
              <a:rPr lang="en-US" sz="2000">
                <a:ea typeface="Calibri"/>
                <a:cs typeface="Calibri"/>
              </a:rPr>
              <a:t>Set initial condition by running </a:t>
            </a:r>
            <a:r>
              <a:rPr lang="en-US" sz="1800" err="1">
                <a:solidFill>
                  <a:schemeClr val="accent1"/>
                </a:solidFill>
                <a:latin typeface="Consolas"/>
                <a:ea typeface="+mn-lt"/>
                <a:cs typeface="+mn-lt"/>
              </a:rPr>
              <a:t>ideal.exe</a:t>
            </a:r>
            <a:r>
              <a:rPr lang="en-US" sz="2100">
                <a:cs typeface="Calibri"/>
              </a:rPr>
              <a:t>:</a:t>
            </a:r>
          </a:p>
          <a:p>
            <a:pPr marL="0" indent="0">
              <a:buNone/>
            </a:pPr>
            <a:r>
              <a:rPr lang="en-US" sz="2000">
                <a:solidFill>
                  <a:schemeClr val="accent1"/>
                </a:solidFill>
                <a:latin typeface="Consolas"/>
                <a:ea typeface="+mn-lt"/>
                <a:cs typeface="+mn-lt"/>
              </a:rPr>
              <a:t>	</a:t>
            </a:r>
            <a:r>
              <a:rPr lang="en-US" sz="2000" err="1">
                <a:solidFill>
                  <a:schemeClr val="accent1"/>
                </a:solidFill>
                <a:latin typeface="Consolas"/>
                <a:ea typeface="+mn-lt"/>
                <a:cs typeface="+mn-lt"/>
              </a:rPr>
              <a:t>sbatch</a:t>
            </a:r>
            <a:r>
              <a:rPr lang="en-US" sz="2000">
                <a:solidFill>
                  <a:schemeClr val="accent1"/>
                </a:solidFill>
                <a:latin typeface="Consolas"/>
                <a:ea typeface="+mn-lt"/>
                <a:cs typeface="+mn-lt"/>
              </a:rPr>
              <a:t> </a:t>
            </a:r>
            <a:r>
              <a:rPr lang="en-US" sz="2000" err="1">
                <a:solidFill>
                  <a:schemeClr val="accent1"/>
                </a:solidFill>
                <a:latin typeface="Consolas"/>
                <a:ea typeface="+mn-lt"/>
                <a:cs typeface="+mn-lt"/>
              </a:rPr>
              <a:t>run_ideal.sh</a:t>
            </a:r>
            <a:endParaRPr lang="en-US" sz="2000">
              <a:ea typeface="Calibri"/>
              <a:cs typeface="Calibri"/>
            </a:endParaRPr>
          </a:p>
          <a:p>
            <a:pPr marL="0" indent="0">
              <a:buNone/>
            </a:pPr>
            <a:r>
              <a:rPr lang="en-US" sz="2000">
                <a:ea typeface="Calibri"/>
                <a:cs typeface="Calibri"/>
              </a:rPr>
              <a:t>Check </a:t>
            </a:r>
            <a:r>
              <a:rPr lang="en-US" sz="1800" err="1">
                <a:solidFill>
                  <a:schemeClr val="accent1"/>
                </a:solidFill>
                <a:latin typeface="Consolas"/>
                <a:ea typeface="+mn-lt"/>
                <a:cs typeface="+mn-lt"/>
              </a:rPr>
              <a:t>ideal.log</a:t>
            </a:r>
            <a:r>
              <a:rPr lang="en-US" sz="2000">
                <a:solidFill>
                  <a:schemeClr val="accent1"/>
                </a:solidFill>
                <a:latin typeface="Calibri"/>
                <a:ea typeface="+mn-lt"/>
                <a:cs typeface="+mn-lt"/>
              </a:rPr>
              <a:t> </a:t>
            </a:r>
            <a:r>
              <a:rPr lang="en-US" sz="2000">
                <a:solidFill>
                  <a:srgbClr val="000000"/>
                </a:solidFill>
                <a:latin typeface="Calibri"/>
                <a:ea typeface="+mn-lt"/>
                <a:cs typeface="+mn-lt"/>
              </a:rPr>
              <a:t>file</a:t>
            </a:r>
            <a:r>
              <a:rPr lang="en-US" sz="2000">
                <a:ea typeface="Calibri"/>
                <a:cs typeface="Calibri"/>
              </a:rPr>
              <a:t>:</a:t>
            </a:r>
          </a:p>
          <a:p>
            <a:pPr marL="0" indent="0">
              <a:buNone/>
            </a:pPr>
            <a:r>
              <a:rPr lang="en-US" sz="1800">
                <a:solidFill>
                  <a:schemeClr val="accent1"/>
                </a:solidFill>
                <a:latin typeface="Aptos Mono"/>
                <a:ea typeface="+mn-lt"/>
                <a:cs typeface="+mn-lt"/>
              </a:rPr>
              <a:t>	</a:t>
            </a:r>
            <a:r>
              <a:rPr lang="en-US" sz="1800" err="1">
                <a:solidFill>
                  <a:schemeClr val="accent1"/>
                </a:solidFill>
                <a:latin typeface="Consolas"/>
                <a:ea typeface="+mn-lt"/>
                <a:cs typeface="+mn-lt"/>
              </a:rPr>
              <a:t>wrf</a:t>
            </a:r>
            <a:r>
              <a:rPr lang="en-US" sz="1800">
                <a:solidFill>
                  <a:schemeClr val="accent1"/>
                </a:solidFill>
                <a:latin typeface="Consolas"/>
                <a:ea typeface="+mn-lt"/>
                <a:cs typeface="+mn-lt"/>
              </a:rPr>
              <a:t>: SUCCESS COMPLETE IDEAL INIT</a:t>
            </a:r>
            <a:endParaRPr lang="en-US" sz="1800">
              <a:solidFill>
                <a:schemeClr val="accent1"/>
              </a:solidFill>
              <a:latin typeface="Consolas"/>
              <a:ea typeface="Calibri"/>
              <a:cs typeface="Calibri"/>
            </a:endParaRPr>
          </a:p>
          <a:p>
            <a:pPr marL="0" indent="0">
              <a:buNone/>
            </a:pPr>
            <a:r>
              <a:rPr lang="en-US" sz="2000">
                <a:ea typeface="Calibri"/>
                <a:cs typeface="Calibri"/>
              </a:rPr>
              <a:t>Then run </a:t>
            </a:r>
            <a:r>
              <a:rPr lang="en-US" sz="2000" err="1">
                <a:ea typeface="Calibri"/>
                <a:cs typeface="Calibri"/>
              </a:rPr>
              <a:t>wrf</a:t>
            </a:r>
            <a:r>
              <a:rPr lang="en-US" sz="2000">
                <a:ea typeface="Calibri"/>
                <a:cs typeface="Calibri"/>
              </a:rPr>
              <a:t> via </a:t>
            </a:r>
            <a:r>
              <a:rPr lang="en-US" sz="2000" err="1">
                <a:ea typeface="Calibri"/>
                <a:cs typeface="Calibri"/>
              </a:rPr>
              <a:t>run_wrf.sh</a:t>
            </a:r>
            <a:endParaRPr lang="en-US" sz="2000">
              <a:ea typeface="Calibri"/>
              <a:cs typeface="Calibri"/>
            </a:endParaRPr>
          </a:p>
          <a:p>
            <a:pPr marL="0" indent="0">
              <a:buNone/>
            </a:pPr>
            <a:r>
              <a:rPr lang="it-IT" sz="1800">
                <a:solidFill>
                  <a:schemeClr val="accent1"/>
                </a:solidFill>
                <a:latin typeface="Consolas"/>
                <a:ea typeface="+mn-lt"/>
                <a:cs typeface="+mn-lt"/>
              </a:rPr>
              <a:t>	</a:t>
            </a:r>
            <a:r>
              <a:rPr lang="en-US" sz="1800" err="1">
                <a:solidFill>
                  <a:schemeClr val="accent1"/>
                </a:solidFill>
                <a:latin typeface="Consolas"/>
                <a:ea typeface="+mn-lt"/>
                <a:cs typeface="+mn-lt"/>
              </a:rPr>
              <a:t>sbatch</a:t>
            </a:r>
            <a:r>
              <a:rPr lang="en-US" sz="1800">
                <a:solidFill>
                  <a:schemeClr val="accent1"/>
                </a:solidFill>
                <a:latin typeface="Consolas"/>
                <a:ea typeface="+mn-lt"/>
                <a:cs typeface="+mn-lt"/>
              </a:rPr>
              <a:t> </a:t>
            </a:r>
            <a:r>
              <a:rPr lang="en-US" sz="1800" err="1">
                <a:solidFill>
                  <a:schemeClr val="accent1"/>
                </a:solidFill>
                <a:latin typeface="Consolas"/>
                <a:ea typeface="+mn-lt"/>
                <a:cs typeface="+mn-lt"/>
              </a:rPr>
              <a:t>run_wrf.sh</a:t>
            </a:r>
            <a:endParaRPr lang="en-US" sz="1800">
              <a:solidFill>
                <a:schemeClr val="accent1"/>
              </a:solidFill>
              <a:latin typeface="Consolas"/>
              <a:ea typeface="+mn-lt"/>
              <a:cs typeface="+mn-lt"/>
            </a:endParaRPr>
          </a:p>
          <a:p>
            <a:pPr marL="0" indent="0">
              <a:buNone/>
            </a:pPr>
            <a:r>
              <a:rPr lang="en-US" sz="2000">
                <a:ea typeface="Calibri"/>
                <a:cs typeface="Calibri"/>
              </a:rPr>
              <a:t>After simulation has finished you should see a </a:t>
            </a:r>
            <a:r>
              <a:rPr lang="en-US" sz="1800" err="1">
                <a:solidFill>
                  <a:schemeClr val="accent1"/>
                </a:solidFill>
                <a:latin typeface="Consolas"/>
                <a:ea typeface="+mn-lt"/>
                <a:cs typeface="+mn-lt"/>
              </a:rPr>
              <a:t>wrfout</a:t>
            </a:r>
            <a:r>
              <a:rPr lang="en-US" sz="1800">
                <a:solidFill>
                  <a:schemeClr val="accent1"/>
                </a:solidFill>
                <a:latin typeface="Consolas"/>
                <a:ea typeface="Calibri"/>
                <a:cs typeface="Calibri"/>
              </a:rPr>
              <a:t>*</a:t>
            </a:r>
            <a:r>
              <a:rPr lang="en-US" sz="2000">
                <a:ea typeface="Calibri"/>
                <a:cs typeface="Calibri"/>
              </a:rPr>
              <a:t> file. Check </a:t>
            </a:r>
            <a:r>
              <a:rPr lang="en-US" sz="1800" err="1">
                <a:solidFill>
                  <a:schemeClr val="accent1"/>
                </a:solidFill>
                <a:latin typeface="Aptos Mono"/>
                <a:ea typeface="+mn-lt"/>
                <a:cs typeface="+mn-lt"/>
              </a:rPr>
              <a:t>wrf.log</a:t>
            </a:r>
            <a:r>
              <a:rPr lang="en-US" sz="2000">
                <a:ea typeface="Calibri"/>
                <a:cs typeface="Calibri"/>
              </a:rPr>
              <a:t> file</a:t>
            </a:r>
          </a:p>
          <a:p>
            <a:pPr marL="0" indent="0">
              <a:buNone/>
            </a:pPr>
            <a:r>
              <a:rPr lang="en-US" sz="1800">
                <a:solidFill>
                  <a:schemeClr val="accent1"/>
                </a:solidFill>
                <a:latin typeface="Aptos Mono"/>
                <a:ea typeface="+mn-lt"/>
                <a:cs typeface="+mn-lt"/>
              </a:rPr>
              <a:t>	</a:t>
            </a:r>
            <a:r>
              <a:rPr lang="en-US" sz="1800" err="1">
                <a:solidFill>
                  <a:schemeClr val="accent1"/>
                </a:solidFill>
                <a:latin typeface="Consolas"/>
                <a:ea typeface="+mn-lt"/>
                <a:cs typeface="+mn-lt"/>
              </a:rPr>
              <a:t>wrf</a:t>
            </a:r>
            <a:r>
              <a:rPr lang="en-US" sz="1800">
                <a:solidFill>
                  <a:schemeClr val="accent1"/>
                </a:solidFill>
                <a:latin typeface="Consolas"/>
                <a:ea typeface="+mn-lt"/>
                <a:cs typeface="+mn-lt"/>
              </a:rPr>
              <a:t>: SUCCESS COMPLETE WRF</a:t>
            </a:r>
          </a:p>
          <a:p>
            <a:pPr marL="0" indent="0">
              <a:buNone/>
            </a:pPr>
            <a:r>
              <a:rPr lang="en-US" sz="2000">
                <a:ea typeface="Calibri"/>
                <a:cs typeface="Calibri"/>
              </a:rPr>
              <a:t>To open the output file with </a:t>
            </a:r>
            <a:r>
              <a:rPr lang="en-US" sz="2000" err="1">
                <a:ea typeface="Calibri"/>
                <a:cs typeface="Calibri"/>
              </a:rPr>
              <a:t>ncview</a:t>
            </a:r>
            <a:r>
              <a:rPr lang="en-US" sz="2000">
                <a:ea typeface="Calibri"/>
                <a:cs typeface="Calibri"/>
              </a:rPr>
              <a:t> activate </a:t>
            </a:r>
            <a:r>
              <a:rPr lang="en-US" sz="2000" err="1">
                <a:ea typeface="Calibri"/>
                <a:cs typeface="Calibri"/>
              </a:rPr>
              <a:t>conda</a:t>
            </a:r>
            <a:r>
              <a:rPr lang="en-US" sz="2000">
                <a:ea typeface="Calibri"/>
                <a:cs typeface="Calibri"/>
              </a:rPr>
              <a:t> environment:</a:t>
            </a:r>
          </a:p>
          <a:p>
            <a:pPr marL="0" indent="0">
              <a:buNone/>
            </a:pPr>
            <a:r>
              <a:rPr lang="en-US" sz="2000">
                <a:solidFill>
                  <a:schemeClr val="accent1"/>
                </a:solidFill>
                <a:latin typeface="Aptos Mono"/>
                <a:ea typeface="+mn-lt"/>
                <a:cs typeface="+mn-lt"/>
              </a:rPr>
              <a:t>	</a:t>
            </a:r>
            <a:r>
              <a:rPr lang="en-US" sz="1800" err="1">
                <a:solidFill>
                  <a:schemeClr val="accent1"/>
                </a:solidFill>
                <a:latin typeface="Consolas"/>
                <a:ea typeface="+mn-lt"/>
                <a:cs typeface="+mn-lt"/>
              </a:rPr>
              <a:t>conda</a:t>
            </a:r>
            <a:r>
              <a:rPr lang="en-US" sz="1800">
                <a:solidFill>
                  <a:schemeClr val="accent1"/>
                </a:solidFill>
                <a:latin typeface="Consolas"/>
                <a:ea typeface="+mn-lt"/>
                <a:cs typeface="+mn-lt"/>
              </a:rPr>
              <a:t> activate </a:t>
            </a:r>
            <a:r>
              <a:rPr lang="en-US" sz="1800" i="1" err="1">
                <a:solidFill>
                  <a:schemeClr val="accent1"/>
                </a:solidFill>
                <a:latin typeface="Consolas"/>
                <a:ea typeface="+mn-lt"/>
                <a:cs typeface="+mn-lt"/>
              </a:rPr>
              <a:t>env_name</a:t>
            </a:r>
            <a:endParaRPr lang="en-US" sz="1800" i="1">
              <a:solidFill>
                <a:schemeClr val="accent1"/>
              </a:solidFill>
              <a:latin typeface="Consolas"/>
              <a:ea typeface="+mn-lt"/>
              <a:cs typeface="+mn-lt"/>
            </a:endParaRPr>
          </a:p>
          <a:p>
            <a:pPr marL="0" indent="0">
              <a:buNone/>
            </a:pPr>
            <a:r>
              <a:rPr lang="en-US" sz="1800">
                <a:solidFill>
                  <a:schemeClr val="accent1"/>
                </a:solidFill>
                <a:latin typeface="Consolas"/>
                <a:ea typeface="+mn-lt"/>
                <a:cs typeface="+mn-lt"/>
              </a:rPr>
              <a:t>	</a:t>
            </a:r>
            <a:r>
              <a:rPr lang="en-US" sz="1800" err="1">
                <a:solidFill>
                  <a:schemeClr val="accent1"/>
                </a:solidFill>
                <a:latin typeface="Consolas"/>
                <a:ea typeface="+mn-lt"/>
                <a:cs typeface="+mn-lt"/>
              </a:rPr>
              <a:t>ncview</a:t>
            </a:r>
            <a:r>
              <a:rPr lang="en-US" sz="1800">
                <a:solidFill>
                  <a:schemeClr val="accent1"/>
                </a:solidFill>
                <a:latin typeface="Consolas"/>
                <a:ea typeface="+mn-lt"/>
                <a:cs typeface="+mn-lt"/>
              </a:rPr>
              <a:t> </a:t>
            </a:r>
            <a:r>
              <a:rPr lang="en-US" sz="1800" i="1" err="1">
                <a:solidFill>
                  <a:schemeClr val="accent1"/>
                </a:solidFill>
                <a:latin typeface="Consolas"/>
                <a:ea typeface="+mn-lt"/>
                <a:cs typeface="+mn-lt"/>
              </a:rPr>
              <a:t>wrfout</a:t>
            </a:r>
            <a:r>
              <a:rPr lang="en-US" sz="1800" i="1">
                <a:solidFill>
                  <a:schemeClr val="accent1"/>
                </a:solidFill>
                <a:latin typeface="Consolas"/>
                <a:ea typeface="+mn-lt"/>
                <a:cs typeface="+mn-lt"/>
              </a:rPr>
              <a:t>*</a:t>
            </a:r>
            <a:endParaRPr lang="en-US" sz="1800" b="1" i="1">
              <a:solidFill>
                <a:schemeClr val="accent1"/>
              </a:solidFill>
              <a:latin typeface="Consolas"/>
              <a:ea typeface="+mn-lt"/>
              <a:cs typeface="+mn-lt"/>
            </a:endParaRPr>
          </a:p>
          <a:p>
            <a:pPr>
              <a:buNone/>
            </a:pPr>
            <a:r>
              <a:rPr lang="en-US" sz="2000">
                <a:ea typeface="+mn-lt"/>
                <a:cs typeface="+mn-lt"/>
              </a:rPr>
              <a:t>To visualize all the variables available in a </a:t>
            </a:r>
            <a:r>
              <a:rPr lang="en-US" sz="2000" err="1">
                <a:ea typeface="+mn-lt"/>
                <a:cs typeface="+mn-lt"/>
              </a:rPr>
              <a:t>netcdf</a:t>
            </a:r>
            <a:r>
              <a:rPr lang="en-US" sz="2000">
                <a:ea typeface="+mn-lt"/>
                <a:cs typeface="+mn-lt"/>
              </a:rPr>
              <a:t> file</a:t>
            </a:r>
            <a:endParaRPr lang="en-US" sz="2000">
              <a:ea typeface="Calibri"/>
              <a:cs typeface="Calibri"/>
            </a:endParaRPr>
          </a:p>
          <a:p>
            <a:pPr marL="0" indent="0">
              <a:buNone/>
            </a:pPr>
            <a:r>
              <a:rPr lang="en-US" sz="2000">
                <a:solidFill>
                  <a:schemeClr val="accent1"/>
                </a:solidFill>
                <a:latin typeface="Consolas"/>
                <a:ea typeface="+mn-lt"/>
                <a:cs typeface="+mn-lt"/>
              </a:rPr>
              <a:t>	</a:t>
            </a:r>
            <a:r>
              <a:rPr lang="en-US" sz="1800" err="1">
                <a:solidFill>
                  <a:schemeClr val="accent1"/>
                </a:solidFill>
                <a:latin typeface="Consolas"/>
                <a:ea typeface="+mn-lt"/>
                <a:cs typeface="+mn-lt"/>
              </a:rPr>
              <a:t>ncdump</a:t>
            </a:r>
            <a:r>
              <a:rPr lang="en-US" sz="1800">
                <a:solidFill>
                  <a:schemeClr val="accent1"/>
                </a:solidFill>
                <a:latin typeface="Consolas"/>
                <a:ea typeface="+mn-lt"/>
                <a:cs typeface="+mn-lt"/>
              </a:rPr>
              <a:t> -h </a:t>
            </a:r>
            <a:r>
              <a:rPr lang="en-US" sz="1800" i="1" err="1">
                <a:solidFill>
                  <a:schemeClr val="accent1"/>
                </a:solidFill>
                <a:latin typeface="Consolas"/>
                <a:ea typeface="+mn-lt"/>
                <a:cs typeface="+mn-lt"/>
              </a:rPr>
              <a:t>wrfout</a:t>
            </a:r>
            <a:endParaRPr lang="en-US" sz="1800" i="1">
              <a:solidFill>
                <a:schemeClr val="accent1"/>
              </a:solidFill>
              <a:latin typeface="Consolas"/>
            </a:endParaRPr>
          </a:p>
        </p:txBody>
      </p:sp>
      <p:sp>
        <p:nvSpPr>
          <p:cNvPr id="5" name="Slide Number Placeholder 4">
            <a:extLst>
              <a:ext uri="{FF2B5EF4-FFF2-40B4-BE49-F238E27FC236}">
                <a16:creationId xmlns:a16="http://schemas.microsoft.com/office/drawing/2014/main" id="{AA1FB62B-A935-6017-E546-B33F98D18D8D}"/>
              </a:ext>
            </a:extLst>
          </p:cNvPr>
          <p:cNvSpPr>
            <a:spLocks noGrp="1"/>
          </p:cNvSpPr>
          <p:nvPr>
            <p:ph type="sldNum" sz="quarter" idx="12"/>
          </p:nvPr>
        </p:nvSpPr>
        <p:spPr/>
        <p:txBody>
          <a:bodyPr/>
          <a:lstStyle/>
          <a:p>
            <a:fld id="{48F63A3B-78C7-47BE-AE5E-E10140E04643}" type="slidenum">
              <a:rPr lang="en-US" dirty="0"/>
              <a:t>28</a:t>
            </a:fld>
            <a:endParaRPr lang="en-US"/>
          </a:p>
        </p:txBody>
      </p:sp>
      <p:sp>
        <p:nvSpPr>
          <p:cNvPr id="6" name="TextBox 5">
            <a:extLst>
              <a:ext uri="{FF2B5EF4-FFF2-40B4-BE49-F238E27FC236}">
                <a16:creationId xmlns:a16="http://schemas.microsoft.com/office/drawing/2014/main" id="{2A161FD2-0AF6-75BD-EF31-8674BCF56E18}"/>
              </a:ext>
            </a:extLst>
          </p:cNvPr>
          <p:cNvSpPr txBox="1"/>
          <p:nvPr/>
        </p:nvSpPr>
        <p:spPr>
          <a:xfrm>
            <a:off x="9093200" y="3495992"/>
            <a:ext cx="3009093" cy="2860358"/>
          </a:xfrm>
          <a:prstGeom prst="round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Here it is required to have installed miniconda, created a conda environment and installed necessary packages (</a:t>
            </a:r>
            <a:r>
              <a:rPr lang="en-US" b="1">
                <a:ea typeface="Calibri"/>
                <a:cs typeface="Calibri"/>
              </a:rPr>
              <a:t>ncl</a:t>
            </a:r>
            <a:r>
              <a:rPr lang="en-US">
                <a:ea typeface="Calibri"/>
                <a:cs typeface="Calibri"/>
              </a:rPr>
              <a:t>, </a:t>
            </a:r>
            <a:r>
              <a:rPr lang="en-US" b="1">
                <a:ea typeface="Calibri"/>
                <a:cs typeface="Calibri"/>
                <a:hlinkClick r:id="rId2"/>
              </a:rPr>
              <a:t>ncview</a:t>
            </a:r>
            <a:r>
              <a:rPr lang="en-US">
                <a:ea typeface="Calibri"/>
                <a:cs typeface="Calibri"/>
              </a:rPr>
              <a:t>). If this is not the case, go to the end of this presentation to see how to do that.</a:t>
            </a:r>
          </a:p>
        </p:txBody>
      </p:sp>
      <p:sp>
        <p:nvSpPr>
          <p:cNvPr id="8" name="Right Brace 7">
            <a:extLst>
              <a:ext uri="{FF2B5EF4-FFF2-40B4-BE49-F238E27FC236}">
                <a16:creationId xmlns:a16="http://schemas.microsoft.com/office/drawing/2014/main" id="{5324B705-36D3-DFFA-DCB4-E9C04B50E9E9}"/>
              </a:ext>
            </a:extLst>
          </p:cNvPr>
          <p:cNvSpPr/>
          <p:nvPr/>
        </p:nvSpPr>
        <p:spPr>
          <a:xfrm>
            <a:off x="8817987" y="4842127"/>
            <a:ext cx="269630" cy="92612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40439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solidFill>
                  <a:schemeClr val="accent6">
                    <a:lumMod val="75000"/>
                  </a:schemeClr>
                </a:solidFill>
                <a:ea typeface="Calibri Light"/>
                <a:cs typeface="Calibri Light"/>
              </a:rPr>
              <a:t>• Flow over a hill </a:t>
            </a:r>
            <a:r>
              <a:rPr lang="en-US" sz="1800">
                <a:ea typeface="Calibri Light"/>
                <a:cs typeface="Calibri Light"/>
              </a:rPr>
              <a:t>• WRF Model</a:t>
            </a:r>
            <a:endParaRPr lang="en-US" sz="240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p:spPr>
        <p:txBody>
          <a:bodyPr vert="horz" lIns="91440" tIns="45720" rIns="91440" bIns="45720" rtlCol="0" anchor="t">
            <a:normAutofit/>
          </a:bodyPr>
          <a:lstStyle/>
          <a:p>
            <a:pPr marL="0" indent="0">
              <a:buNone/>
            </a:pPr>
            <a:r>
              <a:rPr lang="en-US" sz="2000">
                <a:ea typeface="Calibri" panose="020F0502020204030204"/>
                <a:cs typeface="Calibri" panose="020F0502020204030204"/>
              </a:rPr>
              <a:t>Weather phenomena related to flow over orography include:</a:t>
            </a:r>
          </a:p>
          <a:p>
            <a:pPr>
              <a:buFontTx/>
              <a:buChar char="-"/>
            </a:pPr>
            <a:r>
              <a:rPr lang="en-US" sz="2000">
                <a:ea typeface="Calibri" panose="020F0502020204030204"/>
                <a:cs typeface="Calibri" panose="020F0502020204030204"/>
              </a:rPr>
              <a:t>Mountain waves</a:t>
            </a:r>
          </a:p>
          <a:p>
            <a:pPr>
              <a:buFontTx/>
              <a:buChar char="-"/>
            </a:pPr>
            <a:r>
              <a:rPr lang="en-US" sz="2000">
                <a:ea typeface="Calibri" panose="020F0502020204030204"/>
                <a:cs typeface="Calibri" panose="020F0502020204030204"/>
              </a:rPr>
              <a:t>Lee waves and clouds</a:t>
            </a:r>
          </a:p>
          <a:p>
            <a:pPr>
              <a:buFontTx/>
              <a:buChar char="-"/>
            </a:pPr>
            <a:r>
              <a:rPr lang="en-US" sz="2000">
                <a:ea typeface="Calibri" panose="020F0502020204030204"/>
                <a:cs typeface="Calibri" panose="020F0502020204030204"/>
              </a:rPr>
              <a:t>Rotors and rotor clouds</a:t>
            </a:r>
          </a:p>
          <a:p>
            <a:pPr>
              <a:buFontTx/>
              <a:buChar char="-"/>
            </a:pPr>
            <a:r>
              <a:rPr lang="en-US" sz="2000">
                <a:ea typeface="Calibri" panose="020F0502020204030204"/>
                <a:cs typeface="Calibri" panose="020F0502020204030204"/>
              </a:rPr>
              <a:t>Severe downslope windstorms</a:t>
            </a:r>
          </a:p>
          <a:p>
            <a:pPr marL="0" indent="0">
              <a:buNone/>
            </a:pPr>
            <a:r>
              <a:rPr lang="en-US" sz="2000">
                <a:ea typeface="Calibri" panose="020F0502020204030204"/>
                <a:cs typeface="Calibri" panose="020F0502020204030204"/>
              </a:rPr>
              <a:t>The phenomena are induced by air flowing over varying terrain.</a:t>
            </a:r>
          </a:p>
          <a:p>
            <a:pPr marL="0" indent="0">
              <a:buNone/>
            </a:pPr>
            <a:endParaRPr lang="en-US" sz="2000">
              <a:ea typeface="Calibri" panose="020F0502020204030204"/>
              <a:cs typeface="Calibri" panose="020F0502020204030204"/>
            </a:endParaRPr>
          </a:p>
          <a:p>
            <a:pPr marL="0" indent="0">
              <a:buNone/>
            </a:pPr>
            <a:r>
              <a:rPr lang="en-US" sz="2000">
                <a:ea typeface="Calibri" panose="020F0502020204030204"/>
                <a:cs typeface="Calibri" panose="020F0502020204030204"/>
              </a:rPr>
              <a:t>Basic wave behavior can be understood using </a:t>
            </a:r>
            <a:r>
              <a:rPr lang="en-US" sz="2000" b="1">
                <a:ea typeface="Calibri" panose="020F0502020204030204"/>
                <a:cs typeface="Calibri" panose="020F0502020204030204"/>
              </a:rPr>
              <a:t>linear theory</a:t>
            </a:r>
            <a:r>
              <a:rPr lang="en-US" sz="2000">
                <a:ea typeface="Calibri" panose="020F0502020204030204"/>
                <a:cs typeface="Calibri" panose="020F0502020204030204"/>
              </a:rPr>
              <a:t>. </a:t>
            </a:r>
          </a:p>
          <a:p>
            <a:pPr marL="0" indent="0">
              <a:buNone/>
            </a:pPr>
            <a:r>
              <a:rPr lang="en-US" sz="2000" b="1">
                <a:ea typeface="Calibri" panose="020F0502020204030204"/>
                <a:cs typeface="Calibri" panose="020F0502020204030204"/>
              </a:rPr>
              <a:t>Nonlinear effects </a:t>
            </a:r>
            <a:r>
              <a:rPr lang="en-US" sz="2000">
                <a:ea typeface="Calibri" panose="020F0502020204030204"/>
                <a:cs typeface="Calibri" panose="020F0502020204030204"/>
              </a:rPr>
              <a:t>arise when the barrier becomes very high, the basic flow very slow, or stratification increases</a:t>
            </a:r>
            <a:r>
              <a:rPr lang="it-IT" sz="1800">
                <a:ea typeface="Calibri" panose="020F0502020204030204"/>
                <a:cs typeface="Calibri" panose="020F0502020204030204"/>
              </a:rPr>
              <a:t>. </a:t>
            </a:r>
            <a:r>
              <a:rPr lang="en-US" sz="2000">
                <a:ea typeface="Calibri" panose="020F0502020204030204"/>
                <a:cs typeface="Calibri" panose="020F0502020204030204"/>
              </a:rPr>
              <a:t>Nonlinear processes include upstream blocking, wave breaking, and severe downslope winds.</a:t>
            </a:r>
          </a:p>
        </p:txBody>
      </p:sp>
      <p:sp>
        <p:nvSpPr>
          <p:cNvPr id="5" name="Slide Number Placeholder 4">
            <a:extLst>
              <a:ext uri="{FF2B5EF4-FFF2-40B4-BE49-F238E27FC236}">
                <a16:creationId xmlns:a16="http://schemas.microsoft.com/office/drawing/2014/main" id="{37403952-95AD-7FAE-28A3-5126430BF5C9}"/>
              </a:ext>
            </a:extLst>
          </p:cNvPr>
          <p:cNvSpPr>
            <a:spLocks noGrp="1"/>
          </p:cNvSpPr>
          <p:nvPr>
            <p:ph type="sldNum" sz="quarter" idx="12"/>
          </p:nvPr>
        </p:nvSpPr>
        <p:spPr/>
        <p:txBody>
          <a:bodyPr/>
          <a:lstStyle/>
          <a:p>
            <a:fld id="{48F63A3B-78C7-47BE-AE5E-E10140E04643}" type="slidenum">
              <a:rPr lang="en-US" dirty="0"/>
              <a:t>29</a:t>
            </a:fld>
            <a:endParaRPr lang="en-US"/>
          </a:p>
        </p:txBody>
      </p:sp>
    </p:spTree>
    <p:extLst>
      <p:ext uri="{BB962C8B-B14F-4D97-AF65-F5344CB8AC3E}">
        <p14:creationId xmlns:p14="http://schemas.microsoft.com/office/powerpoint/2010/main" val="713383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2EE3E70-B0AD-92EA-6F6D-D68B4AF0358E}"/>
              </a:ext>
            </a:extLst>
          </p:cNvPr>
          <p:cNvSpPr>
            <a:spLocks noGrp="1"/>
          </p:cNvSpPr>
          <p:nvPr>
            <p:ph type="sldNum" sz="quarter" idx="12"/>
          </p:nvPr>
        </p:nvSpPr>
        <p:spPr/>
        <p:txBody>
          <a:bodyPr/>
          <a:lstStyle/>
          <a:p>
            <a:fld id="{48F63A3B-78C7-47BE-AE5E-E10140E04643}" type="slidenum">
              <a:rPr lang="en-US" dirty="0"/>
              <a:t>30</a:t>
            </a:fld>
            <a:endParaRPr lang="en-US"/>
          </a:p>
        </p:txBody>
      </p: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DACD3966-A4ED-98B6-F64D-2404CD336768}"/>
                  </a:ext>
                </a:extLst>
              </p:cNvPr>
              <p:cNvSpPr txBox="1"/>
              <p:nvPr/>
            </p:nvSpPr>
            <p:spPr>
              <a:xfrm>
                <a:off x="428338" y="1850303"/>
                <a:ext cx="3670300" cy="1747003"/>
              </a:xfrm>
              <a:prstGeom prst="roundRect">
                <a:avLst/>
              </a:prstGeom>
              <a:solidFill>
                <a:schemeClr val="accent1">
                  <a:lumMod val="20000"/>
                  <a:lumOff val="80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pPr algn="ctr"/>
                <a:r>
                  <a:rPr lang="en-US" sz="1800">
                    <a:ea typeface="Calibri"/>
                    <a:cs typeface="Calibri"/>
                  </a:rPr>
                  <a:t>Froude number</a:t>
                </a:r>
              </a:p>
              <a:p>
                <a:pPr marL="0" indent="0">
                  <a:buNone/>
                </a:pPr>
                <a:r>
                  <a:rPr lang="en-US" sz="1800">
                    <a:ea typeface="Calibri"/>
                    <a:cs typeface="Calibri"/>
                  </a:rPr>
                  <a:t> Measures the degree of linearity</a:t>
                </a:r>
              </a:p>
              <a:p>
                <a:pPr marL="0" indent="0" algn="ctr">
                  <a:lnSpc>
                    <a:spcPct val="150000"/>
                  </a:lnSpc>
                  <a:buNone/>
                </a:pPr>
                <a:r>
                  <a:rPr lang="en-US" sz="1800">
                    <a:ea typeface="Calibri"/>
                    <a:cs typeface="Calibri"/>
                  </a:rPr>
                  <a:t> </a:t>
                </a:r>
                <a14:m>
                  <m:oMath xmlns:m="http://schemas.openxmlformats.org/officeDocument/2006/math">
                    <m:r>
                      <a:rPr lang="it-IT" sz="2000" b="0" i="1" smtClean="0">
                        <a:latin typeface="Cambria Math" panose="02040503050406030204" pitchFamily="18" charset="0"/>
                      </a:rPr>
                      <m:t>𝐹𝑟</m:t>
                    </m:r>
                    <m:r>
                      <a:rPr lang="it-IT" sz="2000" b="0" i="1" baseline="-25000" smtClean="0">
                        <a:latin typeface="Cambria Math" panose="02040503050406030204" pitchFamily="18" charset="0"/>
                      </a:rPr>
                      <m:t>h</m:t>
                    </m:r>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𝑈</m:t>
                        </m:r>
                      </m:num>
                      <m:den>
                        <m:r>
                          <a:rPr lang="it-IT" sz="2000" b="0" i="1" smtClean="0">
                            <a:latin typeface="Cambria Math" panose="02040503050406030204" pitchFamily="18" charset="0"/>
                          </a:rPr>
                          <m:t>𝑁h</m:t>
                        </m:r>
                      </m:den>
                    </m:f>
                  </m:oMath>
                </a14:m>
                <a:endParaRPr lang="it-IT" sz="1800" b="0" i="1">
                  <a:latin typeface="Cambria Math" panose="02040503050406030204" pitchFamily="18" charset="0"/>
                </a:endParaRPr>
              </a:p>
              <a:p>
                <a14:m>
                  <m:oMath xmlns:m="http://schemas.openxmlformats.org/officeDocument/2006/math">
                    <m:r>
                      <a:rPr lang="it-IT" i="1">
                        <a:latin typeface="Cambria Math" panose="02040503050406030204" pitchFamily="18" charset="0"/>
                      </a:rPr>
                      <m:t>𝐹𝑟</m:t>
                    </m:r>
                    <m:r>
                      <a:rPr lang="it-IT" i="1" baseline="-25000">
                        <a:latin typeface="Cambria Math" panose="02040503050406030204" pitchFamily="18" charset="0"/>
                      </a:rPr>
                      <m:t>h</m:t>
                    </m:r>
                    <m:r>
                      <a:rPr lang="it-IT" sz="1800" b="0" i="1" smtClean="0">
                        <a:latin typeface="Cambria Math" panose="02040503050406030204" pitchFamily="18" charset="0"/>
                        <a:ea typeface="Cambria Math" panose="02040503050406030204" pitchFamily="18" charset="0"/>
                      </a:rPr>
                      <m:t>≫1</m:t>
                    </m:r>
                  </m:oMath>
                </a14:m>
                <a:r>
                  <a:rPr lang="it-IT"/>
                  <a:t> : linear flow</a:t>
                </a:r>
              </a:p>
            </p:txBody>
          </p:sp>
        </mc:Choice>
        <mc:Fallback xmlns="">
          <p:sp>
            <p:nvSpPr>
              <p:cNvPr id="9" name="CasellaDiTesto 8">
                <a:extLst>
                  <a:ext uri="{FF2B5EF4-FFF2-40B4-BE49-F238E27FC236}">
                    <a16:creationId xmlns:a16="http://schemas.microsoft.com/office/drawing/2014/main" id="{DACD3966-A4ED-98B6-F64D-2404CD336768}"/>
                  </a:ext>
                </a:extLst>
              </p:cNvPr>
              <p:cNvSpPr txBox="1">
                <a:spLocks noRot="1" noChangeAspect="1" noMove="1" noResize="1" noEditPoints="1" noAdjustHandles="1" noChangeArrowheads="1" noChangeShapeType="1" noTextEdit="1"/>
              </p:cNvSpPr>
              <p:nvPr/>
            </p:nvSpPr>
            <p:spPr>
              <a:xfrm>
                <a:off x="428338" y="1850303"/>
                <a:ext cx="3670300" cy="1747003"/>
              </a:xfrm>
              <a:prstGeom prst="roundRect">
                <a:avLst/>
              </a:prstGeom>
              <a:blipFill>
                <a:blip r:embed="rId3"/>
                <a:stretch>
                  <a:fillRect/>
                </a:stretch>
              </a:blipFill>
              <a:ln>
                <a:solidFill>
                  <a:schemeClr val="accent1"/>
                </a:solidFill>
              </a:ln>
              <a:effectLst>
                <a:outerShdw blurRad="50800" dist="38100" dir="2700000" algn="t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8CC6A0D9-A1AF-83FB-B4B4-1DC14167B450}"/>
                  </a:ext>
                </a:extLst>
              </p:cNvPr>
              <p:cNvSpPr txBox="1"/>
              <p:nvPr/>
            </p:nvSpPr>
            <p:spPr>
              <a:xfrm>
                <a:off x="4521200" y="1824504"/>
                <a:ext cx="3149600" cy="1603418"/>
              </a:xfrm>
              <a:prstGeom prst="roundRect">
                <a:avLst/>
              </a:prstGeom>
              <a:solidFill>
                <a:schemeClr val="accent1">
                  <a:lumMod val="20000"/>
                  <a:lumOff val="80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defPPr>
                  <a:defRPr lang="en-US"/>
                </a:defPPr>
                <a:lvl1pPr algn="ctr">
                  <a:defRPr>
                    <a:ea typeface="Calibri"/>
                    <a:cs typeface="Calibri"/>
                  </a:defRPr>
                </a:lvl1pPr>
              </a:lstStyle>
              <a:p>
                <a:r>
                  <a:rPr lang="en-US"/>
                  <a:t>Aspect ratio</a:t>
                </a:r>
              </a:p>
              <a:p>
                <a:r>
                  <a:rPr lang="en-US"/>
                  <a:t> Measures the steepness of flow streamlines</a:t>
                </a:r>
              </a:p>
              <a:p>
                <a:pPr/>
                <a14:m>
                  <m:oMathPara xmlns:m="http://schemas.openxmlformats.org/officeDocument/2006/math">
                    <m:oMathParaPr>
                      <m:jc m:val="centerGroup"/>
                    </m:oMathParaPr>
                    <m:oMath xmlns:m="http://schemas.openxmlformats.org/officeDocument/2006/math">
                      <m:r>
                        <a:rPr lang="it-IT">
                          <a:latin typeface="Cambria Math" panose="02040503050406030204" pitchFamily="18" charset="0"/>
                        </a:rPr>
                        <m:t>𝛽</m:t>
                      </m:r>
                      <m:r>
                        <a:rPr lang="it-IT">
                          <a:latin typeface="Cambria Math" panose="02040503050406030204" pitchFamily="18" charset="0"/>
                        </a:rPr>
                        <m:t>=</m:t>
                      </m:r>
                      <m:f>
                        <m:fPr>
                          <m:ctrlPr>
                            <a:rPr lang="it-IT" i="1">
                              <a:latin typeface="Cambria Math" panose="02040503050406030204" pitchFamily="18" charset="0"/>
                            </a:rPr>
                          </m:ctrlPr>
                        </m:fPr>
                        <m:num>
                          <m:r>
                            <a:rPr lang="it-IT">
                              <a:latin typeface="Cambria Math" panose="02040503050406030204" pitchFamily="18" charset="0"/>
                            </a:rPr>
                            <m:t>h</m:t>
                          </m:r>
                        </m:num>
                        <m:den>
                          <m:r>
                            <a:rPr lang="it-IT" b="0" i="1" smtClean="0">
                              <a:latin typeface="Cambria Math" panose="02040503050406030204" pitchFamily="18" charset="0"/>
                            </a:rPr>
                            <m:t>𝑏</m:t>
                          </m:r>
                        </m:den>
                      </m:f>
                    </m:oMath>
                  </m:oMathPara>
                </a14:m>
                <a:endParaRPr lang="en-US"/>
              </a:p>
            </p:txBody>
          </p:sp>
        </mc:Choice>
        <mc:Fallback xmlns="">
          <p:sp>
            <p:nvSpPr>
              <p:cNvPr id="11" name="CasellaDiTesto 10">
                <a:extLst>
                  <a:ext uri="{FF2B5EF4-FFF2-40B4-BE49-F238E27FC236}">
                    <a16:creationId xmlns:a16="http://schemas.microsoft.com/office/drawing/2014/main" id="{8CC6A0D9-A1AF-83FB-B4B4-1DC14167B450}"/>
                  </a:ext>
                </a:extLst>
              </p:cNvPr>
              <p:cNvSpPr txBox="1">
                <a:spLocks noRot="1" noChangeAspect="1" noMove="1" noResize="1" noEditPoints="1" noAdjustHandles="1" noChangeArrowheads="1" noChangeShapeType="1" noTextEdit="1"/>
              </p:cNvSpPr>
              <p:nvPr/>
            </p:nvSpPr>
            <p:spPr>
              <a:xfrm>
                <a:off x="4521200" y="1824504"/>
                <a:ext cx="3149600" cy="1603418"/>
              </a:xfrm>
              <a:prstGeom prst="roundRect">
                <a:avLst/>
              </a:prstGeom>
              <a:blipFill>
                <a:blip r:embed="rId4"/>
                <a:stretch>
                  <a:fillRect/>
                </a:stretch>
              </a:blipFill>
              <a:ln>
                <a:solidFill>
                  <a:schemeClr val="accent1"/>
                </a:solidFill>
              </a:ln>
              <a:effectLst>
                <a:outerShdw blurRad="50800" dist="38100" dir="2700000" algn="t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36599030-F30B-ED3A-699C-2AF03132EC25}"/>
                  </a:ext>
                </a:extLst>
              </p:cNvPr>
              <p:cNvSpPr txBox="1"/>
              <p:nvPr/>
            </p:nvSpPr>
            <p:spPr>
              <a:xfrm>
                <a:off x="8093362" y="1850303"/>
                <a:ext cx="3777673" cy="1730191"/>
              </a:xfrm>
              <a:prstGeom prst="roundRect">
                <a:avLst/>
              </a:prstGeom>
              <a:solidFill>
                <a:schemeClr val="accent1">
                  <a:lumMod val="20000"/>
                  <a:lumOff val="80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defPPr>
                  <a:defRPr lang="en-US"/>
                </a:defPPr>
                <a:lvl1pPr algn="ctr">
                  <a:defRPr>
                    <a:ea typeface="Calibri"/>
                    <a:cs typeface="Calibri"/>
                  </a:defRPr>
                </a:lvl1pPr>
              </a:lstStyle>
              <a:p>
                <a:r>
                  <a:rPr lang="en-US"/>
                  <a:t>Measure of the hydrostaticity:</a:t>
                </a:r>
              </a:p>
              <a:p>
                <a:pPr/>
                <a14:m>
                  <m:oMathPara xmlns:m="http://schemas.openxmlformats.org/officeDocument/2006/math">
                    <m:oMathParaPr>
                      <m:jc m:val="centerGroup"/>
                    </m:oMathParaPr>
                    <m:oMath xmlns:m="http://schemas.openxmlformats.org/officeDocument/2006/math">
                      <m:f>
                        <m:fPr>
                          <m:ctrlPr>
                            <a:rPr lang="it-IT" i="1">
                              <a:latin typeface="Cambria Math" panose="02040503050406030204" pitchFamily="18" charset="0"/>
                            </a:rPr>
                          </m:ctrlPr>
                        </m:fPr>
                        <m:num>
                          <m:r>
                            <a:rPr lang="it-IT">
                              <a:latin typeface="Cambria Math" panose="02040503050406030204" pitchFamily="18" charset="0"/>
                            </a:rPr>
                            <m:t>𝑁</m:t>
                          </m:r>
                          <m:r>
                            <a:rPr lang="it-IT" b="0" i="1" smtClean="0">
                              <a:latin typeface="Cambria Math" panose="02040503050406030204" pitchFamily="18" charset="0"/>
                            </a:rPr>
                            <m:t>𝑏</m:t>
                          </m:r>
                        </m:num>
                        <m:den>
                          <m:r>
                            <a:rPr lang="it-IT">
                              <a:latin typeface="Cambria Math" panose="02040503050406030204" pitchFamily="18" charset="0"/>
                            </a:rPr>
                            <m:t>𝑈</m:t>
                          </m:r>
                        </m:den>
                      </m:f>
                    </m:oMath>
                  </m:oMathPara>
                </a14:m>
                <a:endParaRPr lang="en-US"/>
              </a:p>
              <a:p>
                <a:endParaRPr lang="en-US"/>
              </a:p>
              <a:p>
                <a14:m>
                  <m:oMath xmlns:m="http://schemas.openxmlformats.org/officeDocument/2006/math">
                    <m:f>
                      <m:fPr>
                        <m:ctrlPr>
                          <a:rPr lang="it-IT" i="1">
                            <a:latin typeface="Cambria Math" panose="02040503050406030204" pitchFamily="18" charset="0"/>
                          </a:rPr>
                        </m:ctrlPr>
                      </m:fPr>
                      <m:num>
                        <m:r>
                          <a:rPr lang="it-IT">
                            <a:latin typeface="Cambria Math" panose="02040503050406030204" pitchFamily="18" charset="0"/>
                          </a:rPr>
                          <m:t>𝑁</m:t>
                        </m:r>
                        <m:r>
                          <a:rPr lang="it-IT" b="0" i="1" smtClean="0">
                            <a:latin typeface="Cambria Math" panose="02040503050406030204" pitchFamily="18" charset="0"/>
                          </a:rPr>
                          <m:t>𝑏</m:t>
                        </m:r>
                      </m:num>
                      <m:den>
                        <m:r>
                          <a:rPr lang="it-IT">
                            <a:latin typeface="Cambria Math" panose="02040503050406030204" pitchFamily="18" charset="0"/>
                          </a:rPr>
                          <m:t>𝑈</m:t>
                        </m:r>
                      </m:den>
                    </m:f>
                    <m:r>
                      <a:rPr lang="it-IT">
                        <a:latin typeface="Cambria Math" panose="02040503050406030204" pitchFamily="18" charset="0"/>
                      </a:rPr>
                      <m:t>≫1</m:t>
                    </m:r>
                  </m:oMath>
                </a14:m>
                <a:r>
                  <a:rPr lang="en-US"/>
                  <a:t>: hydrostatic limit</a:t>
                </a:r>
              </a:p>
            </p:txBody>
          </p:sp>
        </mc:Choice>
        <mc:Fallback xmlns="">
          <p:sp>
            <p:nvSpPr>
              <p:cNvPr id="13" name="CasellaDiTesto 12">
                <a:extLst>
                  <a:ext uri="{FF2B5EF4-FFF2-40B4-BE49-F238E27FC236}">
                    <a16:creationId xmlns:a16="http://schemas.microsoft.com/office/drawing/2014/main" id="{36599030-F30B-ED3A-699C-2AF03132EC25}"/>
                  </a:ext>
                </a:extLst>
              </p:cNvPr>
              <p:cNvSpPr txBox="1">
                <a:spLocks noRot="1" noChangeAspect="1" noMove="1" noResize="1" noEditPoints="1" noAdjustHandles="1" noChangeArrowheads="1" noChangeShapeType="1" noTextEdit="1"/>
              </p:cNvSpPr>
              <p:nvPr/>
            </p:nvSpPr>
            <p:spPr>
              <a:xfrm>
                <a:off x="8093362" y="1850303"/>
                <a:ext cx="3777673" cy="1730191"/>
              </a:xfrm>
              <a:prstGeom prst="roundRect">
                <a:avLst/>
              </a:prstGeom>
              <a:blipFill>
                <a:blip r:embed="rId5"/>
                <a:stretch>
                  <a:fillRect/>
                </a:stretch>
              </a:blipFill>
              <a:ln>
                <a:solidFill>
                  <a:schemeClr val="accent1"/>
                </a:solidFill>
              </a:ln>
              <a:effectLst>
                <a:outerShdw blurRad="50800" dist="38100" dir="2700000" algn="t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E50DA44A-73C7-BF6A-E9A7-7A298C325187}"/>
                  </a:ext>
                </a:extLst>
              </p:cNvPr>
              <p:cNvSpPr txBox="1"/>
              <p:nvPr/>
            </p:nvSpPr>
            <p:spPr>
              <a:xfrm>
                <a:off x="428338" y="4307363"/>
                <a:ext cx="3670300" cy="1506725"/>
              </a:xfrm>
              <a:prstGeom prst="roundRect">
                <a:avLst/>
              </a:prstGeom>
              <a:solidFill>
                <a:schemeClr val="accent1">
                  <a:lumMod val="20000"/>
                  <a:lumOff val="80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defPPr>
                  <a:defRPr lang="en-US"/>
                </a:defPPr>
                <a:lvl1pPr algn="ctr">
                  <a:defRPr>
                    <a:ea typeface="Calibri"/>
                    <a:cs typeface="Calibri"/>
                  </a:defRPr>
                </a:lvl1pPr>
              </a:lstStyle>
              <a:p>
                <a:r>
                  <a:rPr lang="en-US"/>
                  <a:t>Nondimensional mountain height</a:t>
                </a:r>
              </a:p>
              <a:p>
                <a:pPr>
                  <a:lnSpc>
                    <a:spcPct val="150000"/>
                  </a:lnSpc>
                </a:pPr>
                <a:r>
                  <a:rPr lang="en-US" sz="1800">
                    <a:ea typeface="Calibri"/>
                    <a:cs typeface="Calibri"/>
                  </a:rPr>
                  <a:t> </a:t>
                </a:r>
                <a14:m>
                  <m:oMath xmlns:m="http://schemas.openxmlformats.org/officeDocument/2006/math">
                    <m:acc>
                      <m:accPr>
                        <m:chr m:val="̂"/>
                        <m:ctrlPr>
                          <a:rPr lang="it-IT" sz="2000" i="1">
                            <a:latin typeface="Cambria Math" panose="02040503050406030204" pitchFamily="18" charset="0"/>
                          </a:rPr>
                        </m:ctrlPr>
                      </m:accPr>
                      <m:e>
                        <m:r>
                          <a:rPr lang="it-IT" sz="2000" i="1">
                            <a:latin typeface="Cambria Math" panose="02040503050406030204" pitchFamily="18" charset="0"/>
                          </a:rPr>
                          <m:t>h</m:t>
                        </m:r>
                      </m:e>
                    </m:acc>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𝑁h</m:t>
                        </m:r>
                      </m:num>
                      <m:den>
                        <m:r>
                          <a:rPr lang="it-IT" sz="2000" b="0" i="1" smtClean="0">
                            <a:latin typeface="Cambria Math" panose="02040503050406030204" pitchFamily="18" charset="0"/>
                          </a:rPr>
                          <m:t>𝑈</m:t>
                        </m:r>
                      </m:den>
                    </m:f>
                  </m:oMath>
                </a14:m>
                <a:endParaRPr lang="it-IT"/>
              </a:p>
              <a:p>
                <a:pPr algn="l"/>
                <a14:m>
                  <m:oMath xmlns:m="http://schemas.openxmlformats.org/officeDocument/2006/math">
                    <m:acc>
                      <m:accPr>
                        <m:chr m:val="̂"/>
                        <m:ctrlPr>
                          <a:rPr lang="it-IT" i="1">
                            <a:latin typeface="Cambria Math" panose="02040503050406030204" pitchFamily="18" charset="0"/>
                          </a:rPr>
                        </m:ctrlPr>
                      </m:accPr>
                      <m:e>
                        <m:r>
                          <a:rPr lang="it-IT" i="1">
                            <a:latin typeface="Cambria Math" panose="02040503050406030204" pitchFamily="18" charset="0"/>
                          </a:rPr>
                          <m:t>h</m:t>
                        </m:r>
                      </m:e>
                    </m:acc>
                    <m:r>
                      <a:rPr lang="it-IT">
                        <a:latin typeface="Cambria Math" panose="02040503050406030204" pitchFamily="18" charset="0"/>
                      </a:rPr>
                      <m:t>≪1</m:t>
                    </m:r>
                  </m:oMath>
                </a14:m>
                <a:r>
                  <a:rPr lang="it-IT"/>
                  <a:t> : linear flow</a:t>
                </a:r>
              </a:p>
            </p:txBody>
          </p:sp>
        </mc:Choice>
        <mc:Fallback xmlns="">
          <p:sp>
            <p:nvSpPr>
              <p:cNvPr id="3" name="CasellaDiTesto 2">
                <a:extLst>
                  <a:ext uri="{FF2B5EF4-FFF2-40B4-BE49-F238E27FC236}">
                    <a16:creationId xmlns:a16="http://schemas.microsoft.com/office/drawing/2014/main" id="{E50DA44A-73C7-BF6A-E9A7-7A298C325187}"/>
                  </a:ext>
                </a:extLst>
              </p:cNvPr>
              <p:cNvSpPr txBox="1">
                <a:spLocks noRot="1" noChangeAspect="1" noMove="1" noResize="1" noEditPoints="1" noAdjustHandles="1" noChangeArrowheads="1" noChangeShapeType="1" noTextEdit="1"/>
              </p:cNvSpPr>
              <p:nvPr/>
            </p:nvSpPr>
            <p:spPr>
              <a:xfrm>
                <a:off x="428338" y="4307363"/>
                <a:ext cx="3670300" cy="1506725"/>
              </a:xfrm>
              <a:prstGeom prst="roundRect">
                <a:avLst/>
              </a:prstGeom>
              <a:blipFill>
                <a:blip r:embed="rId6"/>
                <a:stretch>
                  <a:fillRect/>
                </a:stretch>
              </a:blipFill>
              <a:ln>
                <a:solidFill>
                  <a:schemeClr val="accent1"/>
                </a:solidFill>
              </a:ln>
              <a:effectLst>
                <a:outerShdw blurRad="50800" dist="38100" dir="2700000" algn="t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8A4ABD5A-E380-3125-58D9-EB4CF12663D6}"/>
                  </a:ext>
                </a:extLst>
              </p:cNvPr>
              <p:cNvSpPr txBox="1"/>
              <p:nvPr/>
            </p:nvSpPr>
            <p:spPr>
              <a:xfrm>
                <a:off x="6339389" y="4558495"/>
                <a:ext cx="3507945" cy="1200329"/>
              </a:xfrm>
              <a:prstGeom prst="rect">
                <a:avLst/>
              </a:prstGeom>
              <a:noFill/>
            </p:spPr>
            <p:txBody>
              <a:bodyPr wrap="square">
                <a:spAutoFit/>
              </a:bodyPr>
              <a:lstStyle/>
              <a:p>
                <a14:m>
                  <m:oMath xmlns:m="http://schemas.openxmlformats.org/officeDocument/2006/math">
                    <m:r>
                      <a:rPr lang="it-IT" sz="1800" b="0" i="1" smtClean="0">
                        <a:latin typeface="Cambria Math" panose="02040503050406030204" pitchFamily="18" charset="0"/>
                      </a:rPr>
                      <m:t>𝑈</m:t>
                    </m:r>
                  </m:oMath>
                </a14:m>
                <a:r>
                  <a:rPr lang="it-IT"/>
                  <a:t> </a:t>
                </a:r>
                <a:r>
                  <a:rPr lang="it-IT" err="1"/>
                  <a:t>is</a:t>
                </a:r>
                <a:r>
                  <a:rPr lang="it-IT"/>
                  <a:t> the x-wind component</a:t>
                </a:r>
              </a:p>
              <a:p>
                <a14:m>
                  <m:oMath xmlns:m="http://schemas.openxmlformats.org/officeDocument/2006/math">
                    <m:r>
                      <a:rPr lang="it-IT" sz="1800" b="0" i="1" smtClean="0">
                        <a:latin typeface="Cambria Math" panose="02040503050406030204" pitchFamily="18" charset="0"/>
                      </a:rPr>
                      <m:t>𝑁</m:t>
                    </m:r>
                  </m:oMath>
                </a14:m>
                <a:r>
                  <a:rPr lang="it-IT"/>
                  <a:t> </a:t>
                </a:r>
                <a:r>
                  <a:rPr lang="it-IT" err="1"/>
                  <a:t>is</a:t>
                </a:r>
                <a:r>
                  <a:rPr lang="it-IT"/>
                  <a:t> the </a:t>
                </a:r>
                <a:r>
                  <a:rPr lang="it-IT" err="1"/>
                  <a:t>Brunt-Vaisala</a:t>
                </a:r>
                <a:r>
                  <a:rPr lang="it-IT"/>
                  <a:t> frequency</a:t>
                </a:r>
              </a:p>
              <a:p>
                <a14:m>
                  <m:oMath xmlns:m="http://schemas.openxmlformats.org/officeDocument/2006/math">
                    <m:r>
                      <a:rPr lang="it-IT" sz="1800" b="0" i="1" smtClean="0">
                        <a:latin typeface="Cambria Math" panose="02040503050406030204" pitchFamily="18" charset="0"/>
                      </a:rPr>
                      <m:t>h</m:t>
                    </m:r>
                  </m:oMath>
                </a14:m>
                <a:r>
                  <a:rPr lang="it-IT"/>
                  <a:t> </a:t>
                </a:r>
                <a:r>
                  <a:rPr lang="it-IT" err="1"/>
                  <a:t>is</a:t>
                </a:r>
                <a:r>
                  <a:rPr lang="it-IT"/>
                  <a:t> the </a:t>
                </a:r>
                <a:r>
                  <a:rPr lang="it-IT" err="1"/>
                  <a:t>height</a:t>
                </a:r>
                <a:r>
                  <a:rPr lang="it-IT"/>
                  <a:t> of the mountain</a:t>
                </a:r>
              </a:p>
              <a:p>
                <a14:m>
                  <m:oMath xmlns:m="http://schemas.openxmlformats.org/officeDocument/2006/math">
                    <m:r>
                      <a:rPr lang="it-IT" b="0" i="1" smtClean="0">
                        <a:latin typeface="Cambria Math" panose="02040503050406030204" pitchFamily="18" charset="0"/>
                      </a:rPr>
                      <m:t>𝑏</m:t>
                    </m:r>
                  </m:oMath>
                </a14:m>
                <a:r>
                  <a:rPr lang="it-IT"/>
                  <a:t> </a:t>
                </a:r>
                <a:r>
                  <a:rPr lang="it-IT" err="1"/>
                  <a:t>is</a:t>
                </a:r>
                <a:r>
                  <a:rPr lang="it-IT"/>
                  <a:t> the </a:t>
                </a:r>
                <a:r>
                  <a:rPr lang="it-IT" err="1"/>
                  <a:t>half-width</a:t>
                </a:r>
                <a:r>
                  <a:rPr lang="it-IT"/>
                  <a:t> of the mountain</a:t>
                </a:r>
              </a:p>
            </p:txBody>
          </p:sp>
        </mc:Choice>
        <mc:Fallback xmlns="">
          <p:sp>
            <p:nvSpPr>
              <p:cNvPr id="6" name="CasellaDiTesto 5">
                <a:extLst>
                  <a:ext uri="{FF2B5EF4-FFF2-40B4-BE49-F238E27FC236}">
                    <a16:creationId xmlns:a16="http://schemas.microsoft.com/office/drawing/2014/main" id="{8A4ABD5A-E380-3125-58D9-EB4CF12663D6}"/>
                  </a:ext>
                </a:extLst>
              </p:cNvPr>
              <p:cNvSpPr txBox="1">
                <a:spLocks noRot="1" noChangeAspect="1" noMove="1" noResize="1" noEditPoints="1" noAdjustHandles="1" noChangeArrowheads="1" noChangeShapeType="1" noTextEdit="1"/>
              </p:cNvSpPr>
              <p:nvPr/>
            </p:nvSpPr>
            <p:spPr>
              <a:xfrm>
                <a:off x="6339389" y="4558495"/>
                <a:ext cx="3507945" cy="1200329"/>
              </a:xfrm>
              <a:prstGeom prst="rect">
                <a:avLst/>
              </a:prstGeom>
              <a:blipFill>
                <a:blip r:embed="rId7"/>
                <a:stretch>
                  <a:fillRect t="-3046" b="-7107"/>
                </a:stretch>
              </a:blipFill>
            </p:spPr>
            <p:txBody>
              <a:bodyPr/>
              <a:lstStyle/>
              <a:p>
                <a:r>
                  <a:rPr lang="en-US">
                    <a:noFill/>
                  </a:rPr>
                  <a:t> </a:t>
                </a:r>
              </a:p>
            </p:txBody>
          </p:sp>
        </mc:Fallback>
      </mc:AlternateContent>
      <p:sp>
        <p:nvSpPr>
          <p:cNvPr id="7" name="Arco 6">
            <a:extLst>
              <a:ext uri="{FF2B5EF4-FFF2-40B4-BE49-F238E27FC236}">
                <a16:creationId xmlns:a16="http://schemas.microsoft.com/office/drawing/2014/main" id="{16A8AD70-AC35-4E82-1071-35A80BEE69FB}"/>
              </a:ext>
            </a:extLst>
          </p:cNvPr>
          <p:cNvSpPr/>
          <p:nvPr/>
        </p:nvSpPr>
        <p:spPr>
          <a:xfrm rot="2698476">
            <a:off x="1162049" y="2913920"/>
            <a:ext cx="2419350" cy="2330902"/>
          </a:xfrm>
          <a:prstGeom prst="arc">
            <a:avLst>
              <a:gd name="adj1" fmla="val 17036583"/>
              <a:gd name="adj2" fmla="val 19601999"/>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12" name="Title 1">
            <a:extLst>
              <a:ext uri="{FF2B5EF4-FFF2-40B4-BE49-F238E27FC236}">
                <a16:creationId xmlns:a16="http://schemas.microsoft.com/office/drawing/2014/main" id="{75EB1C1C-1A3F-13B8-5C0B-2FF0B1DE5CE2}"/>
              </a:ext>
            </a:extLst>
          </p:cNvPr>
          <p:cNvSpPr txBox="1">
            <a:spLocks/>
          </p:cNvSpPr>
          <p:nvPr/>
        </p:nvSpPr>
        <p:spPr>
          <a:xfrm>
            <a:off x="838200" y="365125"/>
            <a:ext cx="10515600" cy="10433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2600"/>
              <a:t>Introduction</a:t>
            </a:r>
            <a:br>
              <a:rPr lang="en-US" sz="2800"/>
            </a:br>
            <a:r>
              <a:rPr lang="en-US" sz="1800">
                <a:solidFill>
                  <a:schemeClr val="accent6">
                    <a:lumMod val="75000"/>
                  </a:schemeClr>
                </a:solidFill>
                <a:ea typeface="Calibri Light"/>
                <a:cs typeface="Calibri Light"/>
              </a:rPr>
              <a:t>• </a:t>
            </a:r>
            <a:r>
              <a:rPr lang="en-US" sz="1600">
                <a:solidFill>
                  <a:schemeClr val="accent6">
                    <a:lumMod val="75000"/>
                  </a:schemeClr>
                </a:solidFill>
                <a:ea typeface="Calibri Light"/>
                <a:cs typeface="Calibri Light"/>
              </a:rPr>
              <a:t>Flow over a hill </a:t>
            </a:r>
            <a:r>
              <a:rPr lang="en-US" sz="1600">
                <a:ea typeface="Calibri Light"/>
                <a:cs typeface="Calibri Light"/>
              </a:rPr>
              <a:t>• WRF Model</a:t>
            </a:r>
            <a:endParaRPr lang="en-US" sz="2400">
              <a:ea typeface="Calibri Light" panose="020F0302020204030204"/>
              <a:cs typeface="Calibri Light" panose="020F0302020204030204"/>
            </a:endParaRPr>
          </a:p>
        </p:txBody>
      </p:sp>
    </p:spTree>
    <p:extLst>
      <p:ext uri="{BB962C8B-B14F-4D97-AF65-F5344CB8AC3E}">
        <p14:creationId xmlns:p14="http://schemas.microsoft.com/office/powerpoint/2010/main" val="3197513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C99452-F0D1-E5C8-CFA1-648A5DE7C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BD1F7-19A8-34A3-16A5-6F0EE32A6A84}"/>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solidFill>
                  <a:schemeClr val="accent6">
                    <a:lumMod val="75000"/>
                  </a:schemeClr>
                </a:solidFill>
                <a:ea typeface="Calibri Light"/>
                <a:cs typeface="Calibri Light"/>
              </a:rPr>
              <a:t>• Flow over a hill </a:t>
            </a:r>
            <a:r>
              <a:rPr lang="en-US" sz="1800">
                <a:ea typeface="Calibri Light"/>
                <a:cs typeface="Calibri Light"/>
              </a:rPr>
              <a:t>• WRF Model</a:t>
            </a:r>
            <a:endParaRPr lang="en-US" sz="2400">
              <a:ea typeface="Calibri Light" panose="020F0302020204030204"/>
              <a:cs typeface="Calibri Light" panose="020F0302020204030204"/>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3F638C-905E-5A0D-E86C-55E0E940FB9A}"/>
                  </a:ext>
                </a:extLst>
              </p:cNvPr>
              <p:cNvSpPr>
                <a:spLocks noGrp="1"/>
              </p:cNvSpPr>
              <p:nvPr>
                <p:ph idx="1"/>
              </p:nvPr>
            </p:nvSpPr>
            <p:spPr>
              <a:xfrm>
                <a:off x="4850990" y="2189830"/>
                <a:ext cx="6502810" cy="2623968"/>
              </a:xfrm>
            </p:spPr>
            <p:txBody>
              <a:bodyPr vert="horz" lIns="91440" tIns="45720" rIns="91440" bIns="45720" rtlCol="0" anchor="t">
                <a:normAutofit/>
              </a:bodyPr>
              <a:lstStyle/>
              <a:p>
                <a:pPr marL="0" indent="0">
                  <a:buNone/>
                </a:pPr>
                <a:r>
                  <a:rPr lang="it-IT" sz="2000" err="1">
                    <a:latin typeface="Source Sans Pro"/>
                    <a:ea typeface="Source Sans Pro"/>
                    <a:cs typeface="Calibri" panose="020F0502020204030204"/>
                  </a:rPr>
                  <a:t>When</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statically</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stable</a:t>
                </a:r>
                <a:r>
                  <a:rPr lang="it-IT" sz="2000">
                    <a:latin typeface="Source Sans Pro"/>
                    <a:ea typeface="Source Sans Pro"/>
                    <a:cs typeface="Calibri" panose="020F0502020204030204"/>
                  </a:rPr>
                  <a:t> air flows with speed </a:t>
                </a:r>
                <a:r>
                  <a:rPr lang="it-IT" sz="2000" i="1">
                    <a:latin typeface="Source Sans Pro"/>
                    <a:ea typeface="Source Sans Pro"/>
                    <a:cs typeface="Calibri" panose="020F0502020204030204"/>
                  </a:rPr>
                  <a:t>U </a:t>
                </a:r>
                <a:r>
                  <a:rPr lang="it-IT" sz="2000">
                    <a:latin typeface="Source Sans Pro"/>
                    <a:ea typeface="Source Sans Pro"/>
                    <a:cs typeface="Calibri" panose="020F0502020204030204"/>
                  </a:rPr>
                  <a:t>over a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 (3D) or </a:t>
                </a:r>
                <a:r>
                  <a:rPr lang="it-IT" sz="2000" err="1">
                    <a:latin typeface="Source Sans Pro"/>
                    <a:ea typeface="Source Sans Pro"/>
                    <a:cs typeface="Calibri" panose="020F0502020204030204"/>
                  </a:rPr>
                  <a:t>ridge</a:t>
                </a:r>
                <a:r>
                  <a:rPr lang="it-IT" sz="2000">
                    <a:latin typeface="Source Sans Pro"/>
                    <a:ea typeface="Source Sans Pro"/>
                    <a:cs typeface="Calibri" panose="020F0502020204030204"/>
                  </a:rPr>
                  <a:t> (2D), </a:t>
                </a:r>
                <a:r>
                  <a:rPr lang="it-IT" sz="2000" err="1">
                    <a:latin typeface="Source Sans Pro"/>
                    <a:ea typeface="Source Sans Pro"/>
                    <a:cs typeface="Calibri" panose="020F0502020204030204"/>
                  </a:rPr>
                  <a:t>it</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is</a:t>
                </a:r>
                <a:r>
                  <a:rPr lang="it-IT" sz="2000">
                    <a:latin typeface="Source Sans Pro"/>
                    <a:ea typeface="Source Sans Pro"/>
                    <a:cs typeface="Calibri" panose="020F0502020204030204"/>
                  </a:rPr>
                  <a:t> set </a:t>
                </a:r>
                <a:r>
                  <a:rPr lang="it-IT" sz="2000" err="1">
                    <a:latin typeface="Source Sans Pro"/>
                    <a:ea typeface="Source Sans Pro"/>
                    <a:cs typeface="Calibri" panose="020F0502020204030204"/>
                  </a:rPr>
                  <a:t>into</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oscillation</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at</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Brunt-Väisälä</a:t>
                </a:r>
                <a:r>
                  <a:rPr lang="it-IT" sz="2000">
                    <a:latin typeface="Source Sans Pro"/>
                    <a:ea typeface="Source Sans Pro"/>
                    <a:cs typeface="Calibri" panose="020F0502020204030204"/>
                  </a:rPr>
                  <a:t> frequency, </a:t>
                </a:r>
                <a:r>
                  <a:rPr lang="it-IT" sz="2000" i="1" err="1">
                    <a:latin typeface="Source Sans Pro"/>
                    <a:ea typeface="Source Sans Pro"/>
                    <a:cs typeface="Calibri" panose="020F0502020204030204"/>
                  </a:rPr>
                  <a:t>N</a:t>
                </a:r>
                <a:r>
                  <a:rPr lang="it-IT" sz="2000">
                    <a:latin typeface="Calibri"/>
                    <a:ea typeface="Calibri"/>
                    <a:cs typeface="Calibri" panose="020F0502020204030204"/>
                  </a:rPr>
                  <a:t>:</a:t>
                </a:r>
              </a:p>
              <a:p>
                <a:pPr marL="0" indent="0">
                  <a:buNone/>
                </a:pPr>
                <a14:m>
                  <m:oMathPara xmlns:m="http://schemas.openxmlformats.org/officeDocument/2006/math">
                    <m:oMathParaPr>
                      <m:jc m:val="centerGroup"/>
                    </m:oMathParaPr>
                    <m:oMath xmlns:m="http://schemas.openxmlformats.org/officeDocument/2006/math">
                      <m:r>
                        <a:rPr lang="it-IT" sz="2000" i="1">
                          <a:latin typeface="Cambria Math" panose="02040503050406030204" pitchFamily="18" charset="0"/>
                          <a:ea typeface="Cambria Math" panose="02040503050406030204" pitchFamily="18" charset="0"/>
                        </a:rPr>
                        <m:t>𝜆</m:t>
                      </m:r>
                      <m:r>
                        <a:rPr lang="it-IT" sz="2000" i="1">
                          <a:latin typeface="Cambria Math" panose="02040503050406030204" pitchFamily="18" charset="0"/>
                        </a:rPr>
                        <m:t>=</m:t>
                      </m:r>
                      <m:f>
                        <m:fPr>
                          <m:ctrlPr>
                            <a:rPr lang="it-IT" sz="2000" i="1">
                              <a:latin typeface="Cambria Math" panose="02040503050406030204" pitchFamily="18" charset="0"/>
                            </a:rPr>
                          </m:ctrlPr>
                        </m:fPr>
                        <m:num>
                          <m:r>
                            <a:rPr lang="it-IT" sz="2000" i="1">
                              <a:latin typeface="Cambria Math" panose="02040503050406030204" pitchFamily="18" charset="0"/>
                            </a:rPr>
                            <m:t>2</m:t>
                          </m:r>
                          <m:r>
                            <a:rPr lang="it-IT" sz="2000" i="1">
                              <a:latin typeface="Cambria Math" panose="02040503050406030204" pitchFamily="18" charset="0"/>
                              <a:ea typeface="Cambria Math" panose="02040503050406030204" pitchFamily="18" charset="0"/>
                            </a:rPr>
                            <m:t>𝜋</m:t>
                          </m:r>
                          <m:r>
                            <a:rPr lang="it-IT" sz="2000" i="1">
                              <a:latin typeface="Cambria Math" panose="02040503050406030204" pitchFamily="18" charset="0"/>
                            </a:rPr>
                            <m:t>𝑈</m:t>
                          </m:r>
                        </m:num>
                        <m:den>
                          <m:r>
                            <a:rPr lang="it-IT" sz="2000" i="1">
                              <a:latin typeface="Cambria Math" panose="02040503050406030204" pitchFamily="18" charset="0"/>
                            </a:rPr>
                            <m:t>𝑁</m:t>
                          </m:r>
                        </m:den>
                      </m:f>
                    </m:oMath>
                  </m:oMathPara>
                </a14:m>
                <a:endParaRPr lang="en-US"/>
              </a:p>
              <a:p>
                <a:pPr marL="0" indent="0">
                  <a:buNone/>
                </a:pPr>
                <a:r>
                  <a:rPr lang="it-IT" sz="2000">
                    <a:latin typeface="Source Sans Pro"/>
                    <a:ea typeface="Source Sans Pro"/>
                    <a:cs typeface="Calibri" panose="020F0502020204030204"/>
                  </a:rPr>
                  <a:t>For </a:t>
                </a:r>
                <a:r>
                  <a:rPr lang="it-IT" sz="2000" err="1">
                    <a:latin typeface="Source Sans Pro"/>
                    <a:ea typeface="Source Sans Pro"/>
                    <a:cs typeface="Calibri" panose="020F0502020204030204"/>
                  </a:rPr>
                  <a:t>individual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hills</a:t>
                </a:r>
                <a:r>
                  <a:rPr lang="it-IT" sz="2000">
                    <a:latin typeface="Source Sans Pro"/>
                    <a:ea typeface="Source Sans Pro"/>
                    <a:cs typeface="Calibri" panose="020F0502020204030204"/>
                  </a:rPr>
                  <a:t>, some air can flow </a:t>
                </a:r>
                <a:r>
                  <a:rPr lang="it-IT" sz="2000" err="1">
                    <a:latin typeface="Source Sans Pro"/>
                    <a:ea typeface="Source Sans Pro"/>
                    <a:cs typeface="Calibri" panose="020F0502020204030204"/>
                  </a:rPr>
                  <a:t>around</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rather</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than</a:t>
                </a:r>
                <a:r>
                  <a:rPr lang="it-IT" sz="2000">
                    <a:latin typeface="Source Sans Pro"/>
                    <a:ea typeface="Source Sans Pro"/>
                    <a:cs typeface="Calibri" panose="020F0502020204030204"/>
                  </a:rPr>
                  <a:t> over the top. </a:t>
                </a:r>
                <a:r>
                  <a:rPr lang="it-IT" sz="2000" err="1">
                    <a:latin typeface="Source Sans Pro"/>
                    <a:ea typeface="Source Sans Pro"/>
                    <a:cs typeface="Calibri" panose="020F0502020204030204"/>
                  </a:rPr>
                  <a:t>When</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less</a:t>
                </a:r>
                <a:r>
                  <a:rPr lang="it-IT" sz="2000">
                    <a:latin typeface="Source Sans Pro"/>
                    <a:ea typeface="Source Sans Pro"/>
                    <a:cs typeface="Calibri" panose="020F0502020204030204"/>
                  </a:rPr>
                  <a:t> air flows over the top, </a:t>
                </a:r>
                <a:r>
                  <a:rPr lang="it-IT" sz="2000" err="1">
                    <a:latin typeface="Source Sans Pro"/>
                    <a:ea typeface="Source Sans Pro"/>
                    <a:cs typeface="Calibri" panose="020F0502020204030204"/>
                  </a:rPr>
                  <a:t>shallower</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waves</a:t>
                </a:r>
                <a:r>
                  <a:rPr lang="it-IT" sz="2000">
                    <a:latin typeface="Source Sans Pro"/>
                    <a:ea typeface="Source Sans Pro"/>
                    <a:cs typeface="Calibri" panose="020F0502020204030204"/>
                  </a:rPr>
                  <a:t> form.</a:t>
                </a:r>
              </a:p>
            </p:txBody>
          </p:sp>
        </mc:Choice>
        <mc:Fallback xmlns="">
          <p:sp>
            <p:nvSpPr>
              <p:cNvPr id="3" name="Content Placeholder 2">
                <a:extLst>
                  <a:ext uri="{FF2B5EF4-FFF2-40B4-BE49-F238E27FC236}">
                    <a16:creationId xmlns:a16="http://schemas.microsoft.com/office/drawing/2014/main" id="{023F638C-905E-5A0D-E86C-55E0E940FB9A}"/>
                  </a:ext>
                </a:extLst>
              </p:cNvPr>
              <p:cNvSpPr>
                <a:spLocks noGrp="1" noRot="1" noChangeAspect="1" noMove="1" noResize="1" noEditPoints="1" noAdjustHandles="1" noChangeArrowheads="1" noChangeShapeType="1" noTextEdit="1"/>
              </p:cNvSpPr>
              <p:nvPr>
                <p:ph idx="1"/>
              </p:nvPr>
            </p:nvSpPr>
            <p:spPr>
              <a:xfrm>
                <a:off x="4850990" y="2189830"/>
                <a:ext cx="6502810" cy="2623968"/>
              </a:xfrm>
              <a:blipFill>
                <a:blip r:embed="rId2"/>
                <a:stretch>
                  <a:fillRect l="-1031" t="-208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081AA8BE-644A-F43F-F2F2-5496697E2320}"/>
              </a:ext>
            </a:extLst>
          </p:cNvPr>
          <p:cNvSpPr>
            <a:spLocks noGrp="1"/>
          </p:cNvSpPr>
          <p:nvPr>
            <p:ph type="sldNum" sz="quarter" idx="12"/>
          </p:nvPr>
        </p:nvSpPr>
        <p:spPr/>
        <p:txBody>
          <a:bodyPr/>
          <a:lstStyle/>
          <a:p>
            <a:fld id="{48F63A3B-78C7-47BE-AE5E-E10140E04643}" type="slidenum">
              <a:rPr lang="en-US" dirty="0"/>
              <a:t>31</a:t>
            </a:fld>
            <a:endParaRPr lang="en-US"/>
          </a:p>
        </p:txBody>
      </p:sp>
      <p:grpSp>
        <p:nvGrpSpPr>
          <p:cNvPr id="10" name="Gruppo 9">
            <a:extLst>
              <a:ext uri="{FF2B5EF4-FFF2-40B4-BE49-F238E27FC236}">
                <a16:creationId xmlns:a16="http://schemas.microsoft.com/office/drawing/2014/main" id="{74292C40-5CD7-2D15-634C-60854BEE2415}"/>
              </a:ext>
            </a:extLst>
          </p:cNvPr>
          <p:cNvGrpSpPr/>
          <p:nvPr/>
        </p:nvGrpSpPr>
        <p:grpSpPr>
          <a:xfrm>
            <a:off x="434018" y="2176155"/>
            <a:ext cx="3967229" cy="2505690"/>
            <a:chOff x="678251" y="1532910"/>
            <a:chExt cx="3397835" cy="1983209"/>
          </a:xfrm>
        </p:grpSpPr>
        <p:pic>
          <p:nvPicPr>
            <p:cNvPr id="4" name="Immagine 3" descr="Immagine che contiene diagramma, linea, schizzo, Diagramma&#10;&#10;Il contenuto generato dall&amp;#39;IA potrebbe non essere corretto.">
              <a:extLst>
                <a:ext uri="{FF2B5EF4-FFF2-40B4-BE49-F238E27FC236}">
                  <a16:creationId xmlns:a16="http://schemas.microsoft.com/office/drawing/2014/main" id="{FFECA63B-38E0-17A2-C591-0680D829BBFE}"/>
                </a:ext>
              </a:extLst>
            </p:cNvPr>
            <p:cNvPicPr>
              <a:picLocks noChangeAspect="1"/>
            </p:cNvPicPr>
            <p:nvPr/>
          </p:nvPicPr>
          <p:blipFill>
            <a:blip r:embed="rId3"/>
            <a:stretch>
              <a:fillRect/>
            </a:stretch>
          </p:blipFill>
          <p:spPr>
            <a:xfrm>
              <a:off x="678251" y="1532910"/>
              <a:ext cx="3397835" cy="1983209"/>
            </a:xfrm>
            <a:prstGeom prst="rect">
              <a:avLst/>
            </a:prstGeom>
          </p:spPr>
        </p:pic>
        <p:sp>
          <p:nvSpPr>
            <p:cNvPr id="9" name="CasellaDiTesto 8">
              <a:extLst>
                <a:ext uri="{FF2B5EF4-FFF2-40B4-BE49-F238E27FC236}">
                  <a16:creationId xmlns:a16="http://schemas.microsoft.com/office/drawing/2014/main" id="{B0C6842E-7E6E-A063-AD94-D1AAAD1E78F9}"/>
                </a:ext>
              </a:extLst>
            </p:cNvPr>
            <p:cNvSpPr txBox="1"/>
            <p:nvPr/>
          </p:nvSpPr>
          <p:spPr>
            <a:xfrm>
              <a:off x="1562866" y="2351314"/>
              <a:ext cx="120233" cy="230832"/>
            </a:xfrm>
            <a:prstGeom prst="rect">
              <a:avLst/>
            </a:prstGeom>
            <a:solidFill>
              <a:srgbClr val="DCDDDE"/>
            </a:solidFill>
            <a:ln>
              <a:noFill/>
            </a:ln>
          </p:spPr>
          <p:style>
            <a:lnRef idx="1">
              <a:schemeClr val="accent3"/>
            </a:lnRef>
            <a:fillRef idx="2">
              <a:schemeClr val="accent3"/>
            </a:fillRef>
            <a:effectRef idx="1">
              <a:schemeClr val="accent3"/>
            </a:effectRef>
            <a:fontRef idx="minor">
              <a:schemeClr val="dk1"/>
            </a:fontRef>
          </p:style>
          <p:txBody>
            <a:bodyPr wrap="square">
              <a:spAutoFit/>
            </a:bodyPr>
            <a:lstStyle/>
            <a:p>
              <a:r>
                <a:rPr lang="it-IT" sz="900">
                  <a:latin typeface="Calibri"/>
                  <a:ea typeface="Calibri"/>
                  <a:cs typeface="Calibri" panose="020F0502020204030204"/>
                </a:rPr>
                <a:t>b</a:t>
              </a:r>
              <a:endParaRPr lang="it-IT" sz="900"/>
            </a:p>
          </p:txBody>
        </p:sp>
      </p:grpSp>
    </p:spTree>
    <p:extLst>
      <p:ext uri="{BB962C8B-B14F-4D97-AF65-F5344CB8AC3E}">
        <p14:creationId xmlns:p14="http://schemas.microsoft.com/office/powerpoint/2010/main" val="2584373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242511D-8608-8B2C-CB82-997A1F28B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D1360-E0BD-8699-F6C0-BA71B3BDADFB}"/>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solidFill>
                  <a:schemeClr val="accent6">
                    <a:lumMod val="75000"/>
                  </a:schemeClr>
                </a:solidFill>
                <a:ea typeface="Calibri Light"/>
                <a:cs typeface="Calibri Light"/>
              </a:rPr>
              <a:t>• Flow over a hill </a:t>
            </a:r>
            <a:r>
              <a:rPr lang="en-US" sz="1800">
                <a:ea typeface="Calibri Light"/>
                <a:cs typeface="Calibri Light"/>
              </a:rPr>
              <a:t>• WRF Model</a:t>
            </a:r>
            <a:endParaRPr lang="en-US" sz="2400">
              <a:ea typeface="Calibri Light" panose="020F0302020204030204"/>
              <a:cs typeface="Calibri Light" panose="020F0302020204030204"/>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DF569A-CAAC-84AD-5E18-63762494C904}"/>
                  </a:ext>
                </a:extLst>
              </p:cNvPr>
              <p:cNvSpPr>
                <a:spLocks noGrp="1"/>
              </p:cNvSpPr>
              <p:nvPr>
                <p:ph idx="1"/>
              </p:nvPr>
            </p:nvSpPr>
            <p:spPr>
              <a:xfrm>
                <a:off x="4725453" y="1980944"/>
                <a:ext cx="6502810" cy="2896111"/>
              </a:xfrm>
            </p:spPr>
            <p:txBody>
              <a:bodyPr vert="horz" lIns="91440" tIns="45720" rIns="91440" bIns="45720" rtlCol="0" anchor="t">
                <a:normAutofit/>
              </a:bodyPr>
              <a:lstStyle/>
              <a:p>
                <a:pPr marL="0" indent="0">
                  <a:buNone/>
                </a:pPr>
                <a:r>
                  <a:rPr lang="it-IT" sz="2000">
                    <a:latin typeface="Source Sans Pro"/>
                    <a:ea typeface="Source Sans Pro"/>
                    <a:cs typeface="Calibri" panose="020F0502020204030204"/>
                  </a:rPr>
                  <a:t>The </a:t>
                </a:r>
                <a:r>
                  <a:rPr lang="it-IT" sz="2000" err="1">
                    <a:latin typeface="Source Sans Pro"/>
                    <a:ea typeface="Source Sans Pro"/>
                    <a:cs typeface="Calibri" panose="020F0502020204030204"/>
                  </a:rPr>
                  <a:t>linearity</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parameter</a:t>
                </a:r>
                <a:endParaRPr lang="it-IT" sz="2000">
                  <a:latin typeface="Source Sans Pro"/>
                  <a:ea typeface="Source Sans Pro"/>
                  <a:cs typeface="Calibri" panose="020F0502020204030204"/>
                </a:endParaRPr>
              </a:p>
              <a:p>
                <a:pPr marL="0" indent="0">
                  <a:buNone/>
                </a:pPr>
                <a14:m>
                  <m:oMathPara xmlns:m="http://schemas.openxmlformats.org/officeDocument/2006/math">
                    <m:oMathParaPr>
                      <m:jc m:val="centerGroup"/>
                    </m:oMathParaPr>
                    <m:oMath xmlns:m="http://schemas.openxmlformats.org/officeDocument/2006/math">
                      <m:r>
                        <a:rPr lang="it-IT" sz="1800" i="1">
                          <a:latin typeface="Cambria Math" panose="02040503050406030204" pitchFamily="18" charset="0"/>
                        </a:rPr>
                        <m:t>𝐹𝑟</m:t>
                      </m:r>
                      <m:r>
                        <a:rPr lang="it-IT" sz="1800" i="1" baseline="-25000">
                          <a:latin typeface="Cambria Math" panose="02040503050406030204" pitchFamily="18" charset="0"/>
                        </a:rPr>
                        <m:t>h</m:t>
                      </m:r>
                      <m:r>
                        <a:rPr lang="it-IT" sz="1800" i="1">
                          <a:latin typeface="Cambria Math" panose="02040503050406030204" pitchFamily="18" charset="0"/>
                        </a:rPr>
                        <m:t>=</m:t>
                      </m:r>
                      <m:f>
                        <m:fPr>
                          <m:ctrlPr>
                            <a:rPr lang="it-IT" sz="1800" i="1">
                              <a:latin typeface="Cambria Math" panose="02040503050406030204" pitchFamily="18" charset="0"/>
                            </a:rPr>
                          </m:ctrlPr>
                        </m:fPr>
                        <m:num>
                          <m:r>
                            <a:rPr lang="it-IT" sz="1800" i="1">
                              <a:latin typeface="Cambria Math" panose="02040503050406030204" pitchFamily="18" charset="0"/>
                            </a:rPr>
                            <m:t>𝑈</m:t>
                          </m:r>
                        </m:num>
                        <m:den>
                          <m:r>
                            <a:rPr lang="it-IT" sz="1800" i="1">
                              <a:latin typeface="Cambria Math" panose="02040503050406030204" pitchFamily="18" charset="0"/>
                            </a:rPr>
                            <m:t>𝑁h</m:t>
                          </m:r>
                        </m:den>
                      </m:f>
                    </m:oMath>
                  </m:oMathPara>
                </a14:m>
                <a:endParaRPr lang="it-IT" sz="2400"/>
              </a:p>
              <a:p>
                <a:pPr marL="0" indent="0">
                  <a:buNone/>
                </a:pPr>
                <a:r>
                  <a:rPr lang="it-IT" sz="2000" err="1">
                    <a:latin typeface="Source Sans Pro"/>
                    <a:ea typeface="Source Sans Pro"/>
                    <a:cs typeface="Calibri" panose="020F0502020204030204"/>
                  </a:rPr>
                  <a:t>compares</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kinetic</a:t>
                </a:r>
                <a:r>
                  <a:rPr lang="it-IT" sz="2000">
                    <a:latin typeface="Source Sans Pro"/>
                    <a:ea typeface="Source Sans Pro"/>
                    <a:cs typeface="Calibri" panose="020F0502020204030204"/>
                  </a:rPr>
                  <a:t> energy of the flow to the </a:t>
                </a:r>
                <a:r>
                  <a:rPr lang="it-IT" sz="2000" err="1">
                    <a:latin typeface="Source Sans Pro"/>
                    <a:ea typeface="Source Sans Pro"/>
                    <a:cs typeface="Calibri" panose="020F0502020204030204"/>
                  </a:rPr>
                  <a:t>potential</a:t>
                </a:r>
                <a:r>
                  <a:rPr lang="it-IT" sz="2000">
                    <a:latin typeface="Source Sans Pro"/>
                    <a:ea typeface="Source Sans Pro"/>
                    <a:cs typeface="Calibri" panose="020F0502020204030204"/>
                  </a:rPr>
                  <a:t> energy </a:t>
                </a:r>
                <a:r>
                  <a:rPr lang="it-IT" sz="2000" err="1">
                    <a:latin typeface="Source Sans Pro"/>
                    <a:ea typeface="Source Sans Pro"/>
                    <a:cs typeface="Calibri" panose="020F0502020204030204"/>
                  </a:rPr>
                  <a:t>barrier</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represented</a:t>
                </a:r>
                <a:r>
                  <a:rPr lang="it-IT" sz="2000">
                    <a:latin typeface="Source Sans Pro"/>
                    <a:ea typeface="Source Sans Pro"/>
                    <a:cs typeface="Calibri" panose="020F0502020204030204"/>
                  </a:rPr>
                  <a:t> by the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height</a:t>
                </a:r>
                <a:r>
                  <a:rPr lang="it-IT" sz="2000">
                    <a:latin typeface="Source Sans Pro"/>
                    <a:ea typeface="Source Sans Pro"/>
                    <a:cs typeface="Calibri" panose="020F0502020204030204"/>
                  </a:rPr>
                  <a:t>.</a:t>
                </a:r>
              </a:p>
              <a:p>
                <a:r>
                  <a:rPr lang="it-IT" sz="2000" err="1"/>
                  <a:t>When</a:t>
                </a:r>
                <a:r>
                  <a:rPr lang="it-IT" sz="2000"/>
                  <a:t> </a:t>
                </a:r>
                <a14:m>
                  <m:oMath xmlns:m="http://schemas.openxmlformats.org/officeDocument/2006/math">
                    <m:r>
                      <a:rPr lang="it-IT" sz="2000" i="1">
                        <a:latin typeface="Cambria Math" panose="02040503050406030204" pitchFamily="18" charset="0"/>
                      </a:rPr>
                      <m:t>𝐹𝑟</m:t>
                    </m:r>
                    <m:r>
                      <a:rPr lang="it-IT" sz="2000" i="1" baseline="-25000">
                        <a:latin typeface="Cambria Math" panose="02040503050406030204" pitchFamily="18" charset="0"/>
                      </a:rPr>
                      <m:t>h</m:t>
                    </m:r>
                    <m:r>
                      <a:rPr lang="it-IT" sz="2000" b="0" i="1" smtClean="0">
                        <a:latin typeface="Cambria Math" panose="02040503050406030204" pitchFamily="18" charset="0"/>
                      </a:rPr>
                      <m:t>≫1</m:t>
                    </m:r>
                  </m:oMath>
                </a14:m>
                <a:r>
                  <a:rPr lang="it-IT" sz="2000" b="0" i="1">
                    <a:latin typeface="Cambria Math" panose="02040503050406030204" pitchFamily="18" charset="0"/>
                  </a:rPr>
                  <a:t> </a:t>
                </a:r>
                <a:r>
                  <a:rPr lang="it-IT" sz="2000">
                    <a:latin typeface="Source Sans Pro"/>
                    <a:ea typeface="Source Sans Pro"/>
                    <a:cs typeface="Calibri" panose="020F0502020204030204"/>
                  </a:rPr>
                  <a:t>, the flow can </a:t>
                </a:r>
                <a:r>
                  <a:rPr lang="it-IT" sz="2000" err="1">
                    <a:latin typeface="Source Sans Pro"/>
                    <a:ea typeface="Source Sans Pro"/>
                    <a:cs typeface="Calibri" panose="020F0502020204030204"/>
                  </a:rPr>
                  <a:t>easily</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overpass</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a:t>
                </a:r>
              </a:p>
              <a:p>
                <a:r>
                  <a:rPr lang="it-IT" sz="2000"/>
                  <a:t>When </a:t>
                </a:r>
                <a14:m>
                  <m:oMath xmlns:m="http://schemas.openxmlformats.org/officeDocument/2006/math">
                    <m:r>
                      <a:rPr lang="it-IT" sz="2000" i="1">
                        <a:latin typeface="Cambria Math" panose="02040503050406030204" pitchFamily="18" charset="0"/>
                      </a:rPr>
                      <m:t>𝐹𝑟</m:t>
                    </m:r>
                    <m:r>
                      <a:rPr lang="it-IT" sz="2000" i="1" baseline="-25000">
                        <a:latin typeface="Cambria Math" panose="02040503050406030204" pitchFamily="18" charset="0"/>
                      </a:rPr>
                      <m:t>h</m:t>
                    </m:r>
                    <m:r>
                      <a:rPr lang="it-IT" sz="2000" b="0" i="1" smtClean="0">
                        <a:latin typeface="Cambria Math" panose="02040503050406030204" pitchFamily="18" charset="0"/>
                      </a:rPr>
                      <m:t>≪</m:t>
                    </m:r>
                    <m:r>
                      <a:rPr lang="it-IT" sz="2000" i="1">
                        <a:latin typeface="Cambria Math" panose="02040503050406030204" pitchFamily="18" charset="0"/>
                      </a:rPr>
                      <m:t>1</m:t>
                    </m:r>
                  </m:oMath>
                </a14:m>
                <a:r>
                  <a:rPr lang="it-IT" sz="2000" i="1">
                    <a:latin typeface="Cambria Math" panose="02040503050406030204" pitchFamily="18" charset="0"/>
                  </a:rPr>
                  <a:t> </a:t>
                </a:r>
                <a:r>
                  <a:rPr lang="it-IT" sz="2000">
                    <a:latin typeface="Source Sans Pro"/>
                    <a:ea typeface="Source Sans Pro"/>
                    <a:cs typeface="Calibri" panose="020F0502020204030204"/>
                  </a:rPr>
                  <a:t>, the flow </a:t>
                </a:r>
                <a:r>
                  <a:rPr lang="it-IT" sz="2000" err="1">
                    <a:latin typeface="Source Sans Pro"/>
                    <a:ea typeface="Source Sans Pro"/>
                    <a:cs typeface="Calibri" panose="020F0502020204030204"/>
                  </a:rPr>
                  <a:t>is</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blocked</a:t>
                </a:r>
                <a:r>
                  <a:rPr lang="it-IT" sz="2000">
                    <a:latin typeface="Source Sans Pro"/>
                    <a:ea typeface="Source Sans Pro"/>
                    <a:cs typeface="Calibri" panose="020F0502020204030204"/>
                  </a:rPr>
                  <a:t>, and air </a:t>
                </a:r>
                <a:r>
                  <a:rPr lang="it-IT" sz="2000" err="1">
                    <a:latin typeface="Source Sans Pro"/>
                    <a:ea typeface="Source Sans Pro"/>
                    <a:cs typeface="Calibri" panose="020F0502020204030204"/>
                  </a:rPr>
                  <a:t>tends</a:t>
                </a:r>
                <a:r>
                  <a:rPr lang="it-IT" sz="2000">
                    <a:latin typeface="Source Sans Pro"/>
                    <a:ea typeface="Source Sans Pro"/>
                    <a:cs typeface="Calibri" panose="020F0502020204030204"/>
                  </a:rPr>
                  <a:t> to go </a:t>
                </a:r>
                <a:r>
                  <a:rPr lang="it-IT" sz="2000" err="1">
                    <a:latin typeface="Source Sans Pro"/>
                    <a:ea typeface="Source Sans Pro"/>
                    <a:cs typeface="Calibri" panose="020F0502020204030204"/>
                  </a:rPr>
                  <a:t>around</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rather</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than</a:t>
                </a:r>
                <a:r>
                  <a:rPr lang="it-IT" sz="2000">
                    <a:latin typeface="Source Sans Pro"/>
                    <a:ea typeface="Source Sans Pro"/>
                    <a:cs typeface="Calibri" panose="020F0502020204030204"/>
                  </a:rPr>
                  <a:t> over </a:t>
                </a:r>
                <a:r>
                  <a:rPr lang="it-IT" sz="2000" err="1">
                    <a:latin typeface="Source Sans Pro"/>
                    <a:ea typeface="Source Sans Pro"/>
                    <a:cs typeface="Calibri" panose="020F0502020204030204"/>
                  </a:rPr>
                  <a:t>it</a:t>
                </a:r>
                <a:r>
                  <a:rPr lang="it-IT" sz="2000">
                    <a:latin typeface="Source Sans Pro"/>
                    <a:ea typeface="Source Sans Pro"/>
                    <a:cs typeface="Calibri" panose="020F0502020204030204"/>
                  </a:rPr>
                  <a:t>.</a:t>
                </a:r>
              </a:p>
            </p:txBody>
          </p:sp>
        </mc:Choice>
        <mc:Fallback xmlns="">
          <p:sp>
            <p:nvSpPr>
              <p:cNvPr id="3" name="Content Placeholder 2">
                <a:extLst>
                  <a:ext uri="{FF2B5EF4-FFF2-40B4-BE49-F238E27FC236}">
                    <a16:creationId xmlns:a16="http://schemas.microsoft.com/office/drawing/2014/main" id="{7ADF569A-CAAC-84AD-5E18-63762494C904}"/>
                  </a:ext>
                </a:extLst>
              </p:cNvPr>
              <p:cNvSpPr>
                <a:spLocks noGrp="1" noRot="1" noChangeAspect="1" noMove="1" noResize="1" noEditPoints="1" noAdjustHandles="1" noChangeArrowheads="1" noChangeShapeType="1" noTextEdit="1"/>
              </p:cNvSpPr>
              <p:nvPr>
                <p:ph idx="1"/>
              </p:nvPr>
            </p:nvSpPr>
            <p:spPr>
              <a:xfrm>
                <a:off x="4725453" y="1980944"/>
                <a:ext cx="6502810" cy="2896111"/>
              </a:xfrm>
              <a:blipFill>
                <a:blip r:embed="rId2"/>
                <a:stretch>
                  <a:fillRect l="-937" t="-210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7FD777FD-4F30-BB52-DE56-D0685EEB9685}"/>
              </a:ext>
            </a:extLst>
          </p:cNvPr>
          <p:cNvSpPr>
            <a:spLocks noGrp="1"/>
          </p:cNvSpPr>
          <p:nvPr>
            <p:ph type="sldNum" sz="quarter" idx="12"/>
          </p:nvPr>
        </p:nvSpPr>
        <p:spPr/>
        <p:txBody>
          <a:bodyPr/>
          <a:lstStyle/>
          <a:p>
            <a:fld id="{48F63A3B-78C7-47BE-AE5E-E10140E04643}" type="slidenum">
              <a:rPr lang="en-US" dirty="0"/>
              <a:t>32</a:t>
            </a:fld>
            <a:endParaRPr lang="en-US"/>
          </a:p>
        </p:txBody>
      </p:sp>
      <p:grpSp>
        <p:nvGrpSpPr>
          <p:cNvPr id="6" name="Gruppo 5">
            <a:extLst>
              <a:ext uri="{FF2B5EF4-FFF2-40B4-BE49-F238E27FC236}">
                <a16:creationId xmlns:a16="http://schemas.microsoft.com/office/drawing/2014/main" id="{09F99A39-D866-5F6D-AC5C-F1408A5DEB83}"/>
              </a:ext>
            </a:extLst>
          </p:cNvPr>
          <p:cNvGrpSpPr/>
          <p:nvPr/>
        </p:nvGrpSpPr>
        <p:grpSpPr>
          <a:xfrm>
            <a:off x="434020" y="2176155"/>
            <a:ext cx="3967229" cy="2505690"/>
            <a:chOff x="678251" y="1532910"/>
            <a:chExt cx="3397835" cy="1983209"/>
          </a:xfrm>
        </p:grpSpPr>
        <p:pic>
          <p:nvPicPr>
            <p:cNvPr id="11" name="Immagine 10" descr="Immagine che contiene diagramma, linea, schizzo, Diagramma&#10;&#10;Il contenuto generato dall&amp;#39;IA potrebbe non essere corretto.">
              <a:extLst>
                <a:ext uri="{FF2B5EF4-FFF2-40B4-BE49-F238E27FC236}">
                  <a16:creationId xmlns:a16="http://schemas.microsoft.com/office/drawing/2014/main" id="{C37B5C5A-89A1-8391-E524-465C7459847B}"/>
                </a:ext>
              </a:extLst>
            </p:cNvPr>
            <p:cNvPicPr>
              <a:picLocks noChangeAspect="1"/>
            </p:cNvPicPr>
            <p:nvPr/>
          </p:nvPicPr>
          <p:blipFill>
            <a:blip r:embed="rId3"/>
            <a:stretch>
              <a:fillRect/>
            </a:stretch>
          </p:blipFill>
          <p:spPr>
            <a:xfrm>
              <a:off x="678251" y="1532910"/>
              <a:ext cx="3397835" cy="1983209"/>
            </a:xfrm>
            <a:prstGeom prst="rect">
              <a:avLst/>
            </a:prstGeom>
          </p:spPr>
        </p:pic>
        <p:sp>
          <p:nvSpPr>
            <p:cNvPr id="12" name="CasellaDiTesto 11">
              <a:extLst>
                <a:ext uri="{FF2B5EF4-FFF2-40B4-BE49-F238E27FC236}">
                  <a16:creationId xmlns:a16="http://schemas.microsoft.com/office/drawing/2014/main" id="{103B3460-9811-A35F-7316-5D17ED27750B}"/>
                </a:ext>
              </a:extLst>
            </p:cNvPr>
            <p:cNvSpPr txBox="1"/>
            <p:nvPr/>
          </p:nvSpPr>
          <p:spPr>
            <a:xfrm>
              <a:off x="1562866" y="2351314"/>
              <a:ext cx="120233" cy="230832"/>
            </a:xfrm>
            <a:prstGeom prst="rect">
              <a:avLst/>
            </a:prstGeom>
            <a:solidFill>
              <a:srgbClr val="DCDDDE"/>
            </a:solidFill>
            <a:ln>
              <a:noFill/>
            </a:ln>
          </p:spPr>
          <p:style>
            <a:lnRef idx="1">
              <a:schemeClr val="accent3"/>
            </a:lnRef>
            <a:fillRef idx="2">
              <a:schemeClr val="accent3"/>
            </a:fillRef>
            <a:effectRef idx="1">
              <a:schemeClr val="accent3"/>
            </a:effectRef>
            <a:fontRef idx="minor">
              <a:schemeClr val="dk1"/>
            </a:fontRef>
          </p:style>
          <p:txBody>
            <a:bodyPr wrap="square">
              <a:spAutoFit/>
            </a:bodyPr>
            <a:lstStyle/>
            <a:p>
              <a:r>
                <a:rPr lang="it-IT" sz="900">
                  <a:latin typeface="Calibri"/>
                  <a:ea typeface="Calibri"/>
                  <a:cs typeface="Calibri" panose="020F0502020204030204"/>
                </a:rPr>
                <a:t>b</a:t>
              </a:r>
              <a:endParaRPr lang="it-IT" sz="900"/>
            </a:p>
          </p:txBody>
        </p:sp>
      </p:grpSp>
    </p:spTree>
    <p:extLst>
      <p:ext uri="{BB962C8B-B14F-4D97-AF65-F5344CB8AC3E}">
        <p14:creationId xmlns:p14="http://schemas.microsoft.com/office/powerpoint/2010/main" val="1475433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6D539C-CD20-EFFF-3CBE-430AC19BB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25C2D-F7FA-509B-195E-B632AFBC8443}"/>
              </a:ext>
            </a:extLst>
          </p:cNvPr>
          <p:cNvSpPr>
            <a:spLocks noGrp="1"/>
          </p:cNvSpPr>
          <p:nvPr>
            <p:ph type="title"/>
          </p:nvPr>
        </p:nvSpPr>
        <p:spPr/>
        <p:txBody>
          <a:bodyPr/>
          <a:lstStyle/>
          <a:p>
            <a:r>
              <a:rPr lang="en-US"/>
              <a:t>Calendar</a:t>
            </a:r>
          </a:p>
        </p:txBody>
      </p:sp>
      <p:sp>
        <p:nvSpPr>
          <p:cNvPr id="6" name="Slide Number Placeholder 5">
            <a:extLst>
              <a:ext uri="{FF2B5EF4-FFF2-40B4-BE49-F238E27FC236}">
                <a16:creationId xmlns:a16="http://schemas.microsoft.com/office/drawing/2014/main" id="{0973125A-1340-69DE-B963-E1D04744A5DD}"/>
              </a:ext>
            </a:extLst>
          </p:cNvPr>
          <p:cNvSpPr>
            <a:spLocks noGrp="1"/>
          </p:cNvSpPr>
          <p:nvPr>
            <p:ph type="sldNum" sz="quarter" idx="12"/>
          </p:nvPr>
        </p:nvSpPr>
        <p:spPr/>
        <p:txBody>
          <a:bodyPr/>
          <a:lstStyle/>
          <a:p>
            <a:r>
              <a:rPr lang="en-US">
                <a:ea typeface="Calibri"/>
                <a:cs typeface="Calibri"/>
              </a:rPr>
              <a:t>3</a:t>
            </a:r>
          </a:p>
        </p:txBody>
      </p:sp>
      <p:graphicFrame>
        <p:nvGraphicFramePr>
          <p:cNvPr id="4" name="Tabella 3">
            <a:extLst>
              <a:ext uri="{FF2B5EF4-FFF2-40B4-BE49-F238E27FC236}">
                <a16:creationId xmlns:a16="http://schemas.microsoft.com/office/drawing/2014/main" id="{F11E5F4E-5423-A667-82AF-90A2E0DEC077}"/>
              </a:ext>
            </a:extLst>
          </p:cNvPr>
          <p:cNvGraphicFramePr>
            <a:graphicFrameLocks noGrp="1"/>
          </p:cNvGraphicFramePr>
          <p:nvPr>
            <p:extLst>
              <p:ext uri="{D42A27DB-BD31-4B8C-83A1-F6EECF244321}">
                <p14:modId xmlns:p14="http://schemas.microsoft.com/office/powerpoint/2010/main" val="1148334227"/>
              </p:ext>
            </p:extLst>
          </p:nvPr>
        </p:nvGraphicFramePr>
        <p:xfrm>
          <a:off x="1786270" y="1935007"/>
          <a:ext cx="9246425" cy="3200400"/>
        </p:xfrm>
        <a:graphic>
          <a:graphicData uri="http://schemas.openxmlformats.org/drawingml/2006/table">
            <a:tbl>
              <a:tblPr bandRow="1">
                <a:tableStyleId>{5C22544A-7EE6-4342-B048-85BDC9FD1C3A}</a:tableStyleId>
              </a:tblPr>
              <a:tblGrid>
                <a:gridCol w="1774566">
                  <a:extLst>
                    <a:ext uri="{9D8B030D-6E8A-4147-A177-3AD203B41FA5}">
                      <a16:colId xmlns:a16="http://schemas.microsoft.com/office/drawing/2014/main" val="629883721"/>
                    </a:ext>
                  </a:extLst>
                </a:gridCol>
                <a:gridCol w="1774566">
                  <a:extLst>
                    <a:ext uri="{9D8B030D-6E8A-4147-A177-3AD203B41FA5}">
                      <a16:colId xmlns:a16="http://schemas.microsoft.com/office/drawing/2014/main" val="2608667699"/>
                    </a:ext>
                  </a:extLst>
                </a:gridCol>
                <a:gridCol w="5697293">
                  <a:extLst>
                    <a:ext uri="{9D8B030D-6E8A-4147-A177-3AD203B41FA5}">
                      <a16:colId xmlns:a16="http://schemas.microsoft.com/office/drawing/2014/main" val="3343356795"/>
                    </a:ext>
                  </a:extLst>
                </a:gridCol>
              </a:tblGrid>
              <a:tr h="576000">
                <a:tc>
                  <a:txBody>
                    <a:bodyPr/>
                    <a:lstStyle/>
                    <a:p>
                      <a:r>
                        <a:rPr lang="it-IT"/>
                        <a:t>Giovedì 11/12</a:t>
                      </a:r>
                    </a:p>
                  </a:txBody>
                  <a:tcPr/>
                </a:tc>
                <a:tc>
                  <a:txBody>
                    <a:bodyPr/>
                    <a:lstStyle/>
                    <a:p>
                      <a:pPr lvl="0">
                        <a:buNone/>
                      </a:pPr>
                      <a:r>
                        <a:rPr lang="it-IT"/>
                        <a:t>9 – 11</a:t>
                      </a:r>
                    </a:p>
                    <a:p>
                      <a:pPr lvl="0">
                        <a:buNone/>
                      </a:pPr>
                      <a:r>
                        <a:rPr lang="it-IT"/>
                        <a:t>14 – 16</a:t>
                      </a:r>
                    </a:p>
                  </a:txBody>
                  <a:tcPr/>
                </a:tc>
                <a:tc>
                  <a:txBody>
                    <a:bodyPr/>
                    <a:lstStyle/>
                    <a:p>
                      <a:r>
                        <a:rPr lang="it-IT" err="1"/>
                        <a:t>Theoretical</a:t>
                      </a:r>
                      <a:r>
                        <a:rPr lang="it-IT"/>
                        <a:t> </a:t>
                      </a:r>
                      <a:r>
                        <a:rPr lang="it-IT" err="1"/>
                        <a:t>remarks</a:t>
                      </a:r>
                      <a:r>
                        <a:rPr lang="it-IT"/>
                        <a:t> flow over a </a:t>
                      </a:r>
                      <a:r>
                        <a:rPr lang="it-IT" err="1">
                          <a:solidFill>
                            <a:srgbClr val="C00000"/>
                          </a:solidFill>
                        </a:rPr>
                        <a:t>ridge</a:t>
                      </a:r>
                      <a:r>
                        <a:rPr lang="it-IT"/>
                        <a:t> / WRF model</a:t>
                      </a:r>
                    </a:p>
                    <a:p>
                      <a:r>
                        <a:rPr lang="it-IT" strike="sngStrike"/>
                        <a:t>Part 0 – Test case em_hill2d_x</a:t>
                      </a:r>
                    </a:p>
                  </a:txBody>
                  <a:tcPr/>
                </a:tc>
                <a:extLst>
                  <a:ext uri="{0D108BD9-81ED-4DB2-BD59-A6C34878D82A}">
                    <a16:rowId xmlns:a16="http://schemas.microsoft.com/office/drawing/2014/main" val="1181480696"/>
                  </a:ext>
                </a:extLst>
              </a:tr>
              <a:tr h="576000">
                <a:tc>
                  <a:txBody>
                    <a:bodyPr/>
                    <a:lstStyle/>
                    <a:p>
                      <a:r>
                        <a:rPr lang="it-IT"/>
                        <a:t>Martedì 16/12</a:t>
                      </a:r>
                    </a:p>
                  </a:txBody>
                  <a:tcPr/>
                </a:tc>
                <a:tc>
                  <a:txBody>
                    <a:bodyPr/>
                    <a:lstStyle/>
                    <a:p>
                      <a:pPr lvl="0">
                        <a:buNone/>
                      </a:pPr>
                      <a:r>
                        <a:rPr lang="it-IT"/>
                        <a:t>16 – 18</a:t>
                      </a:r>
                    </a:p>
                  </a:txBody>
                  <a:tcPr/>
                </a:tc>
                <a:tc>
                  <a:txBody>
                    <a:bodyPr/>
                    <a:lstStyle/>
                    <a:p>
                      <a:r>
                        <a:rPr lang="it-IT"/>
                        <a:t>Part 0.1 – Analysis of output </a:t>
                      </a:r>
                      <a:r>
                        <a:rPr lang="it-IT" err="1"/>
                        <a:t>basic</a:t>
                      </a:r>
                      <a:r>
                        <a:rPr lang="it-IT"/>
                        <a:t> case</a:t>
                      </a:r>
                    </a:p>
                    <a:p>
                      <a:pPr marL="0" marR="0" lvl="0" indent="0" algn="l" defTabSz="914400" rtl="0" eaLnBrk="1" fontAlgn="auto" latinLnBrk="0" hangingPunct="1">
                        <a:lnSpc>
                          <a:spcPct val="100000"/>
                        </a:lnSpc>
                        <a:spcBef>
                          <a:spcPts val="0"/>
                        </a:spcBef>
                        <a:spcAft>
                          <a:spcPts val="0"/>
                        </a:spcAft>
                        <a:buClrTx/>
                        <a:buSzTx/>
                        <a:buFontTx/>
                        <a:buNone/>
                        <a:tabLst/>
                        <a:defRPr/>
                      </a:pPr>
                      <a:r>
                        <a:rPr lang="it-IT"/>
                        <a:t>Part 1.1 – Flow over a </a:t>
                      </a:r>
                      <a:r>
                        <a:rPr lang="it-IT" err="1"/>
                        <a:t>hill</a:t>
                      </a:r>
                      <a:r>
                        <a:rPr lang="it-IT"/>
                        <a:t> with </a:t>
                      </a:r>
                      <a:r>
                        <a:rPr lang="it-IT" err="1"/>
                        <a:t>two-layer</a:t>
                      </a:r>
                      <a:r>
                        <a:rPr lang="it-IT"/>
                        <a:t> </a:t>
                      </a:r>
                      <a:r>
                        <a:rPr lang="it-IT" err="1"/>
                        <a:t>atmosphere</a:t>
                      </a:r>
                      <a:endParaRPr lang="it-IT"/>
                    </a:p>
                  </a:txBody>
                  <a:tcPr/>
                </a:tc>
                <a:extLst>
                  <a:ext uri="{0D108BD9-81ED-4DB2-BD59-A6C34878D82A}">
                    <a16:rowId xmlns:a16="http://schemas.microsoft.com/office/drawing/2014/main" val="628066303"/>
                  </a:ext>
                </a:extLst>
              </a:tr>
              <a:tr h="57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t>Giovedì 18/12</a:t>
                      </a:r>
                    </a:p>
                  </a:txBody>
                  <a:tcPr/>
                </a:tc>
                <a:tc>
                  <a:txBody>
                    <a:bodyPr/>
                    <a:lstStyle/>
                    <a:p>
                      <a:pPr lvl="0">
                        <a:buNone/>
                      </a:pPr>
                      <a:r>
                        <a:rPr lang="it-IT" sz="1800" b="0" i="0" u="none" strike="noStrike" noProof="0">
                          <a:solidFill>
                            <a:srgbClr val="000000"/>
                          </a:solidFill>
                          <a:latin typeface="Calibri"/>
                        </a:rPr>
                        <a:t>9 – 11</a:t>
                      </a:r>
                      <a:endParaRPr lang="en-US" sz="1800" b="0" i="0" u="none" strike="noStrike" noProof="0">
                        <a:solidFill>
                          <a:srgbClr val="000000"/>
                        </a:solidFill>
                        <a:latin typeface="Calibri"/>
                      </a:endParaRPr>
                    </a:p>
                    <a:p>
                      <a:pPr lvl="0">
                        <a:buNone/>
                      </a:pPr>
                      <a:r>
                        <a:rPr lang="it-IT" sz="1800" b="0" i="0" u="none" strike="noStrike" noProof="0">
                          <a:solidFill>
                            <a:srgbClr val="000000"/>
                          </a:solidFill>
                          <a:latin typeface="Calibri"/>
                        </a:rPr>
                        <a:t>14 – 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t>Part 1.2 – Linear vs non-linear </a:t>
                      </a:r>
                      <a:r>
                        <a:rPr lang="it-IT" err="1"/>
                        <a:t>effects</a:t>
                      </a:r>
                      <a:endParaRPr lang="it-IT"/>
                    </a:p>
                    <a:p>
                      <a:pPr marL="0" marR="0" lvl="0" indent="0" algn="l" defTabSz="914400" rtl="0" eaLnBrk="1" fontAlgn="auto" latinLnBrk="0" hangingPunct="1">
                        <a:lnSpc>
                          <a:spcPct val="100000"/>
                        </a:lnSpc>
                        <a:spcBef>
                          <a:spcPts val="0"/>
                        </a:spcBef>
                        <a:spcAft>
                          <a:spcPts val="0"/>
                        </a:spcAft>
                        <a:buClrTx/>
                        <a:buSzTx/>
                        <a:buFontTx/>
                        <a:buNone/>
                        <a:tabLst/>
                        <a:defRPr/>
                      </a:pPr>
                      <a:r>
                        <a:rPr lang="it-IT"/>
                        <a:t>Part 2 – Flow over a </a:t>
                      </a:r>
                      <a:r>
                        <a:rPr lang="it-IT" err="1"/>
                        <a:t>hill</a:t>
                      </a:r>
                      <a:r>
                        <a:rPr lang="it-IT"/>
                        <a:t> with </a:t>
                      </a:r>
                      <a:r>
                        <a:rPr lang="it-IT" err="1"/>
                        <a:t>three-layer</a:t>
                      </a:r>
                      <a:r>
                        <a:rPr lang="it-IT"/>
                        <a:t> </a:t>
                      </a:r>
                      <a:r>
                        <a:rPr lang="it-IT" err="1"/>
                        <a:t>atmosphere</a:t>
                      </a:r>
                      <a:endParaRPr lang="it-IT"/>
                    </a:p>
                  </a:txBody>
                  <a:tcPr/>
                </a:tc>
                <a:extLst>
                  <a:ext uri="{0D108BD9-81ED-4DB2-BD59-A6C34878D82A}">
                    <a16:rowId xmlns:a16="http://schemas.microsoft.com/office/drawing/2014/main" val="164155758"/>
                  </a:ext>
                </a:extLst>
              </a:tr>
              <a:tr h="576000">
                <a:tc>
                  <a:txBody>
                    <a:bodyPr/>
                    <a:lstStyle/>
                    <a:p>
                      <a:pPr lvl="0">
                        <a:buNone/>
                      </a:pPr>
                      <a:r>
                        <a:rPr lang="it-IT">
                          <a:highlight>
                            <a:srgbClr val="FFFF00"/>
                          </a:highlight>
                        </a:rPr>
                        <a:t>Venerdì 19/12</a:t>
                      </a:r>
                    </a:p>
                  </a:txBody>
                  <a:tcPr/>
                </a:tc>
                <a:tc>
                  <a:txBody>
                    <a:bodyPr/>
                    <a:lstStyle/>
                    <a:p>
                      <a:pPr lvl="0">
                        <a:buNone/>
                      </a:pPr>
                      <a:r>
                        <a:rPr lang="it-IT"/>
                        <a:t>11 – 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i="1"/>
                        <a:t>Continuazione analisi outputs parte 1/2</a:t>
                      </a:r>
                    </a:p>
                    <a:p>
                      <a:pPr marL="0" marR="0" lvl="0" indent="0" algn="l" defTabSz="914400" rtl="0" eaLnBrk="1" fontAlgn="auto" latinLnBrk="0" hangingPunct="1">
                        <a:lnSpc>
                          <a:spcPct val="100000"/>
                        </a:lnSpc>
                        <a:spcBef>
                          <a:spcPts val="0"/>
                        </a:spcBef>
                        <a:spcAft>
                          <a:spcPts val="0"/>
                        </a:spcAft>
                        <a:buClrTx/>
                        <a:buSzTx/>
                        <a:buFontTx/>
                        <a:buNone/>
                        <a:tabLst/>
                        <a:defRPr/>
                      </a:pPr>
                      <a:r>
                        <a:rPr lang="it-IT" i="1"/>
                        <a:t>Parte 3 – </a:t>
                      </a:r>
                      <a:r>
                        <a:rPr lang="it-IT" i="1" err="1"/>
                        <a:t>fires</a:t>
                      </a:r>
                      <a:r>
                        <a:rPr lang="it-IT" i="1"/>
                        <a:t> and </a:t>
                      </a:r>
                      <a:r>
                        <a:rPr lang="it-IT" i="1" err="1"/>
                        <a:t>downslope</a:t>
                      </a:r>
                      <a:r>
                        <a:rPr lang="it-IT" i="1"/>
                        <a:t> </a:t>
                      </a:r>
                      <a:r>
                        <a:rPr lang="it-IT" i="1" err="1"/>
                        <a:t>winds</a:t>
                      </a:r>
                      <a:endParaRPr lang="it-IT" i="1"/>
                    </a:p>
                  </a:txBody>
                  <a:tcPr/>
                </a:tc>
                <a:extLst>
                  <a:ext uri="{0D108BD9-81ED-4DB2-BD59-A6C34878D82A}">
                    <a16:rowId xmlns:a16="http://schemas.microsoft.com/office/drawing/2014/main" val="951937691"/>
                  </a:ext>
                </a:extLst>
              </a:tr>
              <a:tr h="576000">
                <a:tc>
                  <a:txBody>
                    <a:bodyPr/>
                    <a:lstStyle/>
                    <a:p>
                      <a:r>
                        <a:rPr lang="it-IT">
                          <a:highlight>
                            <a:srgbClr val="FFFF00"/>
                          </a:highlight>
                        </a:rPr>
                        <a:t>Lunedì 22/12</a:t>
                      </a:r>
                    </a:p>
                  </a:txBody>
                  <a:tcPr/>
                </a:tc>
                <a:tc>
                  <a:txBody>
                    <a:bodyPr/>
                    <a:lstStyle/>
                    <a:p>
                      <a:pPr lvl="0">
                        <a:buNone/>
                      </a:pPr>
                      <a:r>
                        <a:rPr lang="it-IT" sz="1800" b="0" i="0" u="none" strike="noStrike" noProof="0">
                          <a:solidFill>
                            <a:srgbClr val="000000"/>
                          </a:solidFill>
                          <a:latin typeface="Calibri"/>
                        </a:rPr>
                        <a:t>11 – 13</a:t>
                      </a:r>
                      <a:endParaRPr lang="en-US" sz="1800" b="0" i="0" u="none" strike="noStrike" noProof="0">
                        <a:solidFill>
                          <a:srgbClr val="000000"/>
                        </a:solidFill>
                        <a:latin typeface="Calibri"/>
                      </a:endParaRPr>
                    </a:p>
                    <a:p>
                      <a:pPr lvl="0">
                        <a:buNone/>
                      </a:pPr>
                      <a:r>
                        <a:rPr lang="it-IT" sz="1800" b="0" i="0" u="none" strike="noStrike" noProof="0">
                          <a:solidFill>
                            <a:srgbClr val="000000"/>
                          </a:solidFill>
                          <a:latin typeface="Calibri"/>
                        </a:rPr>
                        <a:t>14 – 16</a:t>
                      </a:r>
                      <a:endParaRPr lang="it-IT"/>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it-IT"/>
                    </a:p>
                  </a:txBody>
                  <a:tcPr/>
                </a:tc>
                <a:extLst>
                  <a:ext uri="{0D108BD9-81ED-4DB2-BD59-A6C34878D82A}">
                    <a16:rowId xmlns:a16="http://schemas.microsoft.com/office/drawing/2014/main" val="378551773"/>
                  </a:ext>
                </a:extLst>
              </a:tr>
            </a:tbl>
          </a:graphicData>
        </a:graphic>
      </p:graphicFrame>
      <p:sp>
        <p:nvSpPr>
          <p:cNvPr id="5" name="CasellaDiTesto 4">
            <a:extLst>
              <a:ext uri="{FF2B5EF4-FFF2-40B4-BE49-F238E27FC236}">
                <a16:creationId xmlns:a16="http://schemas.microsoft.com/office/drawing/2014/main" id="{67C5D8FA-7802-2B40-F347-8025C4455A3C}"/>
              </a:ext>
            </a:extLst>
          </p:cNvPr>
          <p:cNvSpPr txBox="1"/>
          <p:nvPr/>
        </p:nvSpPr>
        <p:spPr>
          <a:xfrm>
            <a:off x="168242" y="4020218"/>
            <a:ext cx="1544379" cy="646331"/>
          </a:xfrm>
          <a:prstGeom prst="rect">
            <a:avLst/>
          </a:prstGeom>
          <a:noFill/>
        </p:spPr>
        <p:txBody>
          <a:bodyPr wrap="square">
            <a:spAutoFit/>
          </a:bodyPr>
          <a:lstStyle/>
          <a:p>
            <a:r>
              <a:rPr lang="it-IT">
                <a:highlight>
                  <a:srgbClr val="FFFF00"/>
                </a:highlight>
              </a:rPr>
              <a:t>Cluster in manutenzione</a:t>
            </a:r>
          </a:p>
        </p:txBody>
      </p:sp>
      <p:sp>
        <p:nvSpPr>
          <p:cNvPr id="3" name="Rettangolo 2">
            <a:extLst>
              <a:ext uri="{FF2B5EF4-FFF2-40B4-BE49-F238E27FC236}">
                <a16:creationId xmlns:a16="http://schemas.microsoft.com/office/drawing/2014/main" id="{9CBB8AC7-ECDC-B885-7700-5C7E49D4CBCB}"/>
              </a:ext>
            </a:extLst>
          </p:cNvPr>
          <p:cNvSpPr/>
          <p:nvPr/>
        </p:nvSpPr>
        <p:spPr>
          <a:xfrm>
            <a:off x="94593" y="3804746"/>
            <a:ext cx="4960883" cy="132556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612459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ACA74-9FB5-E377-D563-84DD1328A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99BDF-2D94-11AD-8BEE-02FC71429765}"/>
              </a:ext>
            </a:extLst>
          </p:cNvPr>
          <p:cNvSpPr>
            <a:spLocks noGrp="1"/>
          </p:cNvSpPr>
          <p:nvPr>
            <p:ph type="title"/>
          </p:nvPr>
        </p:nvSpPr>
        <p:spPr/>
        <p:txBody>
          <a:bodyPr/>
          <a:lstStyle/>
          <a:p>
            <a:r>
              <a:rPr lang="en-US">
                <a:ea typeface="Calibri Light"/>
                <a:cs typeface="Calibri Light"/>
              </a:rPr>
              <a:t>Part 0 – test case em_hill2d_x</a:t>
            </a:r>
            <a:endParaRPr lang="en-US"/>
          </a:p>
        </p:txBody>
      </p:sp>
      <p:sp>
        <p:nvSpPr>
          <p:cNvPr id="3" name="Content Placeholder 2">
            <a:extLst>
              <a:ext uri="{FF2B5EF4-FFF2-40B4-BE49-F238E27FC236}">
                <a16:creationId xmlns:a16="http://schemas.microsoft.com/office/drawing/2014/main" id="{78B56BCE-0F5C-1973-8162-2D7837ED5ACA}"/>
              </a:ext>
            </a:extLst>
          </p:cNvPr>
          <p:cNvSpPr>
            <a:spLocks noGrp="1"/>
          </p:cNvSpPr>
          <p:nvPr>
            <p:ph idx="1"/>
          </p:nvPr>
        </p:nvSpPr>
        <p:spPr>
          <a:xfrm>
            <a:off x="838199" y="1825625"/>
            <a:ext cx="10515599" cy="4351338"/>
          </a:xfrm>
        </p:spPr>
        <p:txBody>
          <a:bodyPr vert="horz" lIns="91440" tIns="45720" rIns="91440" bIns="45720" rtlCol="0" anchor="t">
            <a:normAutofit/>
          </a:bodyPr>
          <a:lstStyle/>
          <a:p>
            <a:pPr marL="0" indent="0">
              <a:buNone/>
            </a:pPr>
            <a:r>
              <a:rPr lang="en-US" sz="2400">
                <a:cs typeface="Calibri" panose="020F0502020204030204"/>
              </a:rPr>
              <a:t>Objective: </a:t>
            </a:r>
          </a:p>
          <a:p>
            <a:pPr eaLnBrk="0" fontAlgn="base" hangingPunct="0">
              <a:lnSpc>
                <a:spcPct val="100000"/>
              </a:lnSpc>
              <a:spcBef>
                <a:spcPct val="0"/>
              </a:spcBef>
              <a:spcAft>
                <a:spcPct val="0"/>
              </a:spcAft>
            </a:pPr>
            <a:r>
              <a:rPr lang="it-IT" altLang="it-IT" sz="2400" err="1">
                <a:cs typeface="Calibri" panose="020F0502020204030204"/>
              </a:rPr>
              <a:t>Become</a:t>
            </a:r>
            <a:r>
              <a:rPr lang="it-IT" altLang="it-IT" sz="2400">
                <a:cs typeface="Calibri" panose="020F0502020204030204"/>
              </a:rPr>
              <a:t> </a:t>
            </a:r>
            <a:r>
              <a:rPr lang="it-IT" altLang="it-IT" sz="2400" err="1">
                <a:cs typeface="Calibri" panose="020F0502020204030204"/>
              </a:rPr>
              <a:t>familiar</a:t>
            </a:r>
            <a:r>
              <a:rPr lang="it-IT" altLang="it-IT" sz="2400">
                <a:cs typeface="Calibri" panose="020F0502020204030204"/>
              </a:rPr>
              <a:t> with the base-case input files and </a:t>
            </a:r>
            <a:r>
              <a:rPr lang="it-IT" altLang="it-IT" sz="2400" err="1">
                <a:cs typeface="Calibri" panose="020F0502020204030204"/>
              </a:rPr>
              <a:t>simulation</a:t>
            </a:r>
            <a:r>
              <a:rPr lang="it-IT" altLang="it-IT" sz="2400">
                <a:cs typeface="Calibri" panose="020F0502020204030204"/>
              </a:rPr>
              <a:t> output;</a:t>
            </a:r>
          </a:p>
          <a:p>
            <a:pPr eaLnBrk="0" fontAlgn="base" hangingPunct="0">
              <a:lnSpc>
                <a:spcPct val="100000"/>
              </a:lnSpc>
              <a:spcBef>
                <a:spcPct val="0"/>
              </a:spcBef>
              <a:spcAft>
                <a:spcPct val="0"/>
              </a:spcAft>
            </a:pPr>
            <a:r>
              <a:rPr lang="it-IT" altLang="it-IT" sz="2400" err="1">
                <a:cs typeface="Calibri" panose="020F0502020204030204"/>
              </a:rPr>
              <a:t>Run</a:t>
            </a:r>
            <a:r>
              <a:rPr lang="it-IT" altLang="it-IT" sz="2400">
                <a:cs typeface="Calibri" panose="020F0502020204030204"/>
              </a:rPr>
              <a:t> the base case and </a:t>
            </a:r>
            <a:r>
              <a:rPr lang="it-IT" altLang="it-IT" sz="2400" err="1">
                <a:cs typeface="Calibri" panose="020F0502020204030204"/>
              </a:rPr>
              <a:t>interpret</a:t>
            </a:r>
            <a:r>
              <a:rPr lang="it-IT" altLang="it-IT" sz="2400">
                <a:cs typeface="Calibri" panose="020F0502020204030204"/>
              </a:rPr>
              <a:t> the </a:t>
            </a:r>
            <a:r>
              <a:rPr lang="it-IT" altLang="it-IT" sz="2400" err="1">
                <a:cs typeface="Calibri" panose="020F0502020204030204"/>
              </a:rPr>
              <a:t>results</a:t>
            </a:r>
            <a:r>
              <a:rPr lang="it-IT" altLang="it-IT" sz="2400">
                <a:cs typeface="Calibri" panose="020F0502020204030204"/>
              </a:rPr>
              <a:t> (</a:t>
            </a:r>
            <a:r>
              <a:rPr lang="it-IT" altLang="it-IT" sz="2400" err="1">
                <a:cs typeface="Calibri" panose="020F0502020204030204"/>
              </a:rPr>
              <a:t>calculate</a:t>
            </a:r>
            <a:r>
              <a:rPr lang="it-IT" altLang="it-IT" sz="2400">
                <a:cs typeface="Calibri" panose="020F0502020204030204"/>
              </a:rPr>
              <a:t> the </a:t>
            </a:r>
            <a:r>
              <a:rPr lang="it-IT" altLang="it-IT" sz="2400" err="1">
                <a:cs typeface="Calibri" panose="020F0502020204030204"/>
              </a:rPr>
              <a:t>parameters</a:t>
            </a:r>
            <a:r>
              <a:rPr lang="it-IT" altLang="it-IT" sz="2400">
                <a:cs typeface="Calibri" panose="020F0502020204030204"/>
              </a:rPr>
              <a:t> </a:t>
            </a:r>
            <a:r>
              <a:rPr lang="it-IT" altLang="it-IT" sz="2400" err="1">
                <a:cs typeface="Calibri" panose="020F0502020204030204"/>
              </a:rPr>
              <a:t>shown</a:t>
            </a:r>
            <a:r>
              <a:rPr lang="it-IT" altLang="it-IT" sz="2400">
                <a:cs typeface="Calibri" panose="020F0502020204030204"/>
              </a:rPr>
              <a:t> on Slide 29).</a:t>
            </a:r>
            <a:endParaRPr lang="en-US" sz="2400">
              <a:cs typeface="Calibri" panose="020F0502020204030204"/>
            </a:endParaRPr>
          </a:p>
        </p:txBody>
      </p:sp>
      <p:sp>
        <p:nvSpPr>
          <p:cNvPr id="7" name="Slide Number Placeholder 6">
            <a:extLst>
              <a:ext uri="{FF2B5EF4-FFF2-40B4-BE49-F238E27FC236}">
                <a16:creationId xmlns:a16="http://schemas.microsoft.com/office/drawing/2014/main" id="{ED265B62-C75F-3057-C647-571A15FE77B7}"/>
              </a:ext>
            </a:extLst>
          </p:cNvPr>
          <p:cNvSpPr>
            <a:spLocks noGrp="1"/>
          </p:cNvSpPr>
          <p:nvPr>
            <p:ph type="sldNum" sz="quarter" idx="12"/>
          </p:nvPr>
        </p:nvSpPr>
        <p:spPr/>
        <p:txBody>
          <a:bodyPr/>
          <a:lstStyle/>
          <a:p>
            <a:fld id="{48F63A3B-78C7-47BE-AE5E-E10140E04643}" type="slidenum">
              <a:rPr lang="en-US" dirty="0"/>
              <a:t>34</a:t>
            </a:fld>
            <a:endParaRPr lang="en-US"/>
          </a:p>
        </p:txBody>
      </p:sp>
    </p:spTree>
    <p:extLst>
      <p:ext uri="{BB962C8B-B14F-4D97-AF65-F5344CB8AC3E}">
        <p14:creationId xmlns:p14="http://schemas.microsoft.com/office/powerpoint/2010/main" val="2627668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545FA-9746-5C58-C4CC-ABF9BA8ED06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4BD85606-CCBE-DEBE-4732-9E528CE391A4}"/>
                  </a:ext>
                </a:extLst>
              </p:cNvPr>
              <p:cNvSpPr>
                <a:spLocks noGrp="1"/>
              </p:cNvSpPr>
              <p:nvPr>
                <p:ph idx="1"/>
              </p:nvPr>
            </p:nvSpPr>
            <p:spPr>
              <a:xfrm>
                <a:off x="838200" y="1690688"/>
                <a:ext cx="5257800" cy="4486275"/>
              </a:xfrm>
            </p:spPr>
            <p:txBody>
              <a:bodyPr/>
              <a:lstStyle/>
              <a:p>
                <a:pPr marL="0" indent="0">
                  <a:buNone/>
                </a:pPr>
                <a:r>
                  <a:rPr lang="it-IT"/>
                  <a:t>Domain setup</a:t>
                </a:r>
              </a:p>
              <a:p>
                <a:pPr marL="0" indent="0">
                  <a:buNone/>
                </a:pPr>
                <a:endParaRPr lang="it-IT"/>
              </a:p>
              <a:p>
                <a:pPr marL="0" indent="0">
                  <a:buNone/>
                </a:pPr>
                <a14:m>
                  <m:oMathPara xmlns:m="http://schemas.openxmlformats.org/officeDocument/2006/math">
                    <m:oMathParaPr>
                      <m:jc m:val="left"/>
                    </m:oMathParaPr>
                    <m:oMath xmlns:m="http://schemas.openxmlformats.org/officeDocument/2006/math">
                      <m:sSub>
                        <m:sSubPr>
                          <m:ctrlPr>
                            <a:rPr lang="it-IT" sz="2400" i="1" smtClean="0">
                              <a:latin typeface="Cambria Math" panose="02040503050406030204" pitchFamily="18" charset="0"/>
                              <a:ea typeface="Cambria Math" panose="02040503050406030204" pitchFamily="18" charset="0"/>
                            </a:rPr>
                          </m:ctrlPr>
                        </m:sSubPr>
                        <m:e>
                          <m:r>
                            <a:rPr lang="it-IT" sz="2400" b="0" i="1" smtClean="0">
                              <a:latin typeface="Cambria Math" panose="02040503050406030204" pitchFamily="18" charset="0"/>
                              <a:ea typeface="Cambria Math" panose="02040503050406030204" pitchFamily="18" charset="0"/>
                            </a:rPr>
                            <m:t>𝐿</m:t>
                          </m:r>
                        </m:e>
                        <m:sub>
                          <m:r>
                            <a:rPr lang="it-IT" sz="2400" b="0" i="1" smtClean="0">
                              <a:latin typeface="Cambria Math" panose="02040503050406030204" pitchFamily="18" charset="0"/>
                              <a:ea typeface="Cambria Math" panose="02040503050406030204" pitchFamily="18" charset="0"/>
                            </a:rPr>
                            <m:t>𝑥</m:t>
                          </m:r>
                        </m:sub>
                      </m:sSub>
                      <m:r>
                        <a:rPr lang="it-IT" sz="2400" i="1">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402</m:t>
                      </m:r>
                      <m:r>
                        <a:rPr lang="it-IT" sz="2400" i="1">
                          <a:latin typeface="Cambria Math" panose="02040503050406030204" pitchFamily="18" charset="0"/>
                          <a:ea typeface="Cambria Math" panose="02040503050406030204" pitchFamily="18" charset="0"/>
                        </a:rPr>
                        <m:t> </m:t>
                      </m:r>
                      <m:r>
                        <a:rPr lang="it-IT" sz="2400" i="1">
                          <a:latin typeface="Cambria Math" panose="02040503050406030204" pitchFamily="18" charset="0"/>
                          <a:ea typeface="Cambria Math" panose="02040503050406030204" pitchFamily="18" charset="0"/>
                        </a:rPr>
                        <m:t>𝑘𝑚</m:t>
                      </m:r>
                    </m:oMath>
                  </m:oMathPara>
                </a14:m>
                <a:endParaRPr lang="it-IT" sz="2400"/>
              </a:p>
              <a:p>
                <a:pPr marL="0" indent="0">
                  <a:buNone/>
                </a:pPr>
                <a14:m>
                  <m:oMathPara xmlns:m="http://schemas.openxmlformats.org/officeDocument/2006/math">
                    <m:oMathParaPr>
                      <m:jc m:val="left"/>
                    </m:oMathParaPr>
                    <m:oMath xmlns:m="http://schemas.openxmlformats.org/officeDocument/2006/math">
                      <m:r>
                        <a:rPr lang="it-IT" sz="240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𝑥</m:t>
                      </m:r>
                      <m:r>
                        <a:rPr lang="it-IT" sz="2400" b="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𝑦</m:t>
                      </m:r>
                      <m:r>
                        <a:rPr lang="it-IT" sz="2400" b="0" i="1" smtClean="0">
                          <a:latin typeface="Cambria Math" panose="02040503050406030204" pitchFamily="18" charset="0"/>
                          <a:ea typeface="Cambria Math" panose="02040503050406030204" pitchFamily="18" charset="0"/>
                        </a:rPr>
                        <m:t>=2 </m:t>
                      </m:r>
                      <m:r>
                        <a:rPr lang="it-IT" sz="2400" b="0" i="1" smtClean="0">
                          <a:latin typeface="Cambria Math" panose="02040503050406030204" pitchFamily="18" charset="0"/>
                          <a:ea typeface="Cambria Math" panose="02040503050406030204" pitchFamily="18" charset="0"/>
                        </a:rPr>
                        <m:t>𝑘𝑚</m:t>
                      </m:r>
                    </m:oMath>
                  </m:oMathPara>
                </a14:m>
                <a:endParaRPr lang="it-IT" sz="2400"/>
              </a:p>
              <a:p>
                <a:pPr marL="0" indent="0">
                  <a:buNone/>
                </a:pPr>
                <a:r>
                  <a:rPr lang="it-IT" sz="2400"/>
                  <a:t>41 </a:t>
                </a:r>
                <a:r>
                  <a:rPr lang="it-IT" sz="2400" err="1"/>
                  <a:t>vertical</a:t>
                </a:r>
                <a:r>
                  <a:rPr lang="it-IT" sz="2400"/>
                  <a:t> </a:t>
                </a:r>
                <a:r>
                  <a:rPr lang="it-IT" sz="2400" err="1"/>
                  <a:t>levels</a:t>
                </a:r>
                <a:endParaRPr lang="it-IT" sz="2400"/>
              </a:p>
              <a:p>
                <a:pPr marL="0" indent="0">
                  <a:buNone/>
                </a:pPr>
                <a14:m>
                  <m:oMathPara xmlns:m="http://schemas.openxmlformats.org/officeDocument/2006/math">
                    <m:oMathParaPr>
                      <m:jc m:val="left"/>
                    </m:oMathParaPr>
                    <m:oMath xmlns:m="http://schemas.openxmlformats.org/officeDocument/2006/math">
                      <m:r>
                        <a:rPr lang="it-IT" sz="2400" b="0" i="1" smtClean="0">
                          <a:latin typeface="Cambria Math" panose="02040503050406030204" pitchFamily="18" charset="0"/>
                          <a:ea typeface="Cambria Math" panose="02040503050406030204" pitchFamily="18" charset="0"/>
                        </a:rPr>
                        <m:t>𝑈</m:t>
                      </m:r>
                      <m:r>
                        <a:rPr lang="it-IT" sz="2400" i="1">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10</m:t>
                      </m:r>
                      <m:r>
                        <a:rPr lang="it-IT" sz="2400" i="1">
                          <a:latin typeface="Cambria Math" panose="02040503050406030204" pitchFamily="18" charset="0"/>
                          <a:ea typeface="Cambria Math" panose="02040503050406030204" pitchFamily="18" charset="0"/>
                        </a:rPr>
                        <m:t> </m:t>
                      </m:r>
                      <m:r>
                        <a:rPr lang="it-IT" sz="2400" i="1">
                          <a:latin typeface="Cambria Math" panose="02040503050406030204" pitchFamily="18" charset="0"/>
                          <a:ea typeface="Cambria Math" panose="02040503050406030204" pitchFamily="18" charset="0"/>
                        </a:rPr>
                        <m:t>𝑚</m:t>
                      </m:r>
                      <m:r>
                        <a:rPr lang="it-IT" sz="2400" b="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𝑠</m:t>
                      </m:r>
                    </m:oMath>
                  </m:oMathPara>
                </a14:m>
                <a:endParaRPr lang="it-IT" sz="2400"/>
              </a:p>
              <a:p>
                <a:pPr marL="0" indent="0">
                  <a:buNone/>
                </a:pPr>
                <a14:m>
                  <m:oMathPara xmlns:m="http://schemas.openxmlformats.org/officeDocument/2006/math">
                    <m:oMathParaPr>
                      <m:jc m:val="left"/>
                    </m:oMathParaPr>
                    <m:oMath xmlns:m="http://schemas.openxmlformats.org/officeDocument/2006/math">
                      <m:r>
                        <a:rPr lang="it-IT" sz="2400" b="0" i="1" smtClean="0">
                          <a:latin typeface="Cambria Math" panose="02040503050406030204" pitchFamily="18" charset="0"/>
                          <a:ea typeface="Cambria Math" panose="02040503050406030204" pitchFamily="18" charset="0"/>
                        </a:rPr>
                        <m:t>𝑁</m:t>
                      </m:r>
                      <m:r>
                        <a:rPr lang="it-IT" sz="2400" i="1">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0.01</m:t>
                      </m:r>
                      <m:r>
                        <a:rPr lang="it-IT" sz="2400" i="1">
                          <a:latin typeface="Cambria Math" panose="02040503050406030204" pitchFamily="18" charset="0"/>
                          <a:ea typeface="Cambria Math" panose="02040503050406030204" pitchFamily="18" charset="0"/>
                        </a:rPr>
                        <m:t> </m:t>
                      </m:r>
                      <m:r>
                        <a:rPr lang="it-IT" sz="2400" b="0" i="1" smtClean="0">
                          <a:latin typeface="Cambria Math" panose="02040503050406030204" pitchFamily="18" charset="0"/>
                          <a:ea typeface="Cambria Math" panose="02040503050406030204" pitchFamily="18" charset="0"/>
                        </a:rPr>
                        <m:t>1/</m:t>
                      </m:r>
                      <m:r>
                        <a:rPr lang="it-IT" sz="2400" b="0" i="1" smtClean="0">
                          <a:latin typeface="Cambria Math" panose="02040503050406030204" pitchFamily="18" charset="0"/>
                          <a:ea typeface="Cambria Math" panose="02040503050406030204" pitchFamily="18" charset="0"/>
                        </a:rPr>
                        <m:t>𝑠</m:t>
                      </m:r>
                    </m:oMath>
                  </m:oMathPara>
                </a14:m>
                <a:endParaRPr lang="it-IT" sz="2400"/>
              </a:p>
              <a:p>
                <a:pPr marL="0" indent="0">
                  <a:buNone/>
                </a:pPr>
                <a14:m>
                  <m:oMathPara xmlns:m="http://schemas.openxmlformats.org/officeDocument/2006/math">
                    <m:oMathParaPr>
                      <m:jc m:val="left"/>
                    </m:oMathParaPr>
                    <m:oMath xmlns:m="http://schemas.openxmlformats.org/officeDocument/2006/math">
                      <m:r>
                        <a:rPr lang="it-IT" sz="2400" b="0" i="1" smtClean="0">
                          <a:latin typeface="Cambria Math" panose="02040503050406030204" pitchFamily="18" charset="0"/>
                          <a:ea typeface="Cambria Math" panose="02040503050406030204" pitchFamily="18" charset="0"/>
                        </a:rPr>
                        <m:t>h</m:t>
                      </m:r>
                      <m:r>
                        <a:rPr lang="it-IT" sz="2400" i="1">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100 </m:t>
                      </m:r>
                      <m:r>
                        <a:rPr lang="it-IT" sz="2400" i="1">
                          <a:latin typeface="Cambria Math" panose="02040503050406030204" pitchFamily="18" charset="0"/>
                          <a:ea typeface="Cambria Math" panose="02040503050406030204" pitchFamily="18" charset="0"/>
                        </a:rPr>
                        <m:t>𝑚</m:t>
                      </m:r>
                    </m:oMath>
                  </m:oMathPara>
                </a14:m>
                <a:endParaRPr lang="it-IT" sz="2400"/>
              </a:p>
              <a:p>
                <a:pPr marL="0" indent="0">
                  <a:buNone/>
                </a:pPr>
                <a14:m>
                  <m:oMathPara xmlns:m="http://schemas.openxmlformats.org/officeDocument/2006/math">
                    <m:oMathParaPr>
                      <m:jc m:val="left"/>
                    </m:oMathParaPr>
                    <m:oMath xmlns:m="http://schemas.openxmlformats.org/officeDocument/2006/math">
                      <m:r>
                        <a:rPr lang="it-IT" sz="2400" b="0" i="1" smtClean="0">
                          <a:latin typeface="Cambria Math" panose="02040503050406030204" pitchFamily="18" charset="0"/>
                          <a:ea typeface="Cambria Math" panose="02040503050406030204" pitchFamily="18" charset="0"/>
                        </a:rPr>
                        <m:t>2</m:t>
                      </m:r>
                      <m:r>
                        <a:rPr lang="it-IT" sz="2400" b="0" i="1" smtClean="0">
                          <a:latin typeface="Cambria Math" panose="02040503050406030204" pitchFamily="18" charset="0"/>
                          <a:ea typeface="Cambria Math" panose="02040503050406030204" pitchFamily="18" charset="0"/>
                        </a:rPr>
                        <m:t>𝑏</m:t>
                      </m:r>
                      <m:r>
                        <a:rPr lang="it-IT" sz="2400" i="1">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2</m:t>
                      </m:r>
                      <m:r>
                        <a:rPr lang="it-IT" sz="2400" i="1">
                          <a:latin typeface="Cambria Math" panose="02040503050406030204" pitchFamily="18" charset="0"/>
                          <a:ea typeface="Cambria Math" panose="02040503050406030204" pitchFamily="18" charset="0"/>
                        </a:rPr>
                        <m:t>0 </m:t>
                      </m:r>
                      <m:r>
                        <a:rPr lang="it-IT" sz="2400" b="0" i="1" smtClean="0">
                          <a:latin typeface="Cambria Math" panose="02040503050406030204" pitchFamily="18" charset="0"/>
                          <a:ea typeface="Cambria Math" panose="02040503050406030204" pitchFamily="18" charset="0"/>
                        </a:rPr>
                        <m:t>𝑘</m:t>
                      </m:r>
                      <m:r>
                        <a:rPr lang="it-IT" sz="2400" i="1">
                          <a:latin typeface="Cambria Math" panose="02040503050406030204" pitchFamily="18" charset="0"/>
                          <a:ea typeface="Cambria Math" panose="02040503050406030204" pitchFamily="18" charset="0"/>
                        </a:rPr>
                        <m:t>𝑚</m:t>
                      </m:r>
                    </m:oMath>
                  </m:oMathPara>
                </a14:m>
                <a:endParaRPr lang="it-IT" sz="2400"/>
              </a:p>
            </p:txBody>
          </p:sp>
        </mc:Choice>
        <mc:Fallback xmlns="">
          <p:sp>
            <p:nvSpPr>
              <p:cNvPr id="3" name="Segnaposto contenuto 2">
                <a:extLst>
                  <a:ext uri="{FF2B5EF4-FFF2-40B4-BE49-F238E27FC236}">
                    <a16:creationId xmlns:a16="http://schemas.microsoft.com/office/drawing/2014/main" id="{4BD85606-CCBE-DEBE-4732-9E528CE391A4}"/>
                  </a:ext>
                </a:extLst>
              </p:cNvPr>
              <p:cNvSpPr>
                <a:spLocks noGrp="1" noRot="1" noChangeAspect="1" noMove="1" noResize="1" noEditPoints="1" noAdjustHandles="1" noChangeArrowheads="1" noChangeShapeType="1" noTextEdit="1"/>
              </p:cNvSpPr>
              <p:nvPr>
                <p:ph idx="1"/>
              </p:nvPr>
            </p:nvSpPr>
            <p:spPr>
              <a:xfrm>
                <a:off x="838200" y="1690688"/>
                <a:ext cx="5257800" cy="4486275"/>
              </a:xfrm>
              <a:blipFill>
                <a:blip r:embed="rId3"/>
                <a:stretch>
                  <a:fillRect l="-2436" t="-23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Segnaposto contenuto 2">
                <a:extLst>
                  <a:ext uri="{FF2B5EF4-FFF2-40B4-BE49-F238E27FC236}">
                    <a16:creationId xmlns:a16="http://schemas.microsoft.com/office/drawing/2014/main" id="{6ACB8D8D-24DA-BA42-0BC9-2CF29F97E057}"/>
                  </a:ext>
                </a:extLst>
              </p:cNvPr>
              <p:cNvSpPr txBox="1">
                <a:spLocks/>
              </p:cNvSpPr>
              <p:nvPr/>
            </p:nvSpPr>
            <p:spPr>
              <a:xfrm>
                <a:off x="6435437" y="1690688"/>
                <a:ext cx="5257800" cy="4486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2400"/>
                  <a:t>Lineary </a:t>
                </a:r>
                <a:r>
                  <a:rPr lang="it-IT" sz="2400" err="1"/>
                  <a:t>parameter</a:t>
                </a:r>
                <a:endParaRPr lang="it-IT" sz="2400"/>
              </a:p>
              <a:p>
                <a:pPr marL="0" indent="0">
                  <a:buNone/>
                </a:pPr>
                <a14:m>
                  <m:oMathPara xmlns:m="http://schemas.openxmlformats.org/officeDocument/2006/math">
                    <m:oMathParaPr>
                      <m:jc m:val="centerGroup"/>
                    </m:oMathParaPr>
                    <m:oMath xmlns:m="http://schemas.openxmlformats.org/officeDocument/2006/math">
                      <m:acc>
                        <m:accPr>
                          <m:chr m:val="̂"/>
                          <m:ctrlPr>
                            <a:rPr lang="it-IT" sz="2400" b="0" i="1" smtClean="0">
                              <a:latin typeface="Cambria Math" panose="02040503050406030204" pitchFamily="18" charset="0"/>
                              <a:ea typeface="Cambria Math" panose="02040503050406030204" pitchFamily="18" charset="0"/>
                            </a:rPr>
                          </m:ctrlPr>
                        </m:accPr>
                        <m:e>
                          <m:r>
                            <a:rPr lang="it-IT" sz="2400" b="0" i="1" smtClean="0">
                              <a:latin typeface="Cambria Math" panose="02040503050406030204" pitchFamily="18" charset="0"/>
                              <a:ea typeface="Cambria Math" panose="02040503050406030204" pitchFamily="18" charset="0"/>
                            </a:rPr>
                            <m:t>h</m:t>
                          </m:r>
                        </m:e>
                      </m:acc>
                      <m:r>
                        <a:rPr lang="it-IT" sz="2400" b="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𝑁h</m:t>
                      </m:r>
                      <m:r>
                        <a:rPr lang="it-IT" sz="2400" b="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𝑈</m:t>
                      </m:r>
                      <m:r>
                        <a:rPr lang="it-IT" sz="2400" i="1">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0.</m:t>
                      </m:r>
                      <m:r>
                        <a:rPr lang="it-IT" sz="2400" i="1">
                          <a:latin typeface="Cambria Math" panose="02040503050406030204" pitchFamily="18" charset="0"/>
                          <a:ea typeface="Cambria Math" panose="02040503050406030204" pitchFamily="18" charset="0"/>
                        </a:rPr>
                        <m:t>1</m:t>
                      </m:r>
                    </m:oMath>
                  </m:oMathPara>
                </a14:m>
                <a:endParaRPr lang="it-IT" sz="2400"/>
              </a:p>
              <a:p>
                <a:pPr marL="457200" lvl="1" indent="0">
                  <a:buNone/>
                </a:pPr>
                <a:r>
                  <a:rPr lang="it-IT"/>
                  <a:t>Linear </a:t>
                </a:r>
                <a:r>
                  <a:rPr lang="it-IT" err="1"/>
                  <a:t>solution</a:t>
                </a:r>
                <a:endParaRPr lang="it-IT"/>
              </a:p>
              <a:p>
                <a:r>
                  <a:rPr lang="it-IT" sz="2400" err="1"/>
                  <a:t>Hydrostatic</a:t>
                </a:r>
                <a:r>
                  <a:rPr lang="it-IT" sz="2400"/>
                  <a:t> </a:t>
                </a:r>
                <a:r>
                  <a:rPr lang="it-IT" sz="2400" err="1"/>
                  <a:t>parameter</a:t>
                </a:r>
                <a:endParaRPr lang="it-IT" sz="2400"/>
              </a:p>
              <a:p>
                <a:pPr marL="0" indent="0">
                  <a:buNone/>
                </a:pPr>
                <a14:m>
                  <m:oMathPara xmlns:m="http://schemas.openxmlformats.org/officeDocument/2006/math">
                    <m:oMathParaPr>
                      <m:jc m:val="centerGroup"/>
                    </m:oMathParaPr>
                    <m:oMath xmlns:m="http://schemas.openxmlformats.org/officeDocument/2006/math">
                      <m:acc>
                        <m:accPr>
                          <m:chr m:val="̂"/>
                          <m:ctrlPr>
                            <a:rPr lang="it-IT" sz="2400" i="1">
                              <a:latin typeface="Cambria Math" panose="02040503050406030204" pitchFamily="18" charset="0"/>
                              <a:ea typeface="Cambria Math" panose="02040503050406030204" pitchFamily="18" charset="0"/>
                            </a:rPr>
                          </m:ctrlPr>
                        </m:accPr>
                        <m:e>
                          <m:r>
                            <a:rPr lang="it-IT" sz="2400" b="0" i="1" smtClean="0">
                              <a:latin typeface="Cambria Math" panose="02040503050406030204" pitchFamily="18" charset="0"/>
                              <a:ea typeface="Cambria Math" panose="02040503050406030204" pitchFamily="18" charset="0"/>
                            </a:rPr>
                            <m:t>𝑏</m:t>
                          </m:r>
                        </m:e>
                      </m:acc>
                      <m:r>
                        <a:rPr lang="it-IT" sz="2400" i="1">
                          <a:latin typeface="Cambria Math" panose="02040503050406030204" pitchFamily="18" charset="0"/>
                          <a:ea typeface="Cambria Math" panose="02040503050406030204" pitchFamily="18" charset="0"/>
                        </a:rPr>
                        <m:t>=</m:t>
                      </m:r>
                      <m:f>
                        <m:fPr>
                          <m:ctrlPr>
                            <a:rPr lang="it-IT" sz="2400" b="0" i="1" smtClean="0">
                              <a:latin typeface="Cambria Math" panose="02040503050406030204" pitchFamily="18" charset="0"/>
                              <a:ea typeface="Cambria Math" panose="02040503050406030204" pitchFamily="18" charset="0"/>
                            </a:rPr>
                          </m:ctrlPr>
                        </m:fPr>
                        <m:num>
                          <m:r>
                            <a:rPr lang="it-IT" sz="2400" b="0" i="1" smtClean="0">
                              <a:latin typeface="Cambria Math" panose="02040503050406030204" pitchFamily="18" charset="0"/>
                              <a:ea typeface="Cambria Math" panose="02040503050406030204" pitchFamily="18" charset="0"/>
                            </a:rPr>
                            <m:t>𝑁𝑏</m:t>
                          </m:r>
                        </m:num>
                        <m:den>
                          <m:r>
                            <a:rPr lang="it-IT" sz="2400" b="0" i="1" smtClean="0">
                              <a:latin typeface="Cambria Math" panose="02040503050406030204" pitchFamily="18" charset="0"/>
                              <a:ea typeface="Cambria Math" panose="02040503050406030204" pitchFamily="18" charset="0"/>
                            </a:rPr>
                            <m:t>𝑈</m:t>
                          </m:r>
                        </m:den>
                      </m:f>
                      <m:r>
                        <a:rPr lang="it-IT" sz="2400" i="1">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10≫1</m:t>
                      </m:r>
                    </m:oMath>
                  </m:oMathPara>
                </a14:m>
                <a:endParaRPr lang="it-IT" sz="2400"/>
              </a:p>
              <a:p>
                <a:pPr marL="0" indent="0" algn="ctr">
                  <a:buNone/>
                </a:pPr>
                <a:r>
                  <a:rPr lang="it-IT" sz="2400" err="1"/>
                  <a:t>Hydrostatic</a:t>
                </a:r>
                <a:r>
                  <a:rPr lang="it-IT" sz="2400"/>
                  <a:t> mountain </a:t>
                </a:r>
                <a:r>
                  <a:rPr lang="it-IT" sz="2400" err="1"/>
                  <a:t>waves</a:t>
                </a:r>
                <a:endParaRPr lang="it-IT" sz="2400"/>
              </a:p>
            </p:txBody>
          </p:sp>
        </mc:Choice>
        <mc:Fallback xmlns="">
          <p:sp>
            <p:nvSpPr>
              <p:cNvPr id="7" name="Segnaposto contenuto 2">
                <a:extLst>
                  <a:ext uri="{FF2B5EF4-FFF2-40B4-BE49-F238E27FC236}">
                    <a16:creationId xmlns:a16="http://schemas.microsoft.com/office/drawing/2014/main" id="{6ACB8D8D-24DA-BA42-0BC9-2CF29F97E057}"/>
                  </a:ext>
                </a:extLst>
              </p:cNvPr>
              <p:cNvSpPr txBox="1">
                <a:spLocks noRot="1" noChangeAspect="1" noMove="1" noResize="1" noEditPoints="1" noAdjustHandles="1" noChangeArrowheads="1" noChangeShapeType="1" noTextEdit="1"/>
              </p:cNvSpPr>
              <p:nvPr/>
            </p:nvSpPr>
            <p:spPr>
              <a:xfrm>
                <a:off x="6435437" y="1690688"/>
                <a:ext cx="5257800" cy="4486275"/>
              </a:xfrm>
              <a:prstGeom prst="rect">
                <a:avLst/>
              </a:prstGeom>
              <a:blipFill>
                <a:blip r:embed="rId4"/>
                <a:stretch>
                  <a:fillRect l="-1624" t="-1766"/>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87789E93-1FE0-37D4-3CFC-A042849A10A7}"/>
              </a:ext>
            </a:extLst>
          </p:cNvPr>
          <p:cNvSpPr>
            <a:spLocks noGrp="1"/>
          </p:cNvSpPr>
          <p:nvPr>
            <p:ph type="title"/>
          </p:nvPr>
        </p:nvSpPr>
        <p:spPr>
          <a:xfrm>
            <a:off x="838200" y="365125"/>
            <a:ext cx="10515600" cy="1325563"/>
          </a:xfrm>
        </p:spPr>
        <p:txBody>
          <a:bodyPr/>
          <a:lstStyle/>
          <a:p>
            <a:r>
              <a:rPr lang="en-US">
                <a:ea typeface="Calibri Light"/>
                <a:cs typeface="Calibri Light"/>
              </a:rPr>
              <a:t>Part 0 – test case em_hill2d_x</a:t>
            </a:r>
            <a:endParaRPr lang="en-US"/>
          </a:p>
        </p:txBody>
      </p:sp>
      <p:sp>
        <p:nvSpPr>
          <p:cNvPr id="8" name="Segnaposto numero diapositiva 7">
            <a:extLst>
              <a:ext uri="{FF2B5EF4-FFF2-40B4-BE49-F238E27FC236}">
                <a16:creationId xmlns:a16="http://schemas.microsoft.com/office/drawing/2014/main" id="{8A636F51-94A2-091A-5BE9-80767A6F5114}"/>
              </a:ext>
            </a:extLst>
          </p:cNvPr>
          <p:cNvSpPr>
            <a:spLocks noGrp="1"/>
          </p:cNvSpPr>
          <p:nvPr>
            <p:ph type="sldNum" sz="quarter" idx="12"/>
          </p:nvPr>
        </p:nvSpPr>
        <p:spPr/>
        <p:txBody>
          <a:bodyPr/>
          <a:lstStyle/>
          <a:p>
            <a:fld id="{48F63A3B-78C7-47BE-AE5E-E10140E04643}" type="slidenum">
              <a:rPr lang="en-US" smtClean="0"/>
              <a:t>35</a:t>
            </a:fld>
            <a:endParaRPr lang="en-US"/>
          </a:p>
        </p:txBody>
      </p:sp>
    </p:spTree>
    <p:extLst>
      <p:ext uri="{BB962C8B-B14F-4D97-AF65-F5344CB8AC3E}">
        <p14:creationId xmlns:p14="http://schemas.microsoft.com/office/powerpoint/2010/main" val="2163396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4A6D8-E373-2507-0E9D-9D020C36490C}"/>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9FC8F25B-CFC7-B583-53F1-F8C9F67302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38153" y="1928111"/>
            <a:ext cx="4063999" cy="4080655"/>
          </a:xfrm>
          <a:prstGeom prst="rect">
            <a:avLst/>
          </a:prstGeom>
        </p:spPr>
      </p:pic>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FE1E759D-5870-423C-B491-CB531C52942D}"/>
                  </a:ext>
                </a:extLst>
              </p:cNvPr>
              <p:cNvSpPr>
                <a:spLocks noGrp="1"/>
              </p:cNvSpPr>
              <p:nvPr>
                <p:ph idx="1"/>
              </p:nvPr>
            </p:nvSpPr>
            <p:spPr>
              <a:xfrm>
                <a:off x="1037204" y="1790385"/>
                <a:ext cx="4191000" cy="4396923"/>
              </a:xfrm>
            </p:spPr>
            <p:txBody>
              <a:bodyPr>
                <a:normAutofit/>
              </a:bodyPr>
              <a:lstStyle/>
              <a:p>
                <a:pPr marL="0" indent="0">
                  <a:buNone/>
                </a:pPr>
                <a:r>
                  <a:rPr lang="it-IT" sz="2400" b="1" err="1"/>
                  <a:t>Hydrostatic</a:t>
                </a:r>
                <a:r>
                  <a:rPr lang="it-IT" sz="2400" b="1"/>
                  <a:t> mountain </a:t>
                </a:r>
                <a:r>
                  <a:rPr lang="it-IT" sz="2400" b="1" err="1"/>
                  <a:t>waves</a:t>
                </a:r>
                <a:endParaRPr lang="it-IT" sz="2400" b="1"/>
              </a:p>
              <a:p>
                <a:pPr marL="0" indent="0">
                  <a:buNone/>
                </a:pPr>
                <a:r>
                  <a:rPr lang="it-IT" sz="2000" err="1"/>
                  <a:t>Isentropes</a:t>
                </a:r>
                <a:r>
                  <a:rPr lang="it-IT" sz="2000"/>
                  <a:t> are </a:t>
                </a:r>
                <a:r>
                  <a:rPr lang="it-IT" sz="2000" err="1"/>
                  <a:t>displaced</a:t>
                </a:r>
                <a:r>
                  <a:rPr lang="it-IT" sz="2000"/>
                  <a:t> </a:t>
                </a:r>
                <a:r>
                  <a:rPr lang="it-IT" sz="2000" err="1"/>
                  <a:t>upward</a:t>
                </a:r>
                <a:r>
                  <a:rPr lang="it-IT" sz="2000"/>
                  <a:t> and </a:t>
                </a:r>
                <a:r>
                  <a:rPr lang="it-IT" sz="2000" err="1"/>
                  <a:t>downward</a:t>
                </a:r>
                <a:r>
                  <a:rPr lang="it-IT" sz="2000"/>
                  <a:t> in a </a:t>
                </a:r>
                <a:r>
                  <a:rPr lang="it-IT" sz="2000" err="1"/>
                  <a:t>repeating</a:t>
                </a:r>
                <a:r>
                  <a:rPr lang="it-IT" sz="2000"/>
                  <a:t> </a:t>
                </a:r>
                <a:r>
                  <a:rPr lang="it-IT" sz="2000" err="1"/>
                  <a:t>vertical</a:t>
                </a:r>
                <a:r>
                  <a:rPr lang="it-IT" sz="2000"/>
                  <a:t> pattern with a </a:t>
                </a:r>
                <a:r>
                  <a:rPr lang="it-IT" sz="2000" err="1"/>
                  <a:t>wavelength</a:t>
                </a:r>
                <a:r>
                  <a:rPr lang="it-IT" sz="2000"/>
                  <a:t> of </a:t>
                </a:r>
                <a:r>
                  <a:rPr lang="it-IT" sz="2000" err="1"/>
                  <a:t>about</a:t>
                </a:r>
                <a:r>
                  <a:rPr lang="it-IT" sz="2000"/>
                  <a:t> 6 km.</a:t>
                </a:r>
              </a:p>
              <a:p>
                <a:pPr marL="0" indent="0">
                  <a:buNone/>
                </a:pPr>
                <a:r>
                  <a:rPr lang="it-IT" sz="2000"/>
                  <a:t>The mountain </a:t>
                </a:r>
                <a:r>
                  <a:rPr lang="it-IT" sz="2000" err="1"/>
                  <a:t>profile</a:t>
                </a:r>
                <a:r>
                  <a:rPr lang="it-IT" sz="2000"/>
                  <a:t> </a:t>
                </a:r>
                <a:r>
                  <a:rPr lang="it-IT" sz="2000" err="1"/>
                  <a:t>is</a:t>
                </a:r>
                <a:r>
                  <a:rPr lang="it-IT" sz="2000"/>
                  <a:t> </a:t>
                </a:r>
                <a:r>
                  <a:rPr lang="it-IT" sz="2000" err="1"/>
                  <a:t>reproduced</a:t>
                </a:r>
                <a:r>
                  <a:rPr lang="it-IT" sz="2000"/>
                  <a:t> </a:t>
                </a:r>
                <a:r>
                  <a:rPr lang="it-IT" sz="2000" err="1"/>
                  <a:t>at</a:t>
                </a:r>
                <a:r>
                  <a:rPr lang="it-IT" sz="2000"/>
                  <a:t> </a:t>
                </a:r>
                <a:r>
                  <a:rPr lang="it-IT" sz="2000" err="1"/>
                  <a:t>every</a:t>
                </a:r>
                <a:r>
                  <a:rPr lang="it-IT" sz="2000"/>
                  <a:t> </a:t>
                </a:r>
                <a:r>
                  <a:rPr lang="it-IT" sz="2000" err="1"/>
                  <a:t>level</a:t>
                </a:r>
                <a:r>
                  <a:rPr lang="it-IT" sz="2000"/>
                  <a:t> </a:t>
                </a:r>
                <a:r>
                  <a:rPr lang="it-IT" sz="2000" err="1"/>
                  <a:t>that</a:t>
                </a:r>
                <a:r>
                  <a:rPr lang="it-IT" sz="2000"/>
                  <a:t> </a:t>
                </a:r>
                <a:r>
                  <a:rPr lang="it-IT" sz="2000" err="1"/>
                  <a:t>is</a:t>
                </a:r>
                <a:r>
                  <a:rPr lang="it-IT" sz="2000"/>
                  <a:t> an </a:t>
                </a:r>
                <a:r>
                  <a:rPr lang="it-IT" sz="2000" err="1"/>
                  <a:t>integral</a:t>
                </a:r>
                <a:r>
                  <a:rPr lang="it-IT" sz="2000"/>
                  <a:t> multiple of the </a:t>
                </a:r>
                <a:r>
                  <a:rPr lang="it-IT" sz="2000" err="1"/>
                  <a:t>wavelength</a:t>
                </a:r>
                <a:r>
                  <a:rPr lang="it-IT" sz="2000"/>
                  <a:t> </a:t>
                </a:r>
                <a14:m>
                  <m:oMath xmlns:m="http://schemas.openxmlformats.org/officeDocument/2006/math">
                    <m:r>
                      <a:rPr lang="it-IT" sz="2000" b="0" i="1" smtClean="0">
                        <a:latin typeface="Cambria Math" panose="02040503050406030204" pitchFamily="18" charset="0"/>
                        <a:ea typeface="Cambria Math" panose="02040503050406030204" pitchFamily="18" charset="0"/>
                      </a:rPr>
                      <m:t>𝜆</m:t>
                    </m:r>
                  </m:oMath>
                </a14:m>
                <a:r>
                  <a:rPr lang="it-IT" sz="2000"/>
                  <a:t>, </a:t>
                </a:r>
                <a:r>
                  <a:rPr lang="it-IT" sz="2000" err="1"/>
                  <a:t>while</a:t>
                </a:r>
                <a:r>
                  <a:rPr lang="it-IT" sz="2000"/>
                  <a:t> </a:t>
                </a:r>
                <a:r>
                  <a:rPr lang="it-IT" sz="2000" err="1"/>
                  <a:t>those</a:t>
                </a:r>
                <a:r>
                  <a:rPr lang="it-IT" sz="2000"/>
                  <a:t> </a:t>
                </a:r>
                <a:r>
                  <a:rPr lang="it-IT" sz="2000" err="1"/>
                  <a:t>at</a:t>
                </a:r>
                <a:r>
                  <a:rPr lang="it-IT" sz="2000"/>
                  <a:t> 3 and 9 km are </a:t>
                </a:r>
                <a:r>
                  <a:rPr lang="it-IT" sz="2000" err="1"/>
                  <a:t>roughly</a:t>
                </a:r>
                <a:r>
                  <a:rPr lang="it-IT" sz="2000"/>
                  <a:t> the </a:t>
                </a:r>
                <a:r>
                  <a:rPr lang="it-IT" sz="2000" err="1"/>
                  <a:t>mirror</a:t>
                </a:r>
                <a:r>
                  <a:rPr lang="it-IT" sz="2000"/>
                  <a:t>-image of the </a:t>
                </a:r>
                <a:r>
                  <a:rPr lang="it-IT" sz="2000" err="1"/>
                  <a:t>topography</a:t>
                </a:r>
                <a:r>
                  <a:rPr lang="it-IT" sz="2000"/>
                  <a:t>.</a:t>
                </a:r>
              </a:p>
              <a:p>
                <a:pPr marL="0" indent="0">
                  <a:buNone/>
                </a:pPr>
                <a:endParaRPr lang="it-IT" sz="2000"/>
              </a:p>
              <a:p>
                <a:pPr marL="0" indent="0">
                  <a:buNone/>
                </a:pPr>
                <a14:m>
                  <m:oMath xmlns:m="http://schemas.openxmlformats.org/officeDocument/2006/math">
                    <m:r>
                      <a:rPr lang="it-IT" sz="2000" i="1">
                        <a:latin typeface="Cambria Math" panose="02040503050406030204" pitchFamily="18" charset="0"/>
                        <a:ea typeface="Cambria Math" panose="02040503050406030204" pitchFamily="18" charset="0"/>
                      </a:rPr>
                      <m:t>𝜆</m:t>
                    </m:r>
                    <m:r>
                      <a:rPr lang="it-IT" sz="2000" i="1">
                        <a:latin typeface="Cambria Math" panose="02040503050406030204" pitchFamily="18" charset="0"/>
                        <a:ea typeface="Cambria Math" panose="02040503050406030204" pitchFamily="18" charset="0"/>
                      </a:rPr>
                      <m:t>=</m:t>
                    </m:r>
                    <m:f>
                      <m:fPr>
                        <m:ctrlPr>
                          <a:rPr lang="it-IT" sz="2000" i="1">
                            <a:latin typeface="Cambria Math" panose="02040503050406030204" pitchFamily="18" charset="0"/>
                            <a:ea typeface="Cambria Math" panose="02040503050406030204" pitchFamily="18" charset="0"/>
                          </a:rPr>
                        </m:ctrlPr>
                      </m:fPr>
                      <m:num>
                        <m:r>
                          <a:rPr lang="it-IT" sz="2000" i="1">
                            <a:latin typeface="Cambria Math" panose="02040503050406030204" pitchFamily="18" charset="0"/>
                            <a:ea typeface="Cambria Math" panose="02040503050406030204" pitchFamily="18" charset="0"/>
                          </a:rPr>
                          <m:t>2</m:t>
                        </m:r>
                        <m:r>
                          <a:rPr lang="it-IT" sz="2000" i="1">
                            <a:latin typeface="Cambria Math" panose="02040503050406030204" pitchFamily="18" charset="0"/>
                            <a:ea typeface="Cambria Math" panose="02040503050406030204" pitchFamily="18" charset="0"/>
                          </a:rPr>
                          <m:t>𝜋</m:t>
                        </m:r>
                        <m:r>
                          <a:rPr lang="it-IT" sz="2000" i="1">
                            <a:latin typeface="Cambria Math" panose="02040503050406030204" pitchFamily="18" charset="0"/>
                            <a:ea typeface="Cambria Math" panose="02040503050406030204" pitchFamily="18" charset="0"/>
                          </a:rPr>
                          <m:t>𝑈</m:t>
                        </m:r>
                      </m:num>
                      <m:den>
                        <m:r>
                          <a:rPr lang="it-IT" sz="2000" i="1">
                            <a:latin typeface="Cambria Math" panose="02040503050406030204" pitchFamily="18" charset="0"/>
                            <a:ea typeface="Cambria Math" panose="02040503050406030204" pitchFamily="18" charset="0"/>
                          </a:rPr>
                          <m:t>𝑁</m:t>
                        </m:r>
                      </m:den>
                    </m:f>
                    <m:r>
                      <a:rPr lang="it-IT" sz="2000" b="0" i="1" smtClean="0">
                        <a:latin typeface="Cambria Math" panose="02040503050406030204" pitchFamily="18" charset="0"/>
                        <a:ea typeface="Cambria Math" panose="02040503050406030204" pitchFamily="18" charset="0"/>
                      </a:rPr>
                      <m:t>≅6</m:t>
                    </m:r>
                    <m:r>
                      <a:rPr lang="it-IT" sz="2000" b="0" i="1" smtClean="0">
                        <a:latin typeface="Cambria Math" panose="02040503050406030204" pitchFamily="18" charset="0"/>
                        <a:ea typeface="Cambria Math" panose="02040503050406030204" pitchFamily="18" charset="0"/>
                      </a:rPr>
                      <m:t>𝑘𝑚</m:t>
                    </m:r>
                  </m:oMath>
                </a14:m>
                <a:r>
                  <a:rPr lang="it-IT" sz="2000"/>
                  <a:t> </a:t>
                </a:r>
              </a:p>
            </p:txBody>
          </p:sp>
        </mc:Choice>
        <mc:Fallback xmlns="">
          <p:sp>
            <p:nvSpPr>
              <p:cNvPr id="3" name="Segnaposto contenuto 2">
                <a:extLst>
                  <a:ext uri="{FF2B5EF4-FFF2-40B4-BE49-F238E27FC236}">
                    <a16:creationId xmlns:a16="http://schemas.microsoft.com/office/drawing/2014/main" id="{FE1E759D-5870-423C-B491-CB531C52942D}"/>
                  </a:ext>
                </a:extLst>
              </p:cNvPr>
              <p:cNvSpPr>
                <a:spLocks noGrp="1" noRot="1" noChangeAspect="1" noMove="1" noResize="1" noEditPoints="1" noAdjustHandles="1" noChangeArrowheads="1" noChangeShapeType="1" noTextEdit="1"/>
              </p:cNvSpPr>
              <p:nvPr>
                <p:ph idx="1"/>
              </p:nvPr>
            </p:nvSpPr>
            <p:spPr>
              <a:xfrm>
                <a:off x="1037204" y="1790385"/>
                <a:ext cx="4191000" cy="4396923"/>
              </a:xfrm>
              <a:blipFill>
                <a:blip r:embed="rId3"/>
                <a:stretch>
                  <a:fillRect l="-2180" t="-1803" r="-2762" b="-416"/>
                </a:stretch>
              </a:blipFill>
            </p:spPr>
            <p:txBody>
              <a:bodyPr/>
              <a:lstStyle/>
              <a:p>
                <a:r>
                  <a:rPr lang="en-US">
                    <a:noFill/>
                  </a:rPr>
                  <a:t> </a:t>
                </a:r>
              </a:p>
            </p:txBody>
          </p:sp>
        </mc:Fallback>
      </mc:AlternateContent>
      <p:sp>
        <p:nvSpPr>
          <p:cNvPr id="4" name="Ovale 3">
            <a:extLst>
              <a:ext uri="{FF2B5EF4-FFF2-40B4-BE49-F238E27FC236}">
                <a16:creationId xmlns:a16="http://schemas.microsoft.com/office/drawing/2014/main" id="{22D2CA2C-0E3D-3AE5-21BF-B5CC3A7D799C}"/>
              </a:ext>
            </a:extLst>
          </p:cNvPr>
          <p:cNvSpPr/>
          <p:nvPr/>
        </p:nvSpPr>
        <p:spPr>
          <a:xfrm>
            <a:off x="8386764" y="3280632"/>
            <a:ext cx="683014" cy="39485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Ovale 5">
            <a:extLst>
              <a:ext uri="{FF2B5EF4-FFF2-40B4-BE49-F238E27FC236}">
                <a16:creationId xmlns:a16="http://schemas.microsoft.com/office/drawing/2014/main" id="{4E20CAC8-1A97-FFAF-393C-1EF1143AD94C}"/>
              </a:ext>
            </a:extLst>
          </p:cNvPr>
          <p:cNvSpPr/>
          <p:nvPr/>
        </p:nvSpPr>
        <p:spPr>
          <a:xfrm>
            <a:off x="8368834" y="4225870"/>
            <a:ext cx="683014" cy="39485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Ovale 6">
            <a:extLst>
              <a:ext uri="{FF2B5EF4-FFF2-40B4-BE49-F238E27FC236}">
                <a16:creationId xmlns:a16="http://schemas.microsoft.com/office/drawing/2014/main" id="{AF6E4961-8750-DE9D-287D-7CA81C066938}"/>
              </a:ext>
            </a:extLst>
          </p:cNvPr>
          <p:cNvSpPr/>
          <p:nvPr/>
        </p:nvSpPr>
        <p:spPr>
          <a:xfrm>
            <a:off x="8386764" y="2205211"/>
            <a:ext cx="683014" cy="39485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Title 1">
            <a:extLst>
              <a:ext uri="{FF2B5EF4-FFF2-40B4-BE49-F238E27FC236}">
                <a16:creationId xmlns:a16="http://schemas.microsoft.com/office/drawing/2014/main" id="{33CFB517-06B2-CEB1-92CB-700A54CEB813}"/>
              </a:ext>
            </a:extLst>
          </p:cNvPr>
          <p:cNvSpPr>
            <a:spLocks noGrp="1"/>
          </p:cNvSpPr>
          <p:nvPr>
            <p:ph type="title"/>
          </p:nvPr>
        </p:nvSpPr>
        <p:spPr>
          <a:xfrm>
            <a:off x="838200" y="365125"/>
            <a:ext cx="10515600" cy="1325563"/>
          </a:xfrm>
        </p:spPr>
        <p:txBody>
          <a:bodyPr/>
          <a:lstStyle/>
          <a:p>
            <a:r>
              <a:rPr lang="en-US">
                <a:ea typeface="Calibri Light"/>
                <a:cs typeface="Calibri Light"/>
              </a:rPr>
              <a:t>Part 0 – test case em_hill2d_x</a:t>
            </a:r>
            <a:endParaRPr lang="en-US"/>
          </a:p>
        </p:txBody>
      </p:sp>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34CBC619-A827-65F5-68D2-854B0A179BA1}"/>
                  </a:ext>
                </a:extLst>
              </p:cNvPr>
              <p:cNvSpPr txBox="1"/>
              <p:nvPr/>
            </p:nvSpPr>
            <p:spPr>
              <a:xfrm>
                <a:off x="9805308" y="1395186"/>
                <a:ext cx="1548492"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ea typeface="Cambria Math" panose="02040503050406030204" pitchFamily="18" charset="0"/>
                        </a:rPr>
                        <m:t>𝑁h</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𝑈</m:t>
                      </m:r>
                      <m:r>
                        <a:rPr lang="it-IT" i="1">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0.</m:t>
                      </m:r>
                      <m:r>
                        <a:rPr lang="it-IT" i="1">
                          <a:latin typeface="Cambria Math" panose="02040503050406030204" pitchFamily="18" charset="0"/>
                          <a:ea typeface="Cambria Math" panose="02040503050406030204" pitchFamily="18" charset="0"/>
                        </a:rPr>
                        <m:t>1</m:t>
                      </m:r>
                    </m:oMath>
                  </m:oMathPara>
                </a14:m>
                <a:endParaRPr lang="it-IT"/>
              </a:p>
            </p:txBody>
          </p:sp>
        </mc:Choice>
        <mc:Fallback xmlns="">
          <p:sp>
            <p:nvSpPr>
              <p:cNvPr id="12" name="CasellaDiTesto 11">
                <a:extLst>
                  <a:ext uri="{FF2B5EF4-FFF2-40B4-BE49-F238E27FC236}">
                    <a16:creationId xmlns:a16="http://schemas.microsoft.com/office/drawing/2014/main" id="{34CBC619-A827-65F5-68D2-854B0A179BA1}"/>
                  </a:ext>
                </a:extLst>
              </p:cNvPr>
              <p:cNvSpPr txBox="1">
                <a:spLocks noRot="1" noChangeAspect="1" noMove="1" noResize="1" noEditPoints="1" noAdjustHandles="1" noChangeArrowheads="1" noChangeShapeType="1" noTextEdit="1"/>
              </p:cNvSpPr>
              <p:nvPr/>
            </p:nvSpPr>
            <p:spPr>
              <a:xfrm>
                <a:off x="9805308" y="1395186"/>
                <a:ext cx="1548492" cy="369332"/>
              </a:xfrm>
              <a:prstGeom prst="rect">
                <a:avLst/>
              </a:prstGeom>
              <a:blipFill>
                <a:blip r:embed="rId4"/>
                <a:stretch>
                  <a:fillRect b="-13333"/>
                </a:stretch>
              </a:blipFill>
            </p:spPr>
            <p:txBody>
              <a:bodyPr/>
              <a:lstStyle/>
              <a:p>
                <a:r>
                  <a:rPr lang="en-US">
                    <a:noFill/>
                  </a:rPr>
                  <a:t> </a:t>
                </a:r>
              </a:p>
            </p:txBody>
          </p:sp>
        </mc:Fallback>
      </mc:AlternateContent>
      <p:sp>
        <p:nvSpPr>
          <p:cNvPr id="13" name="Segnaposto numero diapositiva 12">
            <a:extLst>
              <a:ext uri="{FF2B5EF4-FFF2-40B4-BE49-F238E27FC236}">
                <a16:creationId xmlns:a16="http://schemas.microsoft.com/office/drawing/2014/main" id="{0886660A-87E4-472E-FB1E-A9DED3315C8D}"/>
              </a:ext>
            </a:extLst>
          </p:cNvPr>
          <p:cNvSpPr>
            <a:spLocks noGrp="1"/>
          </p:cNvSpPr>
          <p:nvPr>
            <p:ph type="sldNum" sz="quarter" idx="12"/>
          </p:nvPr>
        </p:nvSpPr>
        <p:spPr/>
        <p:txBody>
          <a:bodyPr/>
          <a:lstStyle/>
          <a:p>
            <a:fld id="{48F63A3B-78C7-47BE-AE5E-E10140E04643}" type="slidenum">
              <a:rPr lang="en-US" smtClean="0"/>
              <a:t>36</a:t>
            </a:fld>
            <a:endParaRPr lang="en-US"/>
          </a:p>
        </p:txBody>
      </p:sp>
    </p:spTree>
    <p:extLst>
      <p:ext uri="{BB962C8B-B14F-4D97-AF65-F5344CB8AC3E}">
        <p14:creationId xmlns:p14="http://schemas.microsoft.com/office/powerpoint/2010/main" val="11791740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BB21C-8849-877C-BD27-CA8A00CFC0D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7060BF1-8A8D-F2E7-8675-D837F1BD5155}"/>
              </a:ext>
            </a:extLst>
          </p:cNvPr>
          <p:cNvSpPr>
            <a:spLocks noGrp="1"/>
          </p:cNvSpPr>
          <p:nvPr>
            <p:ph type="title"/>
          </p:nvPr>
        </p:nvSpPr>
        <p:spPr>
          <a:xfrm>
            <a:off x="838200" y="365125"/>
            <a:ext cx="10515600" cy="1325563"/>
          </a:xfrm>
        </p:spPr>
        <p:txBody>
          <a:bodyPr/>
          <a:lstStyle/>
          <a:p>
            <a:r>
              <a:rPr lang="en-US">
                <a:ea typeface="Calibri Light"/>
                <a:cs typeface="Calibri Light"/>
              </a:rPr>
              <a:t>Part 0 – test case em_hill2d_x</a:t>
            </a:r>
            <a:endParaRPr lang="en-US"/>
          </a:p>
        </p:txBody>
      </p:sp>
      <p:sp>
        <p:nvSpPr>
          <p:cNvPr id="8" name="Segnaposto numero diapositiva 7">
            <a:extLst>
              <a:ext uri="{FF2B5EF4-FFF2-40B4-BE49-F238E27FC236}">
                <a16:creationId xmlns:a16="http://schemas.microsoft.com/office/drawing/2014/main" id="{1B06917B-8F06-B5E1-31D2-C6C17A37FAEC}"/>
              </a:ext>
            </a:extLst>
          </p:cNvPr>
          <p:cNvSpPr>
            <a:spLocks noGrp="1"/>
          </p:cNvSpPr>
          <p:nvPr>
            <p:ph type="sldNum" sz="quarter" idx="12"/>
          </p:nvPr>
        </p:nvSpPr>
        <p:spPr/>
        <p:txBody>
          <a:bodyPr/>
          <a:lstStyle/>
          <a:p>
            <a:fld id="{48F63A3B-78C7-47BE-AE5E-E10140E04643}" type="slidenum">
              <a:rPr lang="en-US" smtClean="0"/>
              <a:t>37</a:t>
            </a:fld>
            <a:endParaRPr lang="en-US"/>
          </a:p>
        </p:txBody>
      </p:sp>
      <p:sp>
        <p:nvSpPr>
          <p:cNvPr id="9" name="Segnaposto contenuto 2">
            <a:extLst>
              <a:ext uri="{FF2B5EF4-FFF2-40B4-BE49-F238E27FC236}">
                <a16:creationId xmlns:a16="http://schemas.microsoft.com/office/drawing/2014/main" id="{73FA8606-077A-9162-0C27-FA953C6FF732}"/>
              </a:ext>
            </a:extLst>
          </p:cNvPr>
          <p:cNvSpPr>
            <a:spLocks noGrp="1"/>
          </p:cNvSpPr>
          <p:nvPr>
            <p:ph idx="1"/>
          </p:nvPr>
        </p:nvSpPr>
        <p:spPr>
          <a:xfrm>
            <a:off x="1037203" y="1790385"/>
            <a:ext cx="9765393" cy="4396923"/>
          </a:xfrm>
        </p:spPr>
        <p:txBody>
          <a:bodyPr>
            <a:normAutofit/>
          </a:bodyPr>
          <a:lstStyle/>
          <a:p>
            <a:pPr marL="0" indent="0">
              <a:buNone/>
            </a:pPr>
            <a:r>
              <a:rPr lang="it-IT" sz="2400" b="1" err="1"/>
              <a:t>Hydrostatic</a:t>
            </a:r>
            <a:r>
              <a:rPr lang="it-IT" sz="2400" b="1"/>
              <a:t> mountain </a:t>
            </a:r>
            <a:r>
              <a:rPr lang="it-IT" sz="2400" b="1" err="1"/>
              <a:t>waves</a:t>
            </a:r>
            <a:endParaRPr lang="it-IT" sz="2400" b="1"/>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2DA16BB-8416-BEA9-FAD2-FB97175C551B}"/>
                  </a:ext>
                </a:extLst>
              </p:cNvPr>
              <p:cNvSpPr txBox="1"/>
              <p:nvPr/>
            </p:nvSpPr>
            <p:spPr>
              <a:xfrm>
                <a:off x="9805308" y="1395186"/>
                <a:ext cx="1548492"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ea typeface="Cambria Math" panose="02040503050406030204" pitchFamily="18" charset="0"/>
                        </a:rPr>
                        <m:t>𝑁h</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𝑈</m:t>
                      </m:r>
                      <m:r>
                        <a:rPr lang="it-IT" i="1">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0.</m:t>
                      </m:r>
                      <m:r>
                        <a:rPr lang="it-IT" i="1">
                          <a:latin typeface="Cambria Math" panose="02040503050406030204" pitchFamily="18" charset="0"/>
                          <a:ea typeface="Cambria Math" panose="02040503050406030204" pitchFamily="18" charset="0"/>
                        </a:rPr>
                        <m:t>1</m:t>
                      </m:r>
                    </m:oMath>
                  </m:oMathPara>
                </a14:m>
                <a:endParaRPr lang="it-IT"/>
              </a:p>
            </p:txBody>
          </p:sp>
        </mc:Choice>
        <mc:Fallback xmlns="">
          <p:sp>
            <p:nvSpPr>
              <p:cNvPr id="2" name="CasellaDiTesto 1">
                <a:extLst>
                  <a:ext uri="{FF2B5EF4-FFF2-40B4-BE49-F238E27FC236}">
                    <a16:creationId xmlns:a16="http://schemas.microsoft.com/office/drawing/2014/main" id="{62DA16BB-8416-BEA9-FAD2-FB97175C551B}"/>
                  </a:ext>
                </a:extLst>
              </p:cNvPr>
              <p:cNvSpPr txBox="1">
                <a:spLocks noRot="1" noChangeAspect="1" noMove="1" noResize="1" noEditPoints="1" noAdjustHandles="1" noChangeArrowheads="1" noChangeShapeType="1" noTextEdit="1"/>
              </p:cNvSpPr>
              <p:nvPr/>
            </p:nvSpPr>
            <p:spPr>
              <a:xfrm>
                <a:off x="9805308" y="1395186"/>
                <a:ext cx="1548492" cy="369332"/>
              </a:xfrm>
              <a:prstGeom prst="rect">
                <a:avLst/>
              </a:prstGeom>
              <a:blipFill>
                <a:blip r:embed="rId3"/>
                <a:stretch>
                  <a:fillRect b="-13333"/>
                </a:stretch>
              </a:blipFill>
            </p:spPr>
            <p:txBody>
              <a:bodyPr/>
              <a:lstStyle/>
              <a:p>
                <a:r>
                  <a:rPr lang="en-US">
                    <a:noFill/>
                  </a:rPr>
                  <a:t> </a:t>
                </a:r>
              </a:p>
            </p:txBody>
          </p:sp>
        </mc:Fallback>
      </mc:AlternateContent>
      <p:pic>
        <p:nvPicPr>
          <p:cNvPr id="3" name="Immagine 2">
            <a:extLst>
              <a:ext uri="{FF2B5EF4-FFF2-40B4-BE49-F238E27FC236}">
                <a16:creationId xmlns:a16="http://schemas.microsoft.com/office/drawing/2014/main" id="{D0A83E22-5910-4FBE-6C1B-94524063BA9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028574" y="2458384"/>
            <a:ext cx="8134851" cy="4034490"/>
          </a:xfrm>
          <a:prstGeom prst="rect">
            <a:avLst/>
          </a:prstGeom>
        </p:spPr>
      </p:pic>
    </p:spTree>
    <p:extLst>
      <p:ext uri="{BB962C8B-B14F-4D97-AF65-F5344CB8AC3E}">
        <p14:creationId xmlns:p14="http://schemas.microsoft.com/office/powerpoint/2010/main" val="240812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A9B970D-946E-352D-82BD-EFF25338C266}"/>
              </a:ext>
            </a:extLst>
          </p:cNvPr>
          <p:cNvSpPr>
            <a:spLocks noGrp="1"/>
          </p:cNvSpPr>
          <p:nvPr>
            <p:ph type="title"/>
          </p:nvPr>
        </p:nvSpPr>
        <p:spPr>
          <a:xfrm>
            <a:off x="838200" y="365125"/>
            <a:ext cx="10515600" cy="1325563"/>
          </a:xfrm>
        </p:spPr>
        <p:txBody>
          <a:bodyPr/>
          <a:lstStyle/>
          <a:p>
            <a:r>
              <a:rPr lang="en-US">
                <a:ea typeface="Calibri Light"/>
                <a:cs typeface="Calibri Light"/>
              </a:rPr>
              <a:t>Part 0 – test case em_hill2d_x</a:t>
            </a:r>
            <a:endParaRPr lang="en-US"/>
          </a:p>
        </p:txBody>
      </p:sp>
      <p:sp>
        <p:nvSpPr>
          <p:cNvPr id="9" name="Segnaposto numero diapositiva 8">
            <a:extLst>
              <a:ext uri="{FF2B5EF4-FFF2-40B4-BE49-F238E27FC236}">
                <a16:creationId xmlns:a16="http://schemas.microsoft.com/office/drawing/2014/main" id="{8BE20ACF-12D2-338E-DB1E-75CFD8105C5A}"/>
              </a:ext>
            </a:extLst>
          </p:cNvPr>
          <p:cNvSpPr>
            <a:spLocks noGrp="1"/>
          </p:cNvSpPr>
          <p:nvPr>
            <p:ph type="sldNum" sz="quarter" idx="12"/>
          </p:nvPr>
        </p:nvSpPr>
        <p:spPr/>
        <p:txBody>
          <a:bodyPr/>
          <a:lstStyle/>
          <a:p>
            <a:fld id="{48F63A3B-78C7-47BE-AE5E-E10140E04643}" type="slidenum">
              <a:rPr lang="en-US" smtClean="0"/>
              <a:t>38</a:t>
            </a:fld>
            <a:endParaRPr lang="en-US"/>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2B12BE42-9CAA-E138-FD64-6BFF4754C0AE}"/>
                  </a:ext>
                </a:extLst>
              </p:cNvPr>
              <p:cNvSpPr txBox="1"/>
              <p:nvPr/>
            </p:nvSpPr>
            <p:spPr>
              <a:xfrm>
                <a:off x="9805308" y="1395186"/>
                <a:ext cx="1548492"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ea typeface="Cambria Math" panose="02040503050406030204" pitchFamily="18" charset="0"/>
                        </a:rPr>
                        <m:t>𝑁h</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𝑈</m:t>
                      </m:r>
                      <m:r>
                        <a:rPr lang="it-IT" i="1">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0.</m:t>
                      </m:r>
                      <m:r>
                        <a:rPr lang="it-IT" i="1">
                          <a:latin typeface="Cambria Math" panose="02040503050406030204" pitchFamily="18" charset="0"/>
                          <a:ea typeface="Cambria Math" panose="02040503050406030204" pitchFamily="18" charset="0"/>
                        </a:rPr>
                        <m:t>1</m:t>
                      </m:r>
                    </m:oMath>
                  </m:oMathPara>
                </a14:m>
                <a:endParaRPr lang="it-IT"/>
              </a:p>
            </p:txBody>
          </p:sp>
        </mc:Choice>
        <mc:Fallback xmlns="">
          <p:sp>
            <p:nvSpPr>
              <p:cNvPr id="2" name="CasellaDiTesto 1">
                <a:extLst>
                  <a:ext uri="{FF2B5EF4-FFF2-40B4-BE49-F238E27FC236}">
                    <a16:creationId xmlns:a16="http://schemas.microsoft.com/office/drawing/2014/main" id="{2B12BE42-9CAA-E138-FD64-6BFF4754C0AE}"/>
                  </a:ext>
                </a:extLst>
              </p:cNvPr>
              <p:cNvSpPr txBox="1">
                <a:spLocks noRot="1" noChangeAspect="1" noMove="1" noResize="1" noEditPoints="1" noAdjustHandles="1" noChangeArrowheads="1" noChangeShapeType="1" noTextEdit="1"/>
              </p:cNvSpPr>
              <p:nvPr/>
            </p:nvSpPr>
            <p:spPr>
              <a:xfrm>
                <a:off x="9805308" y="1395186"/>
                <a:ext cx="1548492" cy="369332"/>
              </a:xfrm>
              <a:prstGeom prst="rect">
                <a:avLst/>
              </a:prstGeom>
              <a:blipFill>
                <a:blip r:embed="rId2"/>
                <a:stretch>
                  <a:fillRect b="-13333"/>
                </a:stretch>
              </a:blipFill>
            </p:spPr>
            <p:txBody>
              <a:bodyPr/>
              <a:lstStyle/>
              <a:p>
                <a:r>
                  <a:rPr lang="en-US">
                    <a:noFill/>
                  </a:rPr>
                  <a:t> </a:t>
                </a:r>
              </a:p>
            </p:txBody>
          </p:sp>
        </mc:Fallback>
      </mc:AlternateContent>
      <p:sp>
        <p:nvSpPr>
          <p:cNvPr id="6" name="Segnaposto contenuto 2">
            <a:extLst>
              <a:ext uri="{FF2B5EF4-FFF2-40B4-BE49-F238E27FC236}">
                <a16:creationId xmlns:a16="http://schemas.microsoft.com/office/drawing/2014/main" id="{BE80CE0D-AA06-5FFA-1AD7-EDCAE366F953}"/>
              </a:ext>
            </a:extLst>
          </p:cNvPr>
          <p:cNvSpPr txBox="1">
            <a:spLocks/>
          </p:cNvSpPr>
          <p:nvPr/>
        </p:nvSpPr>
        <p:spPr>
          <a:xfrm>
            <a:off x="1037204" y="1790385"/>
            <a:ext cx="4191000" cy="43969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2400" b="1"/>
              <a:t>Hydrostatic mountain </a:t>
            </a:r>
            <a:r>
              <a:rPr lang="it-IT" sz="2400" b="1" err="1"/>
              <a:t>waves</a:t>
            </a:r>
            <a:endParaRPr lang="it-IT" sz="2400" b="1"/>
          </a:p>
          <a:p>
            <a:pPr marL="0" indent="0">
              <a:buNone/>
            </a:pPr>
            <a:r>
              <a:rPr lang="it-IT" sz="2000"/>
              <a:t>The </a:t>
            </a:r>
            <a:r>
              <a:rPr lang="it-IT" sz="2000" err="1"/>
              <a:t>hill</a:t>
            </a:r>
            <a:r>
              <a:rPr lang="it-IT" sz="2000"/>
              <a:t> </a:t>
            </a:r>
            <a:r>
              <a:rPr lang="it-IT" sz="2000" err="1"/>
              <a:t>forces</a:t>
            </a:r>
            <a:r>
              <a:rPr lang="it-IT" sz="2000"/>
              <a:t> </a:t>
            </a:r>
            <a:r>
              <a:rPr lang="it-IT" sz="2000" err="1"/>
              <a:t>rising</a:t>
            </a:r>
            <a:r>
              <a:rPr lang="it-IT" sz="2000"/>
              <a:t> and </a:t>
            </a:r>
            <a:r>
              <a:rPr lang="it-IT" sz="2000" err="1"/>
              <a:t>sinking</a:t>
            </a:r>
            <a:r>
              <a:rPr lang="it-IT" sz="2000"/>
              <a:t> </a:t>
            </a:r>
            <a:r>
              <a:rPr lang="it-IT" sz="2000" err="1"/>
              <a:t>motions</a:t>
            </a:r>
            <a:r>
              <a:rPr lang="it-IT" sz="2000"/>
              <a:t> in a </a:t>
            </a:r>
            <a:r>
              <a:rPr lang="it-IT" sz="2000" err="1"/>
              <a:t>stably</a:t>
            </a:r>
            <a:r>
              <a:rPr lang="it-IT" sz="2000"/>
              <a:t> </a:t>
            </a:r>
            <a:r>
              <a:rPr lang="it-IT" sz="2000" err="1"/>
              <a:t>stratified</a:t>
            </a:r>
            <a:r>
              <a:rPr lang="it-IT" sz="2000"/>
              <a:t> flow, </a:t>
            </a:r>
            <a:r>
              <a:rPr lang="it-IT" sz="2000" err="1"/>
              <a:t>generating</a:t>
            </a:r>
            <a:r>
              <a:rPr lang="it-IT" sz="2000"/>
              <a:t> </a:t>
            </a:r>
            <a:r>
              <a:rPr lang="it-IT" sz="2000" err="1"/>
              <a:t>stationary</a:t>
            </a:r>
            <a:r>
              <a:rPr lang="it-IT" sz="2000"/>
              <a:t> </a:t>
            </a:r>
            <a:r>
              <a:rPr lang="it-IT" sz="2000" err="1"/>
              <a:t>gravity</a:t>
            </a:r>
            <a:r>
              <a:rPr lang="it-IT" sz="2000"/>
              <a:t> </a:t>
            </a:r>
            <a:r>
              <a:rPr lang="it-IT" sz="2000" err="1"/>
              <a:t>waves</a:t>
            </a:r>
            <a:r>
              <a:rPr lang="it-IT" sz="2000"/>
              <a:t>.</a:t>
            </a:r>
          </a:p>
          <a:p>
            <a:pPr marL="0" indent="0">
              <a:buNone/>
            </a:pPr>
            <a:endParaRPr lang="it-IT" sz="2000"/>
          </a:p>
          <a:p>
            <a:pPr marL="0" indent="0">
              <a:buNone/>
            </a:pPr>
            <a:r>
              <a:rPr lang="it-IT" sz="2000"/>
              <a:t>The </a:t>
            </a:r>
            <a:r>
              <a:rPr lang="it-IT" sz="2000" err="1"/>
              <a:t>disturbance</a:t>
            </a:r>
            <a:r>
              <a:rPr lang="it-IT" sz="2000"/>
              <a:t> </a:t>
            </a:r>
            <a:r>
              <a:rPr lang="it-IT" sz="2000" err="1"/>
              <a:t>is</a:t>
            </a:r>
            <a:r>
              <a:rPr lang="it-IT" sz="2000"/>
              <a:t> </a:t>
            </a:r>
            <a:r>
              <a:rPr lang="it-IT" sz="2000" err="1"/>
              <a:t>confined</a:t>
            </a:r>
            <a:r>
              <a:rPr lang="it-IT" sz="2000"/>
              <a:t> in the </a:t>
            </a:r>
            <a:r>
              <a:rPr lang="it-IT" sz="2000" err="1"/>
              <a:t>horizontal</a:t>
            </a:r>
            <a:r>
              <a:rPr lang="it-IT" sz="2000"/>
              <a:t> </a:t>
            </a:r>
            <a:r>
              <a:rPr lang="it-IT" sz="2000" err="1"/>
              <a:t>above</a:t>
            </a:r>
            <a:r>
              <a:rPr lang="it-IT" sz="2000"/>
              <a:t> the mountain, </a:t>
            </a:r>
            <a:r>
              <a:rPr lang="it-IT" sz="2000" err="1"/>
              <a:t>but</a:t>
            </a:r>
            <a:r>
              <a:rPr lang="it-IT" sz="2000"/>
              <a:t> </a:t>
            </a:r>
            <a:r>
              <a:rPr lang="it-IT" sz="2000" err="1"/>
              <a:t>repeats</a:t>
            </a:r>
            <a:r>
              <a:rPr lang="it-IT" sz="2000"/>
              <a:t> </a:t>
            </a:r>
            <a:r>
              <a:rPr lang="it-IT" sz="2000" err="1"/>
              <a:t>itself</a:t>
            </a:r>
            <a:r>
              <a:rPr lang="it-IT" sz="2000"/>
              <a:t> in </a:t>
            </a:r>
            <a:r>
              <a:rPr lang="it-IT" sz="2000" err="1"/>
              <a:t>vertical</a:t>
            </a:r>
            <a:r>
              <a:rPr lang="it-IT" sz="2000"/>
              <a:t>.</a:t>
            </a:r>
          </a:p>
        </p:txBody>
      </p:sp>
      <p:pic>
        <p:nvPicPr>
          <p:cNvPr id="3" name="Immagine 2">
            <a:extLst>
              <a:ext uri="{FF2B5EF4-FFF2-40B4-BE49-F238E27FC236}">
                <a16:creationId xmlns:a16="http://schemas.microsoft.com/office/drawing/2014/main" id="{7AFE07E9-E0BD-4D22-D09A-DAEF82346ED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2010464"/>
            <a:ext cx="4272056" cy="4272056"/>
          </a:xfrm>
          <a:prstGeom prst="rect">
            <a:avLst/>
          </a:prstGeom>
        </p:spPr>
      </p:pic>
    </p:spTree>
    <p:extLst>
      <p:ext uri="{BB962C8B-B14F-4D97-AF65-F5344CB8AC3E}">
        <p14:creationId xmlns:p14="http://schemas.microsoft.com/office/powerpoint/2010/main" val="9428855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472F4-3A55-1583-6A9B-401A2CAD1ADD}"/>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9913E36-7F03-5862-0A64-075306177989}"/>
              </a:ext>
            </a:extLst>
          </p:cNvPr>
          <p:cNvSpPr>
            <a:spLocks noGrp="1"/>
          </p:cNvSpPr>
          <p:nvPr>
            <p:ph idx="1"/>
          </p:nvPr>
        </p:nvSpPr>
        <p:spPr>
          <a:xfrm>
            <a:off x="838200" y="1690688"/>
            <a:ext cx="5257800" cy="4486275"/>
          </a:xfrm>
        </p:spPr>
        <p:txBody>
          <a:bodyPr>
            <a:normAutofit/>
          </a:bodyPr>
          <a:lstStyle/>
          <a:p>
            <a:pPr marL="0" indent="0">
              <a:buNone/>
            </a:pPr>
            <a:r>
              <a:rPr lang="it-IT" sz="2400" err="1"/>
              <a:t>Objective</a:t>
            </a:r>
            <a:r>
              <a:rPr lang="it-IT" sz="2400"/>
              <a:t>: </a:t>
            </a:r>
            <a:r>
              <a:rPr lang="it-IT" sz="2400" err="1"/>
              <a:t>investigation</a:t>
            </a:r>
            <a:r>
              <a:rPr lang="it-IT" sz="2400"/>
              <a:t> of the </a:t>
            </a:r>
            <a:r>
              <a:rPr lang="it-IT" sz="2400" err="1"/>
              <a:t>development</a:t>
            </a:r>
            <a:r>
              <a:rPr lang="it-IT" sz="2400"/>
              <a:t> of </a:t>
            </a:r>
            <a:r>
              <a:rPr lang="it-IT" sz="2400" b="1" err="1"/>
              <a:t>trapped</a:t>
            </a:r>
            <a:r>
              <a:rPr lang="it-IT" sz="2400" b="1"/>
              <a:t> lee </a:t>
            </a:r>
            <a:r>
              <a:rPr lang="it-IT" sz="2400" b="1" err="1"/>
              <a:t>waves</a:t>
            </a:r>
            <a:r>
              <a:rPr lang="it-IT" sz="2400"/>
              <a:t>.</a:t>
            </a:r>
          </a:p>
          <a:p>
            <a:pPr marL="0" indent="0">
              <a:buNone/>
            </a:pPr>
            <a:r>
              <a:rPr lang="it-IT" sz="2400"/>
              <a:t>In </a:t>
            </a:r>
            <a:r>
              <a:rPr lang="it-IT" sz="2400" err="1"/>
              <a:t>this</a:t>
            </a:r>
            <a:r>
              <a:rPr lang="it-IT" sz="2400"/>
              <a:t> case, the </a:t>
            </a:r>
            <a:r>
              <a:rPr lang="it-IT" sz="2400" err="1"/>
              <a:t>atmosphere</a:t>
            </a:r>
            <a:r>
              <a:rPr lang="it-IT" sz="2400"/>
              <a:t> </a:t>
            </a:r>
            <a:r>
              <a:rPr lang="it-IT" sz="2400" err="1"/>
              <a:t>has</a:t>
            </a:r>
            <a:r>
              <a:rPr lang="it-IT" sz="2400"/>
              <a:t> </a:t>
            </a:r>
            <a:r>
              <a:rPr lang="it-IT" sz="2400" err="1"/>
              <a:t>two</a:t>
            </a:r>
            <a:r>
              <a:rPr lang="it-IT" sz="2400"/>
              <a:t> </a:t>
            </a:r>
            <a:r>
              <a:rPr lang="it-IT" sz="2400" err="1"/>
              <a:t>layers</a:t>
            </a:r>
            <a:r>
              <a:rPr lang="it-IT" sz="2400"/>
              <a:t>, with the upper </a:t>
            </a:r>
            <a:r>
              <a:rPr lang="it-IT" sz="2400" err="1"/>
              <a:t>layer</a:t>
            </a:r>
            <a:r>
              <a:rPr lang="it-IT" sz="2400"/>
              <a:t> </a:t>
            </a:r>
            <a:r>
              <a:rPr lang="it-IT" sz="2400" err="1"/>
              <a:t>being</a:t>
            </a:r>
            <a:r>
              <a:rPr lang="it-IT" sz="2400"/>
              <a:t> </a:t>
            </a:r>
            <a:r>
              <a:rPr lang="it-IT" sz="2400" err="1"/>
              <a:t>less</a:t>
            </a:r>
            <a:r>
              <a:rPr lang="it-IT" sz="2400"/>
              <a:t> </a:t>
            </a:r>
            <a:r>
              <a:rPr lang="it-IT" sz="2400" err="1"/>
              <a:t>stable</a:t>
            </a:r>
            <a:r>
              <a:rPr lang="it-IT" sz="2400"/>
              <a:t> </a:t>
            </a:r>
            <a:r>
              <a:rPr lang="it-IT" sz="2400" err="1"/>
              <a:t>than</a:t>
            </a:r>
            <a:r>
              <a:rPr lang="it-IT" sz="2400"/>
              <a:t> the bottom one.</a:t>
            </a:r>
          </a:p>
        </p:txBody>
      </p:sp>
      <p:sp>
        <p:nvSpPr>
          <p:cNvPr id="7" name="Title 1">
            <a:extLst>
              <a:ext uri="{FF2B5EF4-FFF2-40B4-BE49-F238E27FC236}">
                <a16:creationId xmlns:a16="http://schemas.microsoft.com/office/drawing/2014/main" id="{49D5A26D-17E3-209A-C0B3-B51AE2AA28A5}"/>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7CEE5729-84EF-0EC6-9EB4-1640EFB90A84}"/>
              </a:ext>
            </a:extLst>
          </p:cNvPr>
          <p:cNvSpPr>
            <a:spLocks noGrp="1"/>
          </p:cNvSpPr>
          <p:nvPr>
            <p:ph type="sldNum" sz="quarter" idx="12"/>
          </p:nvPr>
        </p:nvSpPr>
        <p:spPr/>
        <p:txBody>
          <a:bodyPr/>
          <a:lstStyle/>
          <a:p>
            <a:fld id="{48F63A3B-78C7-47BE-AE5E-E10140E04643}" type="slidenum">
              <a:rPr lang="en-US" smtClean="0"/>
              <a:t>39</a:t>
            </a:fld>
            <a:endParaRPr lang="en-US"/>
          </a:p>
        </p:txBody>
      </p:sp>
      <p:pic>
        <p:nvPicPr>
          <p:cNvPr id="2050" name="Picture 2" descr="A table with numbers and symbols&#10;&#10;Description automatically generated">
            <a:extLst>
              <a:ext uri="{FF2B5EF4-FFF2-40B4-BE49-F238E27FC236}">
                <a16:creationId xmlns:a16="http://schemas.microsoft.com/office/drawing/2014/main" id="{6C184FCF-8DB0-B3A3-04A2-AA462B8E820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214200" y="5110446"/>
            <a:ext cx="2984901" cy="1325563"/>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a:extLst>
              <a:ext uri="{FF2B5EF4-FFF2-40B4-BE49-F238E27FC236}">
                <a16:creationId xmlns:a16="http://schemas.microsoft.com/office/drawing/2014/main" id="{2A776A41-F1D1-E6BF-107C-48489F2079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440401" y="1593525"/>
            <a:ext cx="4340398" cy="4842484"/>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DD6F145F-0C06-4334-5B40-8644494B75C4}"/>
              </a:ext>
            </a:extLst>
          </p:cNvPr>
          <p:cNvSpPr/>
          <p:nvPr/>
        </p:nvSpPr>
        <p:spPr>
          <a:xfrm>
            <a:off x="6338047" y="1506071"/>
            <a:ext cx="4625788" cy="203498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48F3CB72-4C5D-6B33-FF32-381CC2BE265F}"/>
              </a:ext>
            </a:extLst>
          </p:cNvPr>
          <p:cNvSpPr/>
          <p:nvPr/>
        </p:nvSpPr>
        <p:spPr>
          <a:xfrm>
            <a:off x="3092824" y="5167312"/>
            <a:ext cx="3244476" cy="83007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TextBox 4">
            <a:extLst>
              <a:ext uri="{FF2B5EF4-FFF2-40B4-BE49-F238E27FC236}">
                <a16:creationId xmlns:a16="http://schemas.microsoft.com/office/drawing/2014/main" id="{D609D1C0-B183-0D6E-F572-F8497D2C9DFC}"/>
              </a:ext>
            </a:extLst>
          </p:cNvPr>
          <p:cNvSpPr txBox="1"/>
          <p:nvPr/>
        </p:nvSpPr>
        <p:spPr>
          <a:xfrm>
            <a:off x="6668628" y="6424854"/>
            <a:ext cx="126028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(Durran, 1986)</a:t>
            </a:r>
          </a:p>
        </p:txBody>
      </p:sp>
    </p:spTree>
    <p:extLst>
      <p:ext uri="{BB962C8B-B14F-4D97-AF65-F5344CB8AC3E}">
        <p14:creationId xmlns:p14="http://schemas.microsoft.com/office/powerpoint/2010/main" val="6900737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C137-FBE1-BE7B-1C79-C79872A34AF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0CDCDE9E-71E0-692F-1CA4-7F293DF342EE}"/>
                  </a:ext>
                </a:extLst>
              </p:cNvPr>
              <p:cNvSpPr>
                <a:spLocks noGrp="1"/>
              </p:cNvSpPr>
              <p:nvPr>
                <p:ph idx="1"/>
              </p:nvPr>
            </p:nvSpPr>
            <p:spPr>
              <a:xfrm>
                <a:off x="838200" y="1690688"/>
                <a:ext cx="10274300" cy="4486275"/>
              </a:xfrm>
            </p:spPr>
            <p:txBody>
              <a:bodyPr>
                <a:normAutofit/>
              </a:bodyPr>
              <a:lstStyle/>
              <a:p>
                <a:pPr marL="0" indent="0">
                  <a:buNone/>
                </a:pPr>
                <a:r>
                  <a:rPr lang="it-IT" sz="2200"/>
                  <a:t>Build the case:</a:t>
                </a:r>
              </a:p>
              <a:p>
                <a:pPr marL="457200" indent="-457200">
                  <a:buAutoNum type="arabicPeriod"/>
                </a:pPr>
                <a:r>
                  <a:rPr lang="it-IT" sz="2200"/>
                  <a:t>Copy the case folder:</a:t>
                </a:r>
                <a:br>
                  <a:rPr lang="it-IT" sz="2200"/>
                </a:br>
                <a:r>
                  <a:rPr lang="en-US" sz="1600">
                    <a:solidFill>
                      <a:schemeClr val="accent1"/>
                    </a:solidFill>
                    <a:latin typeface="Monaco" pitchFamily="2" charset="77"/>
                    <a:ea typeface="Calibri" panose="020F0502020204030204"/>
                    <a:cs typeface="Calibri" panose="020F0502020204030204"/>
                  </a:rPr>
                  <a:t>cp -r </a:t>
                </a:r>
                <a:r>
                  <a:rPr lang="en-US" sz="1600">
                    <a:solidFill>
                      <a:schemeClr val="accent1"/>
                    </a:solidFill>
                    <a:latin typeface="Monaco" pitchFamily="2" charset="77"/>
                    <a:ea typeface="+mn-lt"/>
                    <a:cs typeface="+mn-lt"/>
                  </a:rPr>
                  <a:t>/scratch/</a:t>
                </a:r>
                <a:r>
                  <a:rPr lang="en-US" sz="1600" err="1">
                    <a:solidFill>
                      <a:schemeClr val="accent1"/>
                    </a:solidFill>
                    <a:latin typeface="Monaco" pitchFamily="2" charset="77"/>
                    <a:ea typeface="+mn-lt"/>
                    <a:cs typeface="+mn-lt"/>
                  </a:rPr>
                  <a:t>atmos</a:t>
                </a:r>
                <a:r>
                  <a:rPr lang="en-US" sz="1600">
                    <a:solidFill>
                      <a:schemeClr val="accent1"/>
                    </a:solidFill>
                    <a:latin typeface="Monaco" pitchFamily="2" charset="77"/>
                    <a:ea typeface="+mn-lt"/>
                    <a:cs typeface="+mn-lt"/>
                  </a:rPr>
                  <a:t>/simona.rinaldi7/</a:t>
                </a:r>
                <a:r>
                  <a:rPr lang="en-US" sz="1600" err="1">
                    <a:solidFill>
                      <a:schemeClr val="accent1"/>
                    </a:solidFill>
                    <a:latin typeface="Monaco" pitchFamily="2" charset="77"/>
                    <a:ea typeface="+mn-lt"/>
                    <a:cs typeface="+mn-lt"/>
                  </a:rPr>
                  <a:t>complex_terrain_lab</a:t>
                </a:r>
                <a:r>
                  <a:rPr lang="en-US" sz="1600">
                    <a:solidFill>
                      <a:schemeClr val="accent1"/>
                    </a:solidFill>
                    <a:latin typeface="Monaco" pitchFamily="2" charset="77"/>
                    <a:ea typeface="+mn-lt"/>
                    <a:cs typeface="+mn-lt"/>
                  </a:rPr>
                  <a:t>/hill600_lab .</a:t>
                </a:r>
                <a:endParaRPr lang="it-IT" sz="1600">
                  <a:latin typeface="Monaco" pitchFamily="2" charset="77"/>
                </a:endParaRPr>
              </a:p>
              <a:p>
                <a:pPr marL="457200" indent="-457200">
                  <a:buAutoNum type="arabicPeriod"/>
                </a:pPr>
                <a:r>
                  <a:rPr lang="it-IT" sz="2200" err="1"/>
                  <a:t>Construct</a:t>
                </a:r>
                <a:r>
                  <a:rPr lang="it-IT" sz="2200"/>
                  <a:t> the sounding with the following settings:</a:t>
                </a:r>
              </a:p>
              <a:p>
                <a:pPr lvl="1"/>
                <a:r>
                  <a:rPr lang="it-IT" sz="2000"/>
                  <a:t>Interface </a:t>
                </a:r>
                <a:r>
                  <a:rPr lang="it-IT" sz="2000" err="1"/>
                  <a:t>at</a:t>
                </a:r>
                <a:r>
                  <a:rPr lang="it-IT" sz="2000"/>
                  <a:t> </a:t>
                </a:r>
                <a14:m>
                  <m:oMath xmlns:m="http://schemas.openxmlformats.org/officeDocument/2006/math">
                    <m:r>
                      <a:rPr lang="it-IT" sz="2000" i="1">
                        <a:latin typeface="Cambria Math" panose="02040503050406030204" pitchFamily="18" charset="0"/>
                        <a:ea typeface="Cambria Math" panose="02040503050406030204" pitchFamily="18" charset="0"/>
                      </a:rPr>
                      <m:t>𝜆</m:t>
                    </m:r>
                    <m:r>
                      <a:rPr lang="it-IT" sz="2000" b="0" i="1" smtClean="0">
                        <a:latin typeface="Cambria Math" panose="02040503050406030204" pitchFamily="18" charset="0"/>
                        <a:ea typeface="Cambria Math" panose="02040503050406030204" pitchFamily="18" charset="0"/>
                      </a:rPr>
                      <m:t>/4</m:t>
                    </m:r>
                  </m:oMath>
                </a14:m>
                <a:r>
                  <a:rPr lang="it-IT" sz="2000"/>
                  <a:t> and </a:t>
                </a:r>
                <a14:m>
                  <m:oMath xmlns:m="http://schemas.openxmlformats.org/officeDocument/2006/math">
                    <m:r>
                      <a:rPr lang="it-IT" sz="2000" i="1">
                        <a:latin typeface="Cambria Math" panose="02040503050406030204" pitchFamily="18" charset="0"/>
                        <a:ea typeface="Cambria Math" panose="02040503050406030204" pitchFamily="18" charset="0"/>
                      </a:rPr>
                      <m:t>𝜆</m:t>
                    </m:r>
                    <m:r>
                      <a:rPr lang="it-IT" sz="2000" i="1">
                        <a:latin typeface="Cambria Math" panose="02040503050406030204" pitchFamily="18" charset="0"/>
                        <a:ea typeface="Cambria Math" panose="02040503050406030204" pitchFamily="18" charset="0"/>
                      </a:rPr>
                      <m:t>/2</m:t>
                    </m:r>
                  </m:oMath>
                </a14:m>
                <a:r>
                  <a:rPr lang="it-IT" sz="2000"/>
                  <a:t> </a:t>
                </a:r>
              </a:p>
              <a:p>
                <a:pPr lvl="1"/>
                <a:r>
                  <a:rPr lang="it-IT" sz="2000"/>
                  <a:t>Bottom </a:t>
                </a:r>
                <a:r>
                  <a:rPr lang="it-IT" sz="2000" err="1"/>
                  <a:t>layer</a:t>
                </a:r>
                <a:r>
                  <a:rPr lang="it-IT" sz="2000"/>
                  <a:t> with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𝑁</m:t>
                        </m:r>
                      </m:e>
                      <m:sub>
                        <m:r>
                          <a:rPr lang="it-IT" sz="2000" i="1">
                            <a:latin typeface="Cambria Math" panose="02040503050406030204" pitchFamily="18" charset="0"/>
                          </a:rPr>
                          <m:t>𝐿</m:t>
                        </m:r>
                      </m:sub>
                    </m:sSub>
                    <m:r>
                      <a:rPr lang="it-IT" sz="2000" b="0" i="1" smtClean="0">
                        <a:latin typeface="Cambria Math" panose="02040503050406030204" pitchFamily="18" charset="0"/>
                      </a:rPr>
                      <m:t>=0.02 1/</m:t>
                    </m:r>
                    <m:r>
                      <a:rPr lang="it-IT" sz="2000" b="0" i="1" smtClean="0">
                        <a:latin typeface="Cambria Math" panose="02040503050406030204" pitchFamily="18" charset="0"/>
                      </a:rPr>
                      <m:t>𝑠</m:t>
                    </m:r>
                  </m:oMath>
                </a14:m>
                <a:r>
                  <a:rPr lang="it-IT" sz="2000"/>
                  <a:t> and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𝑁</m:t>
                        </m:r>
                      </m:e>
                      <m:sub>
                        <m:r>
                          <a:rPr lang="it-IT" sz="2000" b="0" i="1" smtClean="0">
                            <a:latin typeface="Cambria Math" panose="02040503050406030204" pitchFamily="18" charset="0"/>
                          </a:rPr>
                          <m:t>𝑈</m:t>
                        </m:r>
                      </m:sub>
                    </m:sSub>
                    <m:r>
                      <a:rPr lang="it-IT" sz="2000" b="0" i="1" smtClean="0">
                        <a:latin typeface="Cambria Math" panose="02040503050406030204" pitchFamily="18" charset="0"/>
                      </a:rPr>
                      <m:t>=0.01 1/</m:t>
                    </m:r>
                    <m:r>
                      <a:rPr lang="it-IT" sz="2000" b="0" i="1" smtClean="0">
                        <a:latin typeface="Cambria Math" panose="02040503050406030204" pitchFamily="18" charset="0"/>
                      </a:rPr>
                      <m:t>𝑠</m:t>
                    </m:r>
                  </m:oMath>
                </a14:m>
                <a:endParaRPr lang="it-IT" sz="2000"/>
              </a:p>
              <a:p>
                <a:pPr lvl="1"/>
                <a:r>
                  <a:rPr lang="it-IT" sz="2000"/>
                  <a:t>Wind speed </a:t>
                </a:r>
                <a14:m>
                  <m:oMath xmlns:m="http://schemas.openxmlformats.org/officeDocument/2006/math">
                    <m:r>
                      <a:rPr lang="it-IT" sz="2000" b="0" i="1" dirty="0" smtClean="0">
                        <a:latin typeface="Cambria Math" panose="02040503050406030204" pitchFamily="18" charset="0"/>
                      </a:rPr>
                      <m:t>𝑈</m:t>
                    </m:r>
                    <m:r>
                      <a:rPr lang="it-IT" sz="2000" b="0" i="1" dirty="0" smtClean="0">
                        <a:latin typeface="Cambria Math" panose="02040503050406030204" pitchFamily="18" charset="0"/>
                      </a:rPr>
                      <m:t>=20 </m:t>
                    </m:r>
                    <m:r>
                      <a:rPr lang="it-IT" sz="2000" b="0" i="1" smtClean="0">
                        <a:latin typeface="Cambria Math" panose="02040503050406030204" pitchFamily="18" charset="0"/>
                      </a:rPr>
                      <m:t>𝑚</m:t>
                    </m:r>
                    <m:r>
                      <a:rPr lang="it-IT" sz="2000" b="0" i="1" smtClean="0">
                        <a:latin typeface="Cambria Math" panose="02040503050406030204" pitchFamily="18" charset="0"/>
                      </a:rPr>
                      <m:t>/</m:t>
                    </m:r>
                    <m:r>
                      <a:rPr lang="it-IT" sz="2000" b="0" i="1" smtClean="0">
                        <a:latin typeface="Cambria Math" panose="02040503050406030204" pitchFamily="18" charset="0"/>
                      </a:rPr>
                      <m:t>𝑠</m:t>
                    </m:r>
                  </m:oMath>
                </a14:m>
                <a:endParaRPr lang="it-IT" sz="2200"/>
              </a:p>
            </p:txBody>
          </p:sp>
        </mc:Choice>
        <mc:Fallback xmlns="">
          <p:sp>
            <p:nvSpPr>
              <p:cNvPr id="3" name="Segnaposto contenuto 2">
                <a:extLst>
                  <a:ext uri="{FF2B5EF4-FFF2-40B4-BE49-F238E27FC236}">
                    <a16:creationId xmlns:a16="http://schemas.microsoft.com/office/drawing/2014/main" id="{0CDCDE9E-71E0-692F-1CA4-7F293DF342EE}"/>
                  </a:ext>
                </a:extLst>
              </p:cNvPr>
              <p:cNvSpPr>
                <a:spLocks noGrp="1" noRot="1" noChangeAspect="1" noMove="1" noResize="1" noEditPoints="1" noAdjustHandles="1" noChangeArrowheads="1" noChangeShapeType="1" noTextEdit="1"/>
              </p:cNvSpPr>
              <p:nvPr>
                <p:ph idx="1"/>
              </p:nvPr>
            </p:nvSpPr>
            <p:spPr>
              <a:xfrm>
                <a:off x="838200" y="1690688"/>
                <a:ext cx="10274300" cy="4486275"/>
              </a:xfrm>
              <a:blipFill>
                <a:blip r:embed="rId3"/>
                <a:stretch>
                  <a:fillRect l="-772" t="-1495"/>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3CE2EE61-882F-A5A4-F25A-E148B1DEE5DA}"/>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6A8433BD-F960-5D95-7488-4E84CCDB3A2F}"/>
              </a:ext>
            </a:extLst>
          </p:cNvPr>
          <p:cNvSpPr>
            <a:spLocks noGrp="1"/>
          </p:cNvSpPr>
          <p:nvPr>
            <p:ph type="sldNum" sz="quarter" idx="12"/>
          </p:nvPr>
        </p:nvSpPr>
        <p:spPr/>
        <p:txBody>
          <a:bodyPr/>
          <a:lstStyle/>
          <a:p>
            <a:fld id="{48F63A3B-78C7-47BE-AE5E-E10140E04643}" type="slidenum">
              <a:rPr lang="en-US" smtClean="0"/>
              <a:t>40</a:t>
            </a:fld>
            <a:endParaRPr lang="en-US"/>
          </a:p>
        </p:txBody>
      </p:sp>
      <p:pic>
        <p:nvPicPr>
          <p:cNvPr id="2" name="Immagine 1">
            <a:extLst>
              <a:ext uri="{FF2B5EF4-FFF2-40B4-BE49-F238E27FC236}">
                <a16:creationId xmlns:a16="http://schemas.microsoft.com/office/drawing/2014/main" id="{BB6F197B-609D-F14E-84C1-2079CA03FFC9}"/>
              </a:ext>
            </a:extLst>
          </p:cNvPr>
          <p:cNvPicPr>
            <a:picLocks noChangeAspect="1"/>
          </p:cNvPicPr>
          <p:nvPr/>
        </p:nvPicPr>
        <p:blipFill>
          <a:blip r:embed="rId4"/>
          <a:stretch>
            <a:fillRect/>
          </a:stretch>
        </p:blipFill>
        <p:spPr>
          <a:xfrm>
            <a:off x="8116512" y="3056443"/>
            <a:ext cx="2728772" cy="3476560"/>
          </a:xfrm>
          <a:prstGeom prst="rect">
            <a:avLst/>
          </a:prstGeom>
        </p:spPr>
      </p:pic>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FBCDBDF9-A017-ED93-6045-91D44AF74BFE}"/>
                  </a:ext>
                </a:extLst>
              </p:cNvPr>
              <p:cNvSpPr txBox="1"/>
              <p:nvPr/>
            </p:nvSpPr>
            <p:spPr>
              <a:xfrm>
                <a:off x="1873624" y="5051612"/>
                <a:ext cx="909352" cy="5657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𝜆</m:t>
                      </m:r>
                      <m:r>
                        <a:rPr lang="it-IT" b="0" i="0" smtClean="0">
                          <a:latin typeface="Cambria Math" panose="02040503050406030204" pitchFamily="18" charset="0"/>
                          <a:ea typeface="Cambria Math" panose="02040503050406030204" pitchFamily="18" charset="0"/>
                        </a:rPr>
                        <m:t>=</m:t>
                      </m:r>
                      <m:f>
                        <m:fPr>
                          <m:ctrlPr>
                            <a:rPr lang="it-IT" b="0" i="1" smtClean="0">
                              <a:latin typeface="Cambria Math" panose="02040503050406030204" pitchFamily="18" charset="0"/>
                              <a:ea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2</m:t>
                          </m:r>
                          <m:r>
                            <m:rPr>
                              <m:sty m:val="p"/>
                            </m:rPr>
                            <a:rPr lang="el-GR" b="0" i="1" smtClean="0">
                              <a:latin typeface="Cambria Math" panose="02040503050406030204" pitchFamily="18" charset="0"/>
                              <a:ea typeface="Cambria Math" panose="02040503050406030204" pitchFamily="18" charset="0"/>
                            </a:rPr>
                            <m:t>π</m:t>
                          </m:r>
                          <m:r>
                            <a:rPr lang="it-IT" b="0" i="1" smtClean="0">
                              <a:latin typeface="Cambria Math" panose="02040503050406030204" pitchFamily="18" charset="0"/>
                              <a:ea typeface="Cambria Math" panose="02040503050406030204" pitchFamily="18" charset="0"/>
                            </a:rPr>
                            <m:t>𝑈</m:t>
                          </m:r>
                        </m:num>
                        <m:den>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𝑁</m:t>
                              </m:r>
                            </m:e>
                            <m:sub>
                              <m:r>
                                <a:rPr lang="it-IT" b="0" i="1" smtClean="0">
                                  <a:latin typeface="Cambria Math" panose="02040503050406030204" pitchFamily="18" charset="0"/>
                                  <a:ea typeface="Cambria Math" panose="02040503050406030204" pitchFamily="18" charset="0"/>
                                </a:rPr>
                                <m:t>𝐿</m:t>
                              </m:r>
                            </m:sub>
                          </m:sSub>
                        </m:den>
                      </m:f>
                    </m:oMath>
                  </m:oMathPara>
                </a14:m>
                <a:endParaRPr lang="it-IT"/>
              </a:p>
            </p:txBody>
          </p:sp>
        </mc:Choice>
        <mc:Fallback xmlns="">
          <p:sp>
            <p:nvSpPr>
              <p:cNvPr id="4" name="CasellaDiTesto 3">
                <a:extLst>
                  <a:ext uri="{FF2B5EF4-FFF2-40B4-BE49-F238E27FC236}">
                    <a16:creationId xmlns:a16="http://schemas.microsoft.com/office/drawing/2014/main" id="{FBCDBDF9-A017-ED93-6045-91D44AF74BFE}"/>
                  </a:ext>
                </a:extLst>
              </p:cNvPr>
              <p:cNvSpPr txBox="1">
                <a:spLocks noRot="1" noChangeAspect="1" noMove="1" noResize="1" noEditPoints="1" noAdjustHandles="1" noChangeArrowheads="1" noChangeShapeType="1" noTextEdit="1"/>
              </p:cNvSpPr>
              <p:nvPr/>
            </p:nvSpPr>
            <p:spPr>
              <a:xfrm>
                <a:off x="1873624" y="5051612"/>
                <a:ext cx="909352" cy="5657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84292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549FD-FC8C-9F51-F1F3-E261B388DF44}"/>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DCD3A894-0094-E29C-D11C-4595ABB1C983}"/>
              </a:ext>
            </a:extLst>
          </p:cNvPr>
          <p:cNvSpPr>
            <a:spLocks noGrp="1"/>
          </p:cNvSpPr>
          <p:nvPr>
            <p:ph idx="1"/>
          </p:nvPr>
        </p:nvSpPr>
        <p:spPr>
          <a:xfrm>
            <a:off x="838200" y="1690688"/>
            <a:ext cx="10274300" cy="4486275"/>
          </a:xfrm>
        </p:spPr>
        <p:txBody>
          <a:bodyPr>
            <a:normAutofit/>
          </a:bodyPr>
          <a:lstStyle/>
          <a:p>
            <a:pPr marL="0" indent="0">
              <a:buNone/>
            </a:pPr>
            <a:r>
              <a:rPr lang="it-IT" sz="2000"/>
              <a:t>To </a:t>
            </a:r>
            <a:r>
              <a:rPr lang="it-IT" sz="2000" err="1"/>
              <a:t>construct</a:t>
            </a:r>
            <a:r>
              <a:rPr lang="it-IT" sz="2000"/>
              <a:t> the sounding, use the </a:t>
            </a:r>
            <a:r>
              <a:rPr lang="it-IT" sz="2000">
                <a:hlinkClick r:id="rId3"/>
              </a:rPr>
              <a:t>excel worksheet</a:t>
            </a:r>
            <a:r>
              <a:rPr lang="it-IT" sz="2000"/>
              <a:t>.</a:t>
            </a:r>
          </a:p>
          <a:p>
            <a:pPr marL="457200" indent="-457200">
              <a:buFont typeface="+mj-lt"/>
              <a:buAutoNum type="arabicPeriod"/>
            </a:pPr>
            <a:r>
              <a:rPr lang="it-IT" sz="2000" err="1"/>
              <a:t>Change</a:t>
            </a:r>
            <a:r>
              <a:rPr lang="it-IT" sz="2000"/>
              <a:t> U and T to match the settings in the </a:t>
            </a:r>
            <a:r>
              <a:rPr lang="it-IT" sz="2000" err="1"/>
              <a:t>previous</a:t>
            </a:r>
            <a:r>
              <a:rPr lang="it-IT" sz="2000"/>
              <a:t> slide.</a:t>
            </a:r>
          </a:p>
          <a:p>
            <a:pPr marL="457200" indent="-457200">
              <a:buFont typeface="+mj-lt"/>
              <a:buAutoNum type="arabicPeriod"/>
            </a:pPr>
            <a:r>
              <a:rPr lang="it-IT" sz="2000" err="1"/>
              <a:t>Then</a:t>
            </a:r>
            <a:r>
              <a:rPr lang="it-IT" sz="2000"/>
              <a:t>, go </a:t>
            </a:r>
            <a:r>
              <a:rPr lang="it-IT" sz="2000" err="1"/>
              <a:t>into</a:t>
            </a:r>
            <a:r>
              <a:rPr lang="it-IT" sz="2000"/>
              <a:t> the test case folder in the cluster, and make a copy of the sounding file:</a:t>
            </a:r>
            <a:br>
              <a:rPr lang="it-IT" sz="2000"/>
            </a:br>
            <a:r>
              <a:rPr lang="it-IT" sz="1600" err="1">
                <a:solidFill>
                  <a:schemeClr val="accent1"/>
                </a:solidFill>
                <a:latin typeface="Monaco" pitchFamily="2" charset="77"/>
                <a:ea typeface="+mn-lt"/>
                <a:cs typeface="+mn-lt"/>
              </a:rPr>
              <a:t>cp</a:t>
            </a:r>
            <a:r>
              <a:rPr lang="it-IT" sz="1600">
                <a:solidFill>
                  <a:schemeClr val="accent1"/>
                </a:solidFill>
                <a:latin typeface="Monaco" pitchFamily="2" charset="77"/>
                <a:ea typeface="+mn-lt"/>
                <a:cs typeface="+mn-lt"/>
              </a:rPr>
              <a:t> </a:t>
            </a:r>
            <a:r>
              <a:rPr lang="it-IT" sz="1600" err="1">
                <a:solidFill>
                  <a:schemeClr val="accent1"/>
                </a:solidFill>
                <a:latin typeface="Monaco" pitchFamily="2" charset="77"/>
                <a:ea typeface="+mn-lt"/>
                <a:cs typeface="+mn-lt"/>
              </a:rPr>
              <a:t>input_sounding</a:t>
            </a:r>
            <a:r>
              <a:rPr lang="it-IT" sz="1600">
                <a:solidFill>
                  <a:schemeClr val="accent1"/>
                </a:solidFill>
                <a:latin typeface="Monaco" pitchFamily="2" charset="77"/>
                <a:ea typeface="+mn-lt"/>
                <a:cs typeface="+mn-lt"/>
              </a:rPr>
              <a:t> input_sounding_twoL_z1</a:t>
            </a:r>
          </a:p>
          <a:p>
            <a:pPr marL="457200" indent="-457200">
              <a:buFont typeface="+mj-lt"/>
              <a:buAutoNum type="arabicPeriod"/>
            </a:pPr>
            <a:r>
              <a:rPr lang="it-IT" sz="2000" err="1"/>
              <a:t>Now</a:t>
            </a:r>
            <a:r>
              <a:rPr lang="it-IT" sz="2000"/>
              <a:t>, copy and paste the sounding </a:t>
            </a:r>
            <a:r>
              <a:rPr lang="it-IT" sz="2000" err="1"/>
              <a:t>created</a:t>
            </a:r>
            <a:r>
              <a:rPr lang="it-IT" sz="2000"/>
              <a:t> in the </a:t>
            </a:r>
            <a:r>
              <a:rPr lang="it-IT" sz="2000" err="1"/>
              <a:t>excel</a:t>
            </a:r>
            <a:r>
              <a:rPr lang="it-IT" sz="2000"/>
              <a:t> file </a:t>
            </a:r>
            <a:r>
              <a:rPr lang="it-IT" sz="2000" err="1"/>
              <a:t>into</a:t>
            </a:r>
            <a:r>
              <a:rPr lang="it-IT"/>
              <a:t> </a:t>
            </a:r>
            <a:r>
              <a:rPr lang="it-IT" sz="1600">
                <a:solidFill>
                  <a:schemeClr val="accent1"/>
                </a:solidFill>
                <a:latin typeface="Monaco" pitchFamily="2" charset="77"/>
                <a:ea typeface="+mn-lt"/>
                <a:cs typeface="+mn-lt"/>
              </a:rPr>
              <a:t>input_sounding_twoL_z1</a:t>
            </a:r>
            <a:r>
              <a:rPr lang="it-IT" sz="2000"/>
              <a:t>. Using </a:t>
            </a:r>
            <a:r>
              <a:rPr lang="it-IT" sz="2000" err="1"/>
              <a:t>vim</a:t>
            </a:r>
            <a:r>
              <a:rPr lang="it-IT" sz="2000"/>
              <a:t>: </a:t>
            </a:r>
          </a:p>
          <a:p>
            <a:pPr marL="914400" lvl="1" indent="-457200">
              <a:buFont typeface="+mj-lt"/>
              <a:buAutoNum type="arabicPeriod"/>
            </a:pPr>
            <a:r>
              <a:rPr lang="it-IT" sz="1800"/>
              <a:t>Open the file: </a:t>
            </a:r>
            <a:br>
              <a:rPr lang="it-IT" sz="1600"/>
            </a:br>
            <a:r>
              <a:rPr lang="it-IT" sz="1600">
                <a:solidFill>
                  <a:schemeClr val="accent1"/>
                </a:solidFill>
                <a:latin typeface="Monaco" pitchFamily="2" charset="77"/>
                <a:ea typeface="+mn-lt"/>
                <a:cs typeface="+mn-lt"/>
              </a:rPr>
              <a:t>vi input_sounding_twoL_z1</a:t>
            </a:r>
          </a:p>
          <a:p>
            <a:pPr marL="914400" lvl="1" indent="-457200">
              <a:buFont typeface="+mj-lt"/>
              <a:buAutoNum type="arabicPeriod"/>
            </a:pPr>
            <a:r>
              <a:rPr lang="it-IT" sz="2000"/>
              <a:t>Skip the first </a:t>
            </a:r>
            <a:r>
              <a:rPr lang="it-IT" sz="2000" err="1"/>
              <a:t>row</a:t>
            </a:r>
            <a:r>
              <a:rPr lang="it-IT" sz="2000"/>
              <a:t>, and go to the second one (</a:t>
            </a:r>
            <a:r>
              <a:rPr lang="it-IT" sz="2000" err="1"/>
              <a:t>where</a:t>
            </a:r>
            <a:r>
              <a:rPr lang="it-IT" sz="2000"/>
              <a:t> the </a:t>
            </a:r>
            <a:r>
              <a:rPr lang="it-IT" sz="2000" err="1"/>
              <a:t>five</a:t>
            </a:r>
            <a:r>
              <a:rPr lang="it-IT" sz="2000"/>
              <a:t> </a:t>
            </a:r>
            <a:r>
              <a:rPr lang="it-IT" sz="2000" err="1"/>
              <a:t>column</a:t>
            </a:r>
            <a:r>
              <a:rPr lang="it-IT" sz="2000"/>
              <a:t> </a:t>
            </a:r>
            <a:r>
              <a:rPr lang="it-IT" sz="2000" err="1"/>
              <a:t>table</a:t>
            </a:r>
            <a:r>
              <a:rPr lang="it-IT" sz="2000"/>
              <a:t> starts)</a:t>
            </a:r>
          </a:p>
          <a:p>
            <a:pPr marL="914400" lvl="1" indent="-457200">
              <a:buFont typeface="+mj-lt"/>
              <a:buAutoNum type="arabicPeriod"/>
            </a:pPr>
            <a:r>
              <a:rPr lang="it-IT" sz="2000"/>
              <a:t>Press </a:t>
            </a:r>
            <a:r>
              <a:rPr lang="it-IT" sz="1600" err="1">
                <a:solidFill>
                  <a:schemeClr val="accent1"/>
                </a:solidFill>
                <a:latin typeface="Monaco" pitchFamily="2" charset="77"/>
                <a:ea typeface="+mn-lt"/>
                <a:cs typeface="+mn-lt"/>
              </a:rPr>
              <a:t>shift+v</a:t>
            </a:r>
            <a:r>
              <a:rPr lang="it-IT" sz="2000"/>
              <a:t> to </a:t>
            </a:r>
            <a:r>
              <a:rPr lang="it-IT" sz="2000" err="1"/>
              <a:t>select</a:t>
            </a:r>
            <a:r>
              <a:rPr lang="it-IT" sz="2000"/>
              <a:t> the </a:t>
            </a:r>
            <a:r>
              <a:rPr lang="it-IT" sz="2000" err="1"/>
              <a:t>whole</a:t>
            </a:r>
            <a:r>
              <a:rPr lang="it-IT" sz="2000"/>
              <a:t> </a:t>
            </a:r>
            <a:r>
              <a:rPr lang="it-IT" sz="2000" err="1"/>
              <a:t>row</a:t>
            </a:r>
            <a:r>
              <a:rPr lang="it-IT" sz="2000"/>
              <a:t>. </a:t>
            </a:r>
            <a:r>
              <a:rPr lang="it-IT" sz="2000" err="1"/>
              <a:t>You</a:t>
            </a:r>
            <a:r>
              <a:rPr lang="it-IT" sz="2000"/>
              <a:t> </a:t>
            </a:r>
            <a:r>
              <a:rPr lang="it-IT" sz="2000" err="1"/>
              <a:t>should</a:t>
            </a:r>
            <a:r>
              <a:rPr lang="it-IT" sz="2000"/>
              <a:t> </a:t>
            </a:r>
            <a:r>
              <a:rPr lang="it-IT" sz="2000" err="1"/>
              <a:t>see</a:t>
            </a:r>
            <a:r>
              <a:rPr lang="it-IT" sz="2000"/>
              <a:t> </a:t>
            </a:r>
            <a:r>
              <a:rPr lang="it-IT" sz="1600">
                <a:solidFill>
                  <a:schemeClr val="accent1"/>
                </a:solidFill>
                <a:latin typeface="Monaco" pitchFamily="2" charset="77"/>
                <a:ea typeface="+mn-lt"/>
                <a:cs typeface="+mn-lt"/>
              </a:rPr>
              <a:t>--VISUAL LINE -- </a:t>
            </a:r>
            <a:r>
              <a:rPr lang="it-IT" sz="2000" err="1"/>
              <a:t>at</a:t>
            </a:r>
            <a:r>
              <a:rPr lang="it-IT" sz="2000"/>
              <a:t> the bottom </a:t>
            </a:r>
            <a:r>
              <a:rPr lang="it-IT" sz="2000" err="1"/>
              <a:t>left</a:t>
            </a:r>
            <a:r>
              <a:rPr lang="it-IT" sz="2000"/>
              <a:t> corner of the window;</a:t>
            </a:r>
          </a:p>
          <a:p>
            <a:pPr marL="914400" lvl="1" indent="-457200">
              <a:buFont typeface="+mj-lt"/>
              <a:buAutoNum type="arabicPeriod"/>
            </a:pPr>
            <a:r>
              <a:rPr lang="it-IT" sz="2000"/>
              <a:t>Press </a:t>
            </a:r>
            <a:r>
              <a:rPr lang="it-IT" sz="1600" err="1">
                <a:solidFill>
                  <a:schemeClr val="accent1"/>
                </a:solidFill>
                <a:latin typeface="Monaco" pitchFamily="2" charset="77"/>
                <a:ea typeface="+mn-lt"/>
                <a:cs typeface="+mn-lt"/>
              </a:rPr>
              <a:t>shift+g</a:t>
            </a:r>
            <a:r>
              <a:rPr lang="it-IT" sz="2000"/>
              <a:t> to go to the </a:t>
            </a:r>
            <a:r>
              <a:rPr lang="it-IT" sz="2000" err="1"/>
              <a:t>final</a:t>
            </a:r>
            <a:r>
              <a:rPr lang="it-IT" sz="2000"/>
              <a:t> </a:t>
            </a:r>
            <a:r>
              <a:rPr lang="it-IT" sz="2000" err="1"/>
              <a:t>row</a:t>
            </a:r>
            <a:r>
              <a:rPr lang="it-IT" sz="2000"/>
              <a:t>;</a:t>
            </a:r>
          </a:p>
          <a:p>
            <a:pPr marL="914400" lvl="1" indent="-457200">
              <a:buFont typeface="+mj-lt"/>
              <a:buAutoNum type="arabicPeriod"/>
            </a:pPr>
            <a:r>
              <a:rPr lang="it-IT" sz="2000"/>
              <a:t>Press d to delete the </a:t>
            </a:r>
            <a:r>
              <a:rPr lang="it-IT" sz="2000" err="1"/>
              <a:t>whole</a:t>
            </a:r>
            <a:r>
              <a:rPr lang="it-IT" sz="2000"/>
              <a:t> </a:t>
            </a:r>
            <a:r>
              <a:rPr lang="it-IT" sz="2000" err="1"/>
              <a:t>selection</a:t>
            </a:r>
            <a:r>
              <a:rPr lang="it-IT" sz="2000"/>
              <a:t>.</a:t>
            </a:r>
          </a:p>
        </p:txBody>
      </p:sp>
      <p:sp>
        <p:nvSpPr>
          <p:cNvPr id="7" name="Title 1">
            <a:extLst>
              <a:ext uri="{FF2B5EF4-FFF2-40B4-BE49-F238E27FC236}">
                <a16:creationId xmlns:a16="http://schemas.microsoft.com/office/drawing/2014/main" id="{41A5DE86-49F7-EE28-6427-FB658603776B}"/>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633CA9E3-2766-B55B-D504-483126DE4410}"/>
              </a:ext>
            </a:extLst>
          </p:cNvPr>
          <p:cNvSpPr>
            <a:spLocks noGrp="1"/>
          </p:cNvSpPr>
          <p:nvPr>
            <p:ph type="sldNum" sz="quarter" idx="12"/>
          </p:nvPr>
        </p:nvSpPr>
        <p:spPr/>
        <p:txBody>
          <a:bodyPr/>
          <a:lstStyle/>
          <a:p>
            <a:fld id="{48F63A3B-78C7-47BE-AE5E-E10140E04643}" type="slidenum">
              <a:rPr lang="en-US" smtClean="0"/>
              <a:t>41</a:t>
            </a:fld>
            <a:endParaRPr lang="en-US"/>
          </a:p>
        </p:txBody>
      </p:sp>
    </p:spTree>
    <p:extLst>
      <p:ext uri="{BB962C8B-B14F-4D97-AF65-F5344CB8AC3E}">
        <p14:creationId xmlns:p14="http://schemas.microsoft.com/office/powerpoint/2010/main" val="2128580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2E02-3A9B-93AE-0CEA-F40A7111E20B}"/>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FD7C3723-7435-2601-375D-70C58E7C8003}"/>
              </a:ext>
            </a:extLst>
          </p:cNvPr>
          <p:cNvSpPr>
            <a:spLocks noGrp="1"/>
          </p:cNvSpPr>
          <p:nvPr>
            <p:ph idx="1"/>
          </p:nvPr>
        </p:nvSpPr>
        <p:spPr>
          <a:xfrm>
            <a:off x="958850" y="72932"/>
            <a:ext cx="10274300" cy="6283418"/>
          </a:xfrm>
        </p:spPr>
        <p:txBody>
          <a:bodyPr>
            <a:normAutofit/>
          </a:bodyPr>
          <a:lstStyle/>
          <a:p>
            <a:pPr marL="0" indent="0">
              <a:buNone/>
            </a:pPr>
            <a:r>
              <a:rPr lang="it-IT" sz="600">
                <a:solidFill>
                  <a:schemeClr val="bg1"/>
                </a:solidFill>
              </a:rPr>
              <a:t>To </a:t>
            </a:r>
            <a:r>
              <a:rPr lang="it-IT" sz="600" err="1">
                <a:solidFill>
                  <a:schemeClr val="bg1"/>
                </a:solidFill>
              </a:rPr>
              <a:t>construct</a:t>
            </a:r>
            <a:r>
              <a:rPr lang="it-IT" sz="600">
                <a:solidFill>
                  <a:schemeClr val="bg1"/>
                </a:solidFill>
              </a:rPr>
              <a:t> the sounding, use the </a:t>
            </a:r>
            <a:r>
              <a:rPr lang="it-IT" sz="600">
                <a:solidFill>
                  <a:schemeClr val="bg1"/>
                </a:solidFill>
                <a:hlinkClick r:id="rId3">
                  <a:extLst>
                    <a:ext uri="{A12FA001-AC4F-418D-AE19-62706E023703}">
                      <ahyp:hlinkClr xmlns:ahyp="http://schemas.microsoft.com/office/drawing/2018/hyperlinkcolor" val="tx"/>
                    </a:ext>
                  </a:extLst>
                </a:hlinkClick>
              </a:rPr>
              <a:t>excel worksheet</a:t>
            </a:r>
            <a:r>
              <a:rPr lang="it-IT" sz="600">
                <a:solidFill>
                  <a:schemeClr val="bg1"/>
                </a:solidFill>
              </a:rPr>
              <a:t>.</a:t>
            </a:r>
          </a:p>
          <a:p>
            <a:pPr marL="457200" indent="-457200">
              <a:buFont typeface="+mj-lt"/>
              <a:buAutoNum type="arabicPeriod"/>
            </a:pPr>
            <a:r>
              <a:rPr lang="it-IT" sz="600" err="1">
                <a:solidFill>
                  <a:schemeClr val="bg1"/>
                </a:solidFill>
              </a:rPr>
              <a:t>Change</a:t>
            </a:r>
            <a:r>
              <a:rPr lang="it-IT" sz="600">
                <a:solidFill>
                  <a:schemeClr val="bg1"/>
                </a:solidFill>
              </a:rPr>
              <a:t> U and T to match the settings in the </a:t>
            </a:r>
            <a:r>
              <a:rPr lang="it-IT" sz="600" err="1">
                <a:solidFill>
                  <a:schemeClr val="bg1"/>
                </a:solidFill>
              </a:rPr>
              <a:t>previous</a:t>
            </a:r>
            <a:r>
              <a:rPr lang="it-IT" sz="600">
                <a:solidFill>
                  <a:schemeClr val="bg1"/>
                </a:solidFill>
              </a:rPr>
              <a:t> slide.</a:t>
            </a:r>
          </a:p>
          <a:p>
            <a:pPr marL="457200" indent="-457200">
              <a:buFont typeface="+mj-lt"/>
              <a:buAutoNum type="arabicPeriod"/>
            </a:pPr>
            <a:r>
              <a:rPr lang="it-IT" sz="600" err="1">
                <a:solidFill>
                  <a:schemeClr val="bg1"/>
                </a:solidFill>
              </a:rPr>
              <a:t>Then</a:t>
            </a:r>
            <a:r>
              <a:rPr lang="it-IT" sz="600">
                <a:solidFill>
                  <a:schemeClr val="bg1"/>
                </a:solidFill>
              </a:rPr>
              <a:t>, go </a:t>
            </a:r>
            <a:r>
              <a:rPr lang="it-IT" sz="600" err="1">
                <a:solidFill>
                  <a:schemeClr val="bg1"/>
                </a:solidFill>
              </a:rPr>
              <a:t>into</a:t>
            </a:r>
            <a:r>
              <a:rPr lang="it-IT" sz="600">
                <a:solidFill>
                  <a:schemeClr val="bg1"/>
                </a:solidFill>
              </a:rPr>
              <a:t> the test case folder in the cluster, and make a copy of the sounding file:</a:t>
            </a:r>
            <a:br>
              <a:rPr lang="it-IT" sz="600">
                <a:solidFill>
                  <a:schemeClr val="bg1"/>
                </a:solidFill>
              </a:rPr>
            </a:br>
            <a:r>
              <a:rPr lang="it-IT" sz="400" err="1">
                <a:solidFill>
                  <a:schemeClr val="bg1"/>
                </a:solidFill>
                <a:latin typeface="Monaco" pitchFamily="2" charset="77"/>
                <a:ea typeface="+mn-lt"/>
                <a:cs typeface="+mn-lt"/>
              </a:rPr>
              <a:t>cp</a:t>
            </a:r>
            <a:r>
              <a:rPr lang="it-IT" sz="400">
                <a:solidFill>
                  <a:schemeClr val="bg1"/>
                </a:solidFill>
                <a:latin typeface="Monaco" pitchFamily="2" charset="77"/>
                <a:ea typeface="+mn-lt"/>
                <a:cs typeface="+mn-lt"/>
              </a:rPr>
              <a:t> </a:t>
            </a:r>
            <a:r>
              <a:rPr lang="it-IT" sz="400" err="1">
                <a:solidFill>
                  <a:schemeClr val="bg1"/>
                </a:solidFill>
                <a:latin typeface="Monaco" pitchFamily="2" charset="77"/>
                <a:ea typeface="+mn-lt"/>
                <a:cs typeface="+mn-lt"/>
              </a:rPr>
              <a:t>input_sounding</a:t>
            </a:r>
            <a:r>
              <a:rPr lang="it-IT" sz="400">
                <a:solidFill>
                  <a:schemeClr val="bg1"/>
                </a:solidFill>
                <a:latin typeface="Monaco" pitchFamily="2" charset="77"/>
                <a:ea typeface="+mn-lt"/>
                <a:cs typeface="+mn-lt"/>
              </a:rPr>
              <a:t> input_sounding_twoL_z1</a:t>
            </a:r>
          </a:p>
          <a:p>
            <a:pPr marL="457200" indent="-457200">
              <a:buFont typeface="+mj-lt"/>
              <a:buAutoNum type="arabicPeriod"/>
            </a:pPr>
            <a:r>
              <a:rPr lang="it-IT" sz="600" err="1">
                <a:solidFill>
                  <a:schemeClr val="bg1"/>
                </a:solidFill>
              </a:rPr>
              <a:t>Now</a:t>
            </a:r>
            <a:r>
              <a:rPr lang="it-IT" sz="600">
                <a:solidFill>
                  <a:schemeClr val="bg1"/>
                </a:solidFill>
              </a:rPr>
              <a:t>, copy and paste the sounding </a:t>
            </a:r>
            <a:r>
              <a:rPr lang="it-IT" sz="600" err="1">
                <a:solidFill>
                  <a:schemeClr val="bg1"/>
                </a:solidFill>
              </a:rPr>
              <a:t>created</a:t>
            </a:r>
            <a:r>
              <a:rPr lang="it-IT" sz="600">
                <a:solidFill>
                  <a:schemeClr val="bg1"/>
                </a:solidFill>
              </a:rPr>
              <a:t> in the </a:t>
            </a:r>
            <a:r>
              <a:rPr lang="it-IT" sz="600" err="1">
                <a:solidFill>
                  <a:schemeClr val="bg1"/>
                </a:solidFill>
              </a:rPr>
              <a:t>excel</a:t>
            </a:r>
            <a:r>
              <a:rPr lang="it-IT" sz="600">
                <a:solidFill>
                  <a:schemeClr val="bg1"/>
                </a:solidFill>
              </a:rPr>
              <a:t> file </a:t>
            </a:r>
            <a:r>
              <a:rPr lang="it-IT" sz="600" err="1">
                <a:solidFill>
                  <a:schemeClr val="bg1"/>
                </a:solidFill>
              </a:rPr>
              <a:t>into</a:t>
            </a:r>
            <a:r>
              <a:rPr lang="it-IT" sz="800">
                <a:solidFill>
                  <a:schemeClr val="bg1"/>
                </a:solidFill>
              </a:rPr>
              <a:t> </a:t>
            </a:r>
            <a:r>
              <a:rPr lang="it-IT" sz="400">
                <a:solidFill>
                  <a:schemeClr val="bg1"/>
                </a:solidFill>
                <a:latin typeface="Monaco" pitchFamily="2" charset="77"/>
                <a:ea typeface="+mn-lt"/>
                <a:cs typeface="+mn-lt"/>
              </a:rPr>
              <a:t>input_sounding_twoL_z1</a:t>
            </a:r>
            <a:r>
              <a:rPr lang="it-IT" sz="600">
                <a:solidFill>
                  <a:schemeClr val="bg1"/>
                </a:solidFill>
              </a:rPr>
              <a:t>. Using </a:t>
            </a:r>
            <a:r>
              <a:rPr lang="it-IT" sz="600" err="1">
                <a:solidFill>
                  <a:schemeClr val="bg1"/>
                </a:solidFill>
              </a:rPr>
              <a:t>vim</a:t>
            </a:r>
            <a:r>
              <a:rPr lang="it-IT" sz="600">
                <a:solidFill>
                  <a:schemeClr val="bg1"/>
                </a:solidFill>
              </a:rPr>
              <a:t>: </a:t>
            </a:r>
          </a:p>
          <a:p>
            <a:pPr marL="914400" lvl="1" indent="-457200">
              <a:buFont typeface="+mj-lt"/>
              <a:buAutoNum type="arabicPeriod"/>
            </a:pPr>
            <a:r>
              <a:rPr lang="it-IT" sz="500">
                <a:solidFill>
                  <a:schemeClr val="bg1"/>
                </a:solidFill>
              </a:rPr>
              <a:t>Open the file: </a:t>
            </a:r>
            <a:br>
              <a:rPr lang="it-IT" sz="400">
                <a:solidFill>
                  <a:schemeClr val="bg1"/>
                </a:solidFill>
              </a:rPr>
            </a:br>
            <a:r>
              <a:rPr lang="it-IT" sz="400">
                <a:solidFill>
                  <a:schemeClr val="bg1"/>
                </a:solidFill>
              </a:rPr>
              <a:t>vi </a:t>
            </a:r>
            <a:r>
              <a:rPr lang="it-IT" sz="400">
                <a:solidFill>
                  <a:schemeClr val="bg1"/>
                </a:solidFill>
                <a:latin typeface="Monaco" pitchFamily="2" charset="77"/>
                <a:ea typeface="+mn-lt"/>
                <a:cs typeface="+mn-lt"/>
              </a:rPr>
              <a:t>input_sounding_twoL_z1</a:t>
            </a:r>
          </a:p>
          <a:p>
            <a:pPr marL="914400" lvl="1" indent="-457200">
              <a:buFont typeface="+mj-lt"/>
              <a:buAutoNum type="arabicPeriod"/>
            </a:pPr>
            <a:r>
              <a:rPr lang="it-IT" sz="600">
                <a:solidFill>
                  <a:schemeClr val="bg1"/>
                </a:solidFill>
              </a:rPr>
              <a:t>Skip the first </a:t>
            </a:r>
            <a:r>
              <a:rPr lang="it-IT" sz="600" err="1">
                <a:solidFill>
                  <a:schemeClr val="bg1"/>
                </a:solidFill>
              </a:rPr>
              <a:t>row</a:t>
            </a:r>
            <a:r>
              <a:rPr lang="it-IT" sz="600">
                <a:solidFill>
                  <a:schemeClr val="bg1"/>
                </a:solidFill>
              </a:rPr>
              <a:t>, and go to the second one (</a:t>
            </a:r>
            <a:r>
              <a:rPr lang="it-IT" sz="600" err="1">
                <a:solidFill>
                  <a:schemeClr val="bg1"/>
                </a:solidFill>
              </a:rPr>
              <a:t>where</a:t>
            </a:r>
            <a:r>
              <a:rPr lang="it-IT" sz="600">
                <a:solidFill>
                  <a:schemeClr val="bg1"/>
                </a:solidFill>
              </a:rPr>
              <a:t> the </a:t>
            </a:r>
            <a:r>
              <a:rPr lang="it-IT" sz="600" err="1">
                <a:solidFill>
                  <a:schemeClr val="bg1"/>
                </a:solidFill>
              </a:rPr>
              <a:t>five</a:t>
            </a:r>
            <a:r>
              <a:rPr lang="it-IT" sz="600">
                <a:solidFill>
                  <a:schemeClr val="bg1"/>
                </a:solidFill>
              </a:rPr>
              <a:t> </a:t>
            </a:r>
            <a:r>
              <a:rPr lang="it-IT" sz="600" err="1">
                <a:solidFill>
                  <a:schemeClr val="bg1"/>
                </a:solidFill>
              </a:rPr>
              <a:t>column</a:t>
            </a:r>
            <a:r>
              <a:rPr lang="it-IT" sz="600">
                <a:solidFill>
                  <a:schemeClr val="bg1"/>
                </a:solidFill>
              </a:rPr>
              <a:t> </a:t>
            </a:r>
            <a:r>
              <a:rPr lang="it-IT" sz="600" err="1">
                <a:solidFill>
                  <a:schemeClr val="bg1"/>
                </a:solidFill>
              </a:rPr>
              <a:t>table</a:t>
            </a:r>
            <a:r>
              <a:rPr lang="it-IT" sz="600">
                <a:solidFill>
                  <a:schemeClr val="bg1"/>
                </a:solidFill>
              </a:rPr>
              <a:t> starts)</a:t>
            </a:r>
          </a:p>
          <a:p>
            <a:pPr marL="914400" lvl="1" indent="-457200">
              <a:buFont typeface="+mj-lt"/>
              <a:buAutoNum type="arabicPeriod"/>
            </a:pPr>
            <a:r>
              <a:rPr lang="it-IT" sz="600">
                <a:solidFill>
                  <a:schemeClr val="bg1"/>
                </a:solidFill>
              </a:rPr>
              <a:t>Press </a:t>
            </a:r>
            <a:r>
              <a:rPr lang="it-IT" sz="600" err="1">
                <a:solidFill>
                  <a:schemeClr val="bg1"/>
                </a:solidFill>
              </a:rPr>
              <a:t>shift+v</a:t>
            </a:r>
            <a:r>
              <a:rPr lang="it-IT" sz="600">
                <a:solidFill>
                  <a:schemeClr val="bg1"/>
                </a:solidFill>
              </a:rPr>
              <a:t> to </a:t>
            </a:r>
            <a:r>
              <a:rPr lang="it-IT" sz="600" err="1">
                <a:solidFill>
                  <a:schemeClr val="bg1"/>
                </a:solidFill>
              </a:rPr>
              <a:t>select</a:t>
            </a:r>
            <a:r>
              <a:rPr lang="it-IT" sz="600">
                <a:solidFill>
                  <a:schemeClr val="bg1"/>
                </a:solidFill>
              </a:rPr>
              <a:t> the </a:t>
            </a:r>
            <a:r>
              <a:rPr lang="it-IT" sz="600" err="1">
                <a:solidFill>
                  <a:schemeClr val="bg1"/>
                </a:solidFill>
              </a:rPr>
              <a:t>whole</a:t>
            </a:r>
            <a:r>
              <a:rPr lang="it-IT" sz="600">
                <a:solidFill>
                  <a:schemeClr val="bg1"/>
                </a:solidFill>
              </a:rPr>
              <a:t> </a:t>
            </a:r>
            <a:r>
              <a:rPr lang="it-IT" sz="600" err="1">
                <a:solidFill>
                  <a:schemeClr val="bg1"/>
                </a:solidFill>
              </a:rPr>
              <a:t>row</a:t>
            </a:r>
            <a:r>
              <a:rPr lang="it-IT" sz="600">
                <a:solidFill>
                  <a:schemeClr val="bg1"/>
                </a:solidFill>
              </a:rPr>
              <a:t>. </a:t>
            </a:r>
            <a:r>
              <a:rPr lang="it-IT" sz="600" err="1">
                <a:solidFill>
                  <a:schemeClr val="bg1"/>
                </a:solidFill>
              </a:rPr>
              <a:t>You</a:t>
            </a:r>
            <a:r>
              <a:rPr lang="it-IT" sz="600">
                <a:solidFill>
                  <a:schemeClr val="bg1"/>
                </a:solidFill>
              </a:rPr>
              <a:t> </a:t>
            </a:r>
            <a:r>
              <a:rPr lang="it-IT" sz="600" err="1">
                <a:solidFill>
                  <a:schemeClr val="bg1"/>
                </a:solidFill>
              </a:rPr>
              <a:t>should</a:t>
            </a:r>
            <a:r>
              <a:rPr lang="it-IT" sz="600">
                <a:solidFill>
                  <a:schemeClr val="bg1"/>
                </a:solidFill>
              </a:rPr>
              <a:t> </a:t>
            </a:r>
            <a:r>
              <a:rPr lang="it-IT" sz="600" err="1">
                <a:solidFill>
                  <a:schemeClr val="bg1"/>
                </a:solidFill>
              </a:rPr>
              <a:t>see</a:t>
            </a:r>
            <a:r>
              <a:rPr lang="it-IT" sz="600">
                <a:solidFill>
                  <a:schemeClr val="bg1"/>
                </a:solidFill>
              </a:rPr>
              <a:t> --VISUAL LINE -- </a:t>
            </a:r>
            <a:r>
              <a:rPr lang="it-IT" sz="600" err="1">
                <a:solidFill>
                  <a:schemeClr val="bg1"/>
                </a:solidFill>
              </a:rPr>
              <a:t>at</a:t>
            </a:r>
            <a:r>
              <a:rPr lang="it-IT" sz="600">
                <a:solidFill>
                  <a:schemeClr val="bg1"/>
                </a:solidFill>
              </a:rPr>
              <a:t> the bottom </a:t>
            </a:r>
            <a:r>
              <a:rPr lang="it-IT" sz="600" err="1">
                <a:solidFill>
                  <a:schemeClr val="bg1"/>
                </a:solidFill>
              </a:rPr>
              <a:t>left</a:t>
            </a:r>
            <a:r>
              <a:rPr lang="it-IT" sz="600">
                <a:solidFill>
                  <a:schemeClr val="bg1"/>
                </a:solidFill>
              </a:rPr>
              <a:t> corner of the window;</a:t>
            </a:r>
          </a:p>
          <a:p>
            <a:pPr marL="914400" lvl="1" indent="-457200">
              <a:buFont typeface="+mj-lt"/>
              <a:buAutoNum type="arabicPeriod"/>
            </a:pPr>
            <a:r>
              <a:rPr lang="it-IT" sz="600">
                <a:solidFill>
                  <a:schemeClr val="bg1"/>
                </a:solidFill>
              </a:rPr>
              <a:t>Press </a:t>
            </a:r>
            <a:r>
              <a:rPr lang="it-IT" sz="600" err="1">
                <a:solidFill>
                  <a:schemeClr val="bg1"/>
                </a:solidFill>
              </a:rPr>
              <a:t>shift+g</a:t>
            </a:r>
            <a:r>
              <a:rPr lang="it-IT" sz="600">
                <a:solidFill>
                  <a:schemeClr val="bg1"/>
                </a:solidFill>
              </a:rPr>
              <a:t> to go to the </a:t>
            </a:r>
            <a:r>
              <a:rPr lang="it-IT" sz="600" err="1">
                <a:solidFill>
                  <a:schemeClr val="bg1"/>
                </a:solidFill>
              </a:rPr>
              <a:t>final</a:t>
            </a:r>
            <a:r>
              <a:rPr lang="it-IT" sz="600">
                <a:solidFill>
                  <a:schemeClr val="bg1"/>
                </a:solidFill>
              </a:rPr>
              <a:t> </a:t>
            </a:r>
            <a:r>
              <a:rPr lang="it-IT" sz="600" err="1">
                <a:solidFill>
                  <a:schemeClr val="bg1"/>
                </a:solidFill>
              </a:rPr>
              <a:t>row</a:t>
            </a:r>
            <a:r>
              <a:rPr lang="it-IT" sz="600">
                <a:solidFill>
                  <a:schemeClr val="bg1"/>
                </a:solidFill>
              </a:rPr>
              <a:t>;</a:t>
            </a:r>
          </a:p>
          <a:p>
            <a:pPr marL="914400" lvl="1" indent="-457200">
              <a:buFont typeface="+mj-lt"/>
              <a:buAutoNum type="arabicPeriod"/>
            </a:pPr>
            <a:r>
              <a:rPr lang="it-IT" sz="600">
                <a:solidFill>
                  <a:schemeClr val="bg1"/>
                </a:solidFill>
              </a:rPr>
              <a:t>Press d to delete the </a:t>
            </a:r>
            <a:r>
              <a:rPr lang="it-IT" sz="600" err="1">
                <a:solidFill>
                  <a:schemeClr val="bg1"/>
                </a:solidFill>
              </a:rPr>
              <a:t>whole</a:t>
            </a:r>
            <a:r>
              <a:rPr lang="it-IT" sz="600">
                <a:solidFill>
                  <a:schemeClr val="bg1"/>
                </a:solidFill>
              </a:rPr>
              <a:t> </a:t>
            </a:r>
            <a:r>
              <a:rPr lang="it-IT" sz="600" err="1">
                <a:solidFill>
                  <a:schemeClr val="bg1"/>
                </a:solidFill>
              </a:rPr>
              <a:t>selection</a:t>
            </a:r>
            <a:r>
              <a:rPr lang="it-IT" sz="600">
                <a:solidFill>
                  <a:schemeClr val="bg1"/>
                </a:solidFill>
              </a:rPr>
              <a:t>. </a:t>
            </a:r>
          </a:p>
          <a:p>
            <a:pPr marL="914400" lvl="1" indent="-457200">
              <a:buFont typeface="+mj-lt"/>
              <a:buAutoNum type="arabicPeriod"/>
            </a:pPr>
            <a:r>
              <a:rPr lang="it-IT" sz="2000"/>
              <a:t>Copy the sounding from the </a:t>
            </a:r>
            <a:r>
              <a:rPr lang="it-IT" sz="2000" err="1"/>
              <a:t>excel</a:t>
            </a:r>
            <a:r>
              <a:rPr lang="it-IT" sz="2000"/>
              <a:t> file </a:t>
            </a:r>
            <a:r>
              <a:rPr lang="it-IT" sz="2000" err="1"/>
              <a:t>using</a:t>
            </a:r>
            <a:r>
              <a:rPr lang="it-IT" sz="2000"/>
              <a:t> </a:t>
            </a:r>
            <a:r>
              <a:rPr lang="it-IT" sz="1800" err="1">
                <a:solidFill>
                  <a:schemeClr val="accent1"/>
                </a:solidFill>
                <a:latin typeface="Monaco" pitchFamily="2" charset="77"/>
                <a:ea typeface="+mn-lt"/>
                <a:cs typeface="+mn-lt"/>
              </a:rPr>
              <a:t>ctrl+c</a:t>
            </a:r>
            <a:endParaRPr lang="it-IT" sz="1800">
              <a:solidFill>
                <a:schemeClr val="accent1"/>
              </a:solidFill>
              <a:latin typeface="Monaco" pitchFamily="2" charset="77"/>
              <a:ea typeface="+mn-lt"/>
              <a:cs typeface="+mn-lt"/>
            </a:endParaRPr>
          </a:p>
          <a:p>
            <a:pPr marL="914400" lvl="1" indent="-457200">
              <a:buFont typeface="+mj-lt"/>
              <a:buAutoNum type="arabicPeriod"/>
            </a:pPr>
            <a:r>
              <a:rPr lang="it-IT" sz="2000"/>
              <a:t>Go back to </a:t>
            </a:r>
            <a:r>
              <a:rPr lang="it-IT" sz="1800">
                <a:solidFill>
                  <a:schemeClr val="accent1"/>
                </a:solidFill>
                <a:latin typeface="Monaco" pitchFamily="2" charset="77"/>
                <a:ea typeface="+mn-lt"/>
                <a:cs typeface="+mn-lt"/>
              </a:rPr>
              <a:t>input_sounding_twoL_z1</a:t>
            </a:r>
            <a:r>
              <a:rPr lang="it-IT" sz="2000"/>
              <a:t> and press i to go in </a:t>
            </a:r>
            <a:r>
              <a:rPr lang="it-IT" sz="2000" i="1" err="1"/>
              <a:t>Insert</a:t>
            </a:r>
            <a:r>
              <a:rPr lang="it-IT" sz="2000" i="1"/>
              <a:t> mode</a:t>
            </a:r>
            <a:r>
              <a:rPr lang="it-IT" sz="2000"/>
              <a:t>. </a:t>
            </a:r>
            <a:r>
              <a:rPr lang="it-IT" sz="2000" err="1"/>
              <a:t>You</a:t>
            </a:r>
            <a:r>
              <a:rPr lang="it-IT" sz="2000"/>
              <a:t> </a:t>
            </a:r>
            <a:r>
              <a:rPr lang="it-IT" sz="2000" err="1"/>
              <a:t>should</a:t>
            </a:r>
            <a:r>
              <a:rPr lang="it-IT" sz="2000"/>
              <a:t> </a:t>
            </a:r>
            <a:r>
              <a:rPr lang="it-IT" sz="2000" err="1"/>
              <a:t>see</a:t>
            </a:r>
            <a:r>
              <a:rPr lang="it-IT" sz="2000"/>
              <a:t> </a:t>
            </a:r>
            <a:r>
              <a:rPr lang="it-IT" sz="1800">
                <a:solidFill>
                  <a:schemeClr val="accent1"/>
                </a:solidFill>
                <a:latin typeface="Monaco" pitchFamily="2" charset="77"/>
                <a:ea typeface="+mn-lt"/>
                <a:cs typeface="+mn-lt"/>
              </a:rPr>
              <a:t>-- INSERT -- </a:t>
            </a:r>
            <a:r>
              <a:rPr lang="it-IT" sz="2000" err="1"/>
              <a:t>at</a:t>
            </a:r>
            <a:r>
              <a:rPr lang="it-IT" sz="2000"/>
              <a:t> the bottom </a:t>
            </a:r>
            <a:r>
              <a:rPr lang="it-IT" sz="2000" err="1"/>
              <a:t>left</a:t>
            </a:r>
            <a:r>
              <a:rPr lang="it-IT" sz="2000"/>
              <a:t> corner of the window.</a:t>
            </a:r>
          </a:p>
          <a:p>
            <a:pPr marL="914400" lvl="1" indent="-457200">
              <a:buFont typeface="+mj-lt"/>
              <a:buAutoNum type="arabicPeriod"/>
            </a:pPr>
            <a:r>
              <a:rPr lang="it-IT" sz="2000"/>
              <a:t>At the second </a:t>
            </a:r>
            <a:r>
              <a:rPr lang="it-IT" sz="2000" err="1"/>
              <a:t>row</a:t>
            </a:r>
            <a:r>
              <a:rPr lang="it-IT" sz="2000"/>
              <a:t>, press </a:t>
            </a:r>
            <a:r>
              <a:rPr lang="it-IT" sz="1800" err="1">
                <a:solidFill>
                  <a:schemeClr val="accent1"/>
                </a:solidFill>
                <a:latin typeface="Monaco" pitchFamily="2" charset="77"/>
                <a:ea typeface="+mn-lt"/>
                <a:cs typeface="+mn-lt"/>
              </a:rPr>
              <a:t>ctrl+v</a:t>
            </a:r>
            <a:r>
              <a:rPr lang="it-IT" sz="2000"/>
              <a:t> to copy the </a:t>
            </a:r>
            <a:r>
              <a:rPr lang="it-IT" sz="2000" err="1"/>
              <a:t>table</a:t>
            </a:r>
            <a:r>
              <a:rPr lang="it-IT" sz="2000"/>
              <a:t> from the </a:t>
            </a:r>
            <a:r>
              <a:rPr lang="it-IT" sz="2000" err="1"/>
              <a:t>excel</a:t>
            </a:r>
            <a:r>
              <a:rPr lang="it-IT" sz="2000"/>
              <a:t> file.</a:t>
            </a:r>
          </a:p>
          <a:p>
            <a:pPr marL="914400" lvl="1" indent="-457200">
              <a:buFont typeface="+mj-lt"/>
              <a:buAutoNum type="arabicPeriod"/>
            </a:pPr>
            <a:r>
              <a:rPr lang="it-IT" sz="2000"/>
              <a:t>Press </a:t>
            </a:r>
            <a:r>
              <a:rPr lang="it-IT" sz="1800" err="1">
                <a:solidFill>
                  <a:schemeClr val="accent1"/>
                </a:solidFill>
                <a:latin typeface="Monaco" pitchFamily="2" charset="77"/>
                <a:ea typeface="+mn-lt"/>
                <a:cs typeface="+mn-lt"/>
              </a:rPr>
              <a:t>esc</a:t>
            </a:r>
            <a:r>
              <a:rPr lang="it-IT" sz="2000"/>
              <a:t> to exit </a:t>
            </a:r>
            <a:r>
              <a:rPr lang="it-IT" sz="2000" err="1"/>
              <a:t>Insert</a:t>
            </a:r>
            <a:r>
              <a:rPr lang="it-IT" sz="2000"/>
              <a:t> mode.</a:t>
            </a:r>
          </a:p>
          <a:p>
            <a:pPr marL="457200" indent="-457200">
              <a:buFont typeface="+mj-lt"/>
              <a:buAutoNum type="arabicPeriod"/>
            </a:pPr>
            <a:r>
              <a:rPr lang="it-IT" sz="2000"/>
              <a:t>Save the file and exit </a:t>
            </a:r>
            <a:r>
              <a:rPr lang="it-IT" sz="2000" err="1"/>
              <a:t>using</a:t>
            </a:r>
            <a:r>
              <a:rPr lang="it-IT" sz="2000"/>
              <a:t> </a:t>
            </a:r>
            <a:r>
              <a:rPr lang="it-IT" sz="2000">
                <a:solidFill>
                  <a:schemeClr val="accent1"/>
                </a:solidFill>
                <a:latin typeface="Monaco" pitchFamily="2" charset="77"/>
                <a:ea typeface="+mn-lt"/>
                <a:cs typeface="+mn-lt"/>
              </a:rPr>
              <a:t>:</a:t>
            </a:r>
            <a:r>
              <a:rPr lang="it-IT" sz="2000" err="1">
                <a:solidFill>
                  <a:schemeClr val="accent1"/>
                </a:solidFill>
                <a:latin typeface="Monaco" pitchFamily="2" charset="77"/>
                <a:ea typeface="+mn-lt"/>
                <a:cs typeface="+mn-lt"/>
              </a:rPr>
              <a:t>wq</a:t>
            </a:r>
            <a:r>
              <a:rPr lang="it-IT" sz="2000"/>
              <a:t>.</a:t>
            </a:r>
          </a:p>
          <a:p>
            <a:pPr marL="457200" indent="-457200">
              <a:buFont typeface="+mj-lt"/>
              <a:buAutoNum type="arabicPeriod"/>
            </a:pPr>
            <a:r>
              <a:rPr lang="it-IT" sz="2000" err="1"/>
              <a:t>Rename</a:t>
            </a:r>
            <a:r>
              <a:rPr lang="it-IT" sz="2000"/>
              <a:t> the </a:t>
            </a:r>
            <a:r>
              <a:rPr lang="it-IT" sz="2000" err="1"/>
              <a:t>original</a:t>
            </a:r>
            <a:r>
              <a:rPr lang="it-IT" sz="2000"/>
              <a:t> </a:t>
            </a:r>
            <a:r>
              <a:rPr lang="it-IT" sz="2000" err="1"/>
              <a:t>input_sounding</a:t>
            </a:r>
            <a:r>
              <a:rPr lang="it-IT" sz="2000"/>
              <a:t>:</a:t>
            </a:r>
            <a:br>
              <a:rPr lang="it-IT" sz="2000"/>
            </a:br>
            <a:r>
              <a:rPr lang="it-IT" sz="2000">
                <a:solidFill>
                  <a:schemeClr val="accent1"/>
                </a:solidFill>
                <a:latin typeface="Monaco" pitchFamily="2" charset="77"/>
                <a:ea typeface="+mn-lt"/>
                <a:cs typeface="+mn-lt"/>
              </a:rPr>
              <a:t>mv </a:t>
            </a:r>
            <a:r>
              <a:rPr lang="it-IT" sz="2000" err="1">
                <a:solidFill>
                  <a:schemeClr val="accent1"/>
                </a:solidFill>
                <a:latin typeface="Monaco" pitchFamily="2" charset="77"/>
                <a:ea typeface="+mn-lt"/>
                <a:cs typeface="+mn-lt"/>
              </a:rPr>
              <a:t>input_sounding</a:t>
            </a:r>
            <a:r>
              <a:rPr lang="it-IT" sz="2000">
                <a:solidFill>
                  <a:schemeClr val="accent1"/>
                </a:solidFill>
                <a:latin typeface="Monaco" pitchFamily="2" charset="77"/>
                <a:ea typeface="+mn-lt"/>
                <a:cs typeface="+mn-lt"/>
              </a:rPr>
              <a:t> </a:t>
            </a:r>
            <a:r>
              <a:rPr lang="it-IT" sz="2000" err="1">
                <a:solidFill>
                  <a:schemeClr val="accent1"/>
                </a:solidFill>
                <a:latin typeface="Monaco" pitchFamily="2" charset="77"/>
                <a:ea typeface="+mn-lt"/>
                <a:cs typeface="+mn-lt"/>
              </a:rPr>
              <a:t>input_sounding_basic</a:t>
            </a:r>
            <a:endParaRPr lang="it-IT" sz="2000">
              <a:solidFill>
                <a:schemeClr val="accent1"/>
              </a:solidFill>
              <a:latin typeface="Monaco" pitchFamily="2" charset="77"/>
              <a:ea typeface="+mn-lt"/>
              <a:cs typeface="+mn-lt"/>
            </a:endParaRPr>
          </a:p>
          <a:p>
            <a:pPr marL="457200" indent="-457200">
              <a:buFont typeface="+mj-lt"/>
              <a:buAutoNum type="arabicPeriod"/>
            </a:pPr>
            <a:r>
              <a:rPr lang="it-IT" sz="2000"/>
              <a:t>Soft link the new input sounding:</a:t>
            </a:r>
            <a:br>
              <a:rPr lang="it-IT" sz="2000"/>
            </a:br>
            <a:r>
              <a:rPr lang="it-IT" sz="2000">
                <a:solidFill>
                  <a:schemeClr val="accent1"/>
                </a:solidFill>
                <a:latin typeface="Monaco" pitchFamily="2" charset="77"/>
                <a:ea typeface="+mn-lt"/>
                <a:cs typeface="+mn-lt"/>
              </a:rPr>
              <a:t>ln -</a:t>
            </a:r>
            <a:r>
              <a:rPr lang="it-IT" sz="2000" err="1">
                <a:solidFill>
                  <a:schemeClr val="accent1"/>
                </a:solidFill>
                <a:latin typeface="Monaco" pitchFamily="2" charset="77"/>
                <a:ea typeface="+mn-lt"/>
                <a:cs typeface="+mn-lt"/>
              </a:rPr>
              <a:t>sf</a:t>
            </a:r>
            <a:r>
              <a:rPr lang="it-IT" sz="2000">
                <a:solidFill>
                  <a:schemeClr val="accent1"/>
                </a:solidFill>
                <a:latin typeface="Monaco" pitchFamily="2" charset="77"/>
                <a:ea typeface="+mn-lt"/>
                <a:cs typeface="+mn-lt"/>
              </a:rPr>
              <a:t> input_sounding_twoL_z1 </a:t>
            </a:r>
            <a:r>
              <a:rPr lang="it-IT" sz="2000" err="1">
                <a:solidFill>
                  <a:schemeClr val="accent1"/>
                </a:solidFill>
                <a:latin typeface="Monaco" pitchFamily="2" charset="77"/>
                <a:ea typeface="+mn-lt"/>
                <a:cs typeface="+mn-lt"/>
              </a:rPr>
              <a:t>input_sounding</a:t>
            </a:r>
            <a:endParaRPr lang="it-IT" sz="2000">
              <a:solidFill>
                <a:schemeClr val="accent1"/>
              </a:solidFill>
              <a:latin typeface="Monaco" pitchFamily="2" charset="77"/>
              <a:ea typeface="+mn-lt"/>
              <a:cs typeface="+mn-lt"/>
            </a:endParaRPr>
          </a:p>
          <a:p>
            <a:pPr marL="457200" indent="-457200">
              <a:buFont typeface="+mj-lt"/>
              <a:buAutoNum type="arabicPeriod"/>
            </a:pPr>
            <a:r>
              <a:rPr lang="it-IT" sz="2000" err="1"/>
              <a:t>Now</a:t>
            </a:r>
            <a:r>
              <a:rPr lang="it-IT" sz="2000"/>
              <a:t> </a:t>
            </a:r>
            <a:r>
              <a:rPr lang="it-IT" sz="2000" err="1"/>
              <a:t>you</a:t>
            </a:r>
            <a:r>
              <a:rPr lang="it-IT" sz="2000"/>
              <a:t> can </a:t>
            </a:r>
            <a:r>
              <a:rPr lang="it-IT" sz="2000" err="1"/>
              <a:t>run</a:t>
            </a:r>
            <a:r>
              <a:rPr lang="it-IT" sz="2000"/>
              <a:t> the </a:t>
            </a:r>
            <a:r>
              <a:rPr lang="it-IT" sz="2000" err="1"/>
              <a:t>simulation</a:t>
            </a:r>
            <a:r>
              <a:rPr lang="it-IT" sz="2000"/>
              <a:t>:</a:t>
            </a:r>
            <a:br>
              <a:rPr lang="it-IT" sz="2000">
                <a:solidFill>
                  <a:schemeClr val="accent1"/>
                </a:solidFill>
                <a:latin typeface="Monaco" pitchFamily="2" charset="77"/>
                <a:ea typeface="+mn-lt"/>
                <a:cs typeface="+mn-lt"/>
              </a:rPr>
            </a:br>
            <a:r>
              <a:rPr lang="it-IT" sz="2000" err="1">
                <a:solidFill>
                  <a:schemeClr val="accent1"/>
                </a:solidFill>
                <a:latin typeface="Monaco" pitchFamily="2" charset="77"/>
                <a:ea typeface="+mn-lt"/>
                <a:cs typeface="+mn-lt"/>
              </a:rPr>
              <a:t>sbatch</a:t>
            </a:r>
            <a:r>
              <a:rPr lang="it-IT" sz="2000">
                <a:solidFill>
                  <a:schemeClr val="accent1"/>
                </a:solidFill>
                <a:latin typeface="Monaco" pitchFamily="2" charset="77"/>
                <a:ea typeface="+mn-lt"/>
                <a:cs typeface="+mn-lt"/>
              </a:rPr>
              <a:t> </a:t>
            </a:r>
            <a:r>
              <a:rPr lang="it-IT" sz="2000" err="1">
                <a:solidFill>
                  <a:schemeClr val="accent1"/>
                </a:solidFill>
                <a:latin typeface="Monaco" pitchFamily="2" charset="77"/>
                <a:ea typeface="+mn-lt"/>
                <a:cs typeface="+mn-lt"/>
              </a:rPr>
              <a:t>run_ideal.sh</a:t>
            </a:r>
            <a:br>
              <a:rPr lang="it-IT" sz="2000">
                <a:solidFill>
                  <a:schemeClr val="accent1"/>
                </a:solidFill>
                <a:latin typeface="Monaco" pitchFamily="2" charset="77"/>
                <a:ea typeface="+mn-lt"/>
                <a:cs typeface="+mn-lt"/>
              </a:rPr>
            </a:br>
            <a:r>
              <a:rPr lang="it-IT" sz="2000" err="1">
                <a:solidFill>
                  <a:schemeClr val="accent1"/>
                </a:solidFill>
                <a:latin typeface="Monaco" pitchFamily="2" charset="77"/>
                <a:ea typeface="+mn-lt"/>
                <a:cs typeface="+mn-lt"/>
              </a:rPr>
              <a:t>sbatch</a:t>
            </a:r>
            <a:r>
              <a:rPr lang="it-IT" sz="2000">
                <a:solidFill>
                  <a:schemeClr val="accent1"/>
                </a:solidFill>
                <a:latin typeface="Monaco" pitchFamily="2" charset="77"/>
                <a:ea typeface="+mn-lt"/>
                <a:cs typeface="+mn-lt"/>
              </a:rPr>
              <a:t> </a:t>
            </a:r>
            <a:r>
              <a:rPr lang="it-IT" sz="2000" err="1">
                <a:solidFill>
                  <a:schemeClr val="accent1"/>
                </a:solidFill>
                <a:latin typeface="Monaco" pitchFamily="2" charset="77"/>
                <a:ea typeface="+mn-lt"/>
                <a:cs typeface="+mn-lt"/>
              </a:rPr>
              <a:t>run_wrf.sh</a:t>
            </a:r>
            <a:endParaRPr lang="it-IT" sz="2000">
              <a:solidFill>
                <a:schemeClr val="accent1"/>
              </a:solidFill>
              <a:latin typeface="Monaco" pitchFamily="2" charset="77"/>
              <a:ea typeface="+mn-lt"/>
              <a:cs typeface="+mn-lt"/>
            </a:endParaRPr>
          </a:p>
        </p:txBody>
      </p:sp>
      <p:sp>
        <p:nvSpPr>
          <p:cNvPr id="7" name="Title 1">
            <a:extLst>
              <a:ext uri="{FF2B5EF4-FFF2-40B4-BE49-F238E27FC236}">
                <a16:creationId xmlns:a16="http://schemas.microsoft.com/office/drawing/2014/main" id="{1DF8B47E-8FC0-436E-8BC2-CD0691948112}"/>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B7A14892-18BD-85E3-66C7-60A6E8EEC718}"/>
              </a:ext>
            </a:extLst>
          </p:cNvPr>
          <p:cNvSpPr>
            <a:spLocks noGrp="1"/>
          </p:cNvSpPr>
          <p:nvPr>
            <p:ph type="sldNum" sz="quarter" idx="12"/>
          </p:nvPr>
        </p:nvSpPr>
        <p:spPr/>
        <p:txBody>
          <a:bodyPr/>
          <a:lstStyle/>
          <a:p>
            <a:fld id="{48F63A3B-78C7-47BE-AE5E-E10140E04643}" type="slidenum">
              <a:rPr lang="en-US" smtClean="0"/>
              <a:t>42</a:t>
            </a:fld>
            <a:endParaRPr lang="en-US"/>
          </a:p>
        </p:txBody>
      </p:sp>
    </p:spTree>
    <p:extLst>
      <p:ext uri="{BB962C8B-B14F-4D97-AF65-F5344CB8AC3E}">
        <p14:creationId xmlns:p14="http://schemas.microsoft.com/office/powerpoint/2010/main" val="17300287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91C82-2E3F-EF34-5465-A0345DC32B7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C62265E-9077-44DF-F9B6-252CF2C05713}"/>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D1B66762-9509-B31B-C393-9473C86E9DF0}"/>
              </a:ext>
            </a:extLst>
          </p:cNvPr>
          <p:cNvSpPr>
            <a:spLocks noGrp="1"/>
          </p:cNvSpPr>
          <p:nvPr>
            <p:ph type="sldNum" sz="quarter" idx="12"/>
          </p:nvPr>
        </p:nvSpPr>
        <p:spPr/>
        <p:txBody>
          <a:bodyPr/>
          <a:lstStyle/>
          <a:p>
            <a:fld id="{48F63A3B-78C7-47BE-AE5E-E10140E04643}" type="slidenum">
              <a:rPr lang="en-US" smtClean="0"/>
              <a:t>43</a:t>
            </a:fld>
            <a:endParaRPr lang="en-US"/>
          </a:p>
        </p:txBody>
      </p:sp>
      <p:sp>
        <p:nvSpPr>
          <p:cNvPr id="11" name="Segnaposto contenuto 2">
            <a:extLst>
              <a:ext uri="{FF2B5EF4-FFF2-40B4-BE49-F238E27FC236}">
                <a16:creationId xmlns:a16="http://schemas.microsoft.com/office/drawing/2014/main" id="{A0D0AB3B-F9F5-EF2D-2525-4A84A6DA300E}"/>
              </a:ext>
            </a:extLst>
          </p:cNvPr>
          <p:cNvSpPr>
            <a:spLocks noGrp="1"/>
          </p:cNvSpPr>
          <p:nvPr>
            <p:ph idx="1"/>
          </p:nvPr>
        </p:nvSpPr>
        <p:spPr>
          <a:xfrm>
            <a:off x="838200" y="1690688"/>
            <a:ext cx="10274300" cy="4486275"/>
          </a:xfrm>
        </p:spPr>
        <p:txBody>
          <a:bodyPr>
            <a:normAutofit/>
          </a:bodyPr>
          <a:lstStyle/>
          <a:p>
            <a:pPr marL="0" indent="0">
              <a:buNone/>
            </a:pPr>
            <a:r>
              <a:rPr lang="it-IT" sz="2000"/>
              <a:t>Remember, </a:t>
            </a:r>
            <a:r>
              <a:rPr lang="it-IT" sz="2000" err="1"/>
              <a:t>every</a:t>
            </a:r>
            <a:r>
              <a:rPr lang="it-IT" sz="2000"/>
              <a:t> sounding file </a:t>
            </a:r>
            <a:r>
              <a:rPr lang="it-IT" sz="2000" err="1"/>
              <a:t>should</a:t>
            </a:r>
            <a:r>
              <a:rPr lang="it-IT" sz="2000"/>
              <a:t> </a:t>
            </a:r>
            <a:r>
              <a:rPr lang="it-IT" sz="2000" err="1"/>
              <a:t>have</a:t>
            </a:r>
            <a:r>
              <a:rPr lang="it-IT" sz="2000"/>
              <a:t>:</a:t>
            </a:r>
          </a:p>
          <a:p>
            <a:pPr>
              <a:buFontTx/>
              <a:buChar char="-"/>
            </a:pPr>
            <a:r>
              <a:rPr lang="it-IT" sz="2000"/>
              <a:t>First line </a:t>
            </a:r>
            <a:r>
              <a:rPr lang="it-IT" sz="2000" err="1"/>
              <a:t>as</a:t>
            </a:r>
            <a:r>
              <a:rPr lang="it-IT" sz="2000"/>
              <a:t> </a:t>
            </a:r>
            <a:r>
              <a:rPr lang="it-IT" sz="2000" err="1"/>
              <a:t>surface</a:t>
            </a:r>
            <a:r>
              <a:rPr lang="it-IT" sz="2000"/>
              <a:t> </a:t>
            </a:r>
            <a:r>
              <a:rPr lang="it-IT" sz="2000" err="1"/>
              <a:t>values</a:t>
            </a:r>
            <a:r>
              <a:rPr lang="it-IT" sz="2000"/>
              <a:t> of pressure, </a:t>
            </a:r>
            <a:r>
              <a:rPr lang="it-IT" sz="2000" err="1"/>
              <a:t>potential</a:t>
            </a:r>
            <a:r>
              <a:rPr lang="it-IT" sz="2000"/>
              <a:t> temperature (K) mixing ratio</a:t>
            </a:r>
          </a:p>
          <a:p>
            <a:pPr>
              <a:buFontTx/>
              <a:buChar char="-"/>
            </a:pPr>
            <a:r>
              <a:rPr lang="it-IT" sz="2000"/>
              <a:t>Following lines </a:t>
            </a:r>
            <a:r>
              <a:rPr lang="it-IT" sz="2000" err="1"/>
              <a:t>values</a:t>
            </a:r>
            <a:r>
              <a:rPr lang="it-IT" sz="2000"/>
              <a:t> of </a:t>
            </a:r>
            <a:r>
              <a:rPr lang="it-IT" sz="2000" err="1"/>
              <a:t>level</a:t>
            </a:r>
            <a:r>
              <a:rPr lang="it-IT" sz="2000"/>
              <a:t> </a:t>
            </a:r>
            <a:r>
              <a:rPr lang="it-IT" sz="2000" err="1"/>
              <a:t>height</a:t>
            </a:r>
            <a:r>
              <a:rPr lang="it-IT" sz="2000"/>
              <a:t> (m), </a:t>
            </a:r>
            <a:r>
              <a:rPr lang="it-IT" sz="2000" err="1"/>
              <a:t>potential</a:t>
            </a:r>
            <a:r>
              <a:rPr lang="it-IT" sz="2000"/>
              <a:t> temperature (K) mixing ratio (g/kg), u (m/</a:t>
            </a:r>
            <a:r>
              <a:rPr lang="it-IT" sz="2000" err="1"/>
              <a:t>s</a:t>
            </a:r>
            <a:r>
              <a:rPr lang="it-IT" sz="2000"/>
              <a:t>) and v (m/</a:t>
            </a:r>
            <a:r>
              <a:rPr lang="it-IT" sz="2000" err="1"/>
              <a:t>s</a:t>
            </a:r>
            <a:r>
              <a:rPr lang="it-IT" sz="2000"/>
              <a:t>)</a:t>
            </a:r>
          </a:p>
        </p:txBody>
      </p:sp>
      <p:pic>
        <p:nvPicPr>
          <p:cNvPr id="14" name="Picture 3" descr="A screenshot of a computer screen&#10;&#10;Description automatically generated">
            <a:extLst>
              <a:ext uri="{FF2B5EF4-FFF2-40B4-BE49-F238E27FC236}">
                <a16:creationId xmlns:a16="http://schemas.microsoft.com/office/drawing/2014/main" id="{40F9ED70-A14B-A2C1-7AEE-AB91E21FAF0F}"/>
              </a:ext>
            </a:extLst>
          </p:cNvPr>
          <p:cNvPicPr>
            <a:picLocks noChangeAspect="1"/>
          </p:cNvPicPr>
          <p:nvPr/>
        </p:nvPicPr>
        <p:blipFill>
          <a:blip r:embed="rId3">
            <a:extLst>
              <a:ext uri="{28A0092B-C50C-407E-A947-70E740481C1C}">
                <a14:useLocalDpi xmlns:a14="http://schemas.microsoft.com/office/drawing/2010/main"/>
              </a:ext>
            </a:extLst>
          </a:blip>
          <a:srcRect t="990" b="59978"/>
          <a:stretch>
            <a:fillRect/>
          </a:stretch>
        </p:blipFill>
        <p:spPr>
          <a:xfrm>
            <a:off x="2824429" y="3594774"/>
            <a:ext cx="6543141" cy="2224543"/>
          </a:xfrm>
          <a:prstGeom prst="rect">
            <a:avLst/>
          </a:prstGeom>
        </p:spPr>
      </p:pic>
      <p:sp>
        <p:nvSpPr>
          <p:cNvPr id="17" name="Rettangolo 16">
            <a:extLst>
              <a:ext uri="{FF2B5EF4-FFF2-40B4-BE49-F238E27FC236}">
                <a16:creationId xmlns:a16="http://schemas.microsoft.com/office/drawing/2014/main" id="{74A31ADB-8CB0-CAE5-0815-A71AEBB3748C}"/>
              </a:ext>
            </a:extLst>
          </p:cNvPr>
          <p:cNvSpPr/>
          <p:nvPr/>
        </p:nvSpPr>
        <p:spPr>
          <a:xfrm>
            <a:off x="2702859" y="3512136"/>
            <a:ext cx="3664705" cy="279935"/>
          </a:xfrm>
          <a:prstGeom prst="rect">
            <a:avLst/>
          </a:prstGeom>
          <a:noFill/>
          <a:ln w="28575">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207982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A2717-E1AA-530C-3760-22C2BAEDC00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904F52B9-E8F1-1578-79A9-062FBAEF9B54}"/>
                  </a:ext>
                </a:extLst>
              </p:cNvPr>
              <p:cNvSpPr>
                <a:spLocks noGrp="1"/>
              </p:cNvSpPr>
              <p:nvPr>
                <p:ph idx="1"/>
              </p:nvPr>
            </p:nvSpPr>
            <p:spPr>
              <a:xfrm>
                <a:off x="838201" y="1690688"/>
                <a:ext cx="7113494" cy="4486275"/>
              </a:xfrm>
            </p:spPr>
            <p:txBody>
              <a:bodyPr>
                <a:normAutofit/>
              </a:bodyPr>
              <a:lstStyle/>
              <a:p>
                <a:pPr marL="0" indent="0">
                  <a:buNone/>
                </a:pPr>
                <a:r>
                  <a:rPr lang="it-IT" sz="2000" err="1"/>
                  <a:t>If</a:t>
                </a:r>
                <a:r>
                  <a:rPr lang="it-IT" sz="2000"/>
                  <a:t> wind speed </a:t>
                </a:r>
                <a:r>
                  <a:rPr lang="it-IT" sz="2000" err="1"/>
                  <a:t>increases</a:t>
                </a:r>
                <a:r>
                  <a:rPr lang="it-IT" sz="2000"/>
                  <a:t> with </a:t>
                </a:r>
                <a:r>
                  <a:rPr lang="it-IT" sz="2000" err="1"/>
                  <a:t>height</a:t>
                </a:r>
                <a:r>
                  <a:rPr lang="it-IT" sz="2000"/>
                  <a:t>, or </a:t>
                </a:r>
                <a:r>
                  <a:rPr lang="it-IT" sz="2000" err="1"/>
                  <a:t>stability</a:t>
                </a:r>
                <a:r>
                  <a:rPr lang="it-IT" sz="2000"/>
                  <a:t> </a:t>
                </a:r>
                <a:r>
                  <a:rPr lang="it-IT" sz="2000" err="1"/>
                  <a:t>decreases</a:t>
                </a:r>
                <a:r>
                  <a:rPr lang="it-IT" sz="2000"/>
                  <a:t> with </a:t>
                </a:r>
                <a:r>
                  <a:rPr lang="it-IT" sz="2000" err="1"/>
                  <a:t>height</a:t>
                </a:r>
                <a:r>
                  <a:rPr lang="it-IT" sz="2000"/>
                  <a:t>, </a:t>
                </a:r>
                <a:r>
                  <a:rPr lang="it-IT" sz="2000" err="1"/>
                  <a:t>two</a:t>
                </a:r>
                <a:r>
                  <a:rPr lang="it-IT" sz="2000"/>
                  <a:t> </a:t>
                </a:r>
                <a:r>
                  <a:rPr lang="it-IT" sz="2000" err="1"/>
                  <a:t>layers</a:t>
                </a:r>
                <a:r>
                  <a:rPr lang="it-IT" sz="2000"/>
                  <a:t> with </a:t>
                </a:r>
                <a:r>
                  <a:rPr lang="it-IT" sz="2000" err="1"/>
                  <a:t>diﬀerent</a:t>
                </a:r>
                <a:r>
                  <a:rPr lang="it-IT" sz="2000"/>
                  <a:t> </a:t>
                </a:r>
                <a:r>
                  <a:rPr lang="it-IT" sz="2000" err="1"/>
                  <a:t>Scorer</a:t>
                </a:r>
                <a:r>
                  <a:rPr lang="it-IT" sz="2000"/>
                  <a:t> </a:t>
                </a:r>
                <a:r>
                  <a:rPr lang="it-IT" sz="2000" err="1"/>
                  <a:t>parameter</a:t>
                </a:r>
                <a:r>
                  <a:rPr lang="it-IT" sz="2000"/>
                  <a:t> (</a:t>
                </a:r>
                <a14:m>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𝑙</m:t>
                        </m:r>
                      </m:e>
                      <m:sub>
                        <m:r>
                          <a:rPr lang="it-IT" sz="2000" b="0" i="1" smtClean="0">
                            <a:latin typeface="Cambria Math" panose="02040503050406030204" pitchFamily="18" charset="0"/>
                          </a:rPr>
                          <m:t>𝑈</m:t>
                        </m:r>
                      </m:sub>
                    </m:sSub>
                  </m:oMath>
                </a14:m>
                <a:r>
                  <a:rPr lang="it-IT" sz="2000"/>
                  <a:t> and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𝑙</m:t>
                        </m:r>
                      </m:e>
                      <m:sub>
                        <m:r>
                          <a:rPr lang="it-IT" sz="2000" b="0" i="1" smtClean="0">
                            <a:latin typeface="Cambria Math" panose="02040503050406030204" pitchFamily="18" charset="0"/>
                          </a:rPr>
                          <m:t>𝐿</m:t>
                        </m:r>
                      </m:sub>
                    </m:sSub>
                  </m:oMath>
                </a14:m>
                <a:r>
                  <a:rPr lang="it-IT" sz="2000"/>
                  <a:t> for the upper and </a:t>
                </a:r>
                <a:r>
                  <a:rPr lang="it-IT" sz="2000" err="1"/>
                  <a:t>lower</a:t>
                </a:r>
                <a:r>
                  <a:rPr lang="it-IT" sz="2000"/>
                  <a:t> </a:t>
                </a:r>
                <a:r>
                  <a:rPr lang="it-IT" sz="2000" err="1"/>
                  <a:t>layers</a:t>
                </a:r>
                <a:r>
                  <a:rPr lang="it-IT" sz="2000"/>
                  <a:t>) can form. </a:t>
                </a:r>
                <a:r>
                  <a:rPr lang="it-IT" sz="2000" err="1"/>
                  <a:t>Assuming</a:t>
                </a:r>
                <a:r>
                  <a:rPr lang="it-IT" sz="2000"/>
                  <a:t>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𝑙</m:t>
                        </m:r>
                      </m:e>
                      <m:sub>
                        <m:r>
                          <a:rPr lang="it-IT" sz="2000" i="1">
                            <a:latin typeface="Cambria Math" panose="02040503050406030204" pitchFamily="18" charset="0"/>
                          </a:rPr>
                          <m:t>𝑈</m:t>
                        </m:r>
                      </m:sub>
                    </m:sSub>
                    <m:r>
                      <a:rPr lang="it-IT" sz="2000" b="0" i="0" smtClean="0">
                        <a:latin typeface="Cambria Math" panose="02040503050406030204" pitchFamily="18" charset="0"/>
                      </a:rPr>
                      <m:t>&lt;</m:t>
                    </m:r>
                    <m:sSub>
                      <m:sSubPr>
                        <m:ctrlPr>
                          <a:rPr lang="it-IT" sz="2000" i="1">
                            <a:latin typeface="Cambria Math" panose="02040503050406030204" pitchFamily="18" charset="0"/>
                          </a:rPr>
                        </m:ctrlPr>
                      </m:sSubPr>
                      <m:e>
                        <m:r>
                          <a:rPr lang="it-IT" sz="2000" i="1">
                            <a:latin typeface="Cambria Math" panose="02040503050406030204" pitchFamily="18" charset="0"/>
                          </a:rPr>
                          <m:t>𝑙</m:t>
                        </m:r>
                      </m:e>
                      <m:sub>
                        <m:r>
                          <a:rPr lang="it-IT" sz="2000" i="1">
                            <a:latin typeface="Cambria Math" panose="02040503050406030204" pitchFamily="18" charset="0"/>
                          </a:rPr>
                          <m:t>𝐿</m:t>
                        </m:r>
                      </m:sub>
                    </m:sSub>
                  </m:oMath>
                </a14:m>
                <a:r>
                  <a:rPr lang="it-IT" sz="2000"/>
                  <a:t>, </a:t>
                </a:r>
                <a:r>
                  <a:rPr lang="it-IT" sz="2000" err="1"/>
                  <a:t>waves</a:t>
                </a:r>
                <a:r>
                  <a:rPr lang="it-IT" sz="2000"/>
                  <a:t> </a:t>
                </a:r>
                <a:r>
                  <a:rPr lang="it-IT" sz="2000" err="1"/>
                  <a:t>satisfying</a:t>
                </a:r>
                <a:r>
                  <a:rPr lang="it-IT" sz="2000"/>
                  <a:t>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𝑙</m:t>
                        </m:r>
                      </m:e>
                      <m:sub>
                        <m:r>
                          <a:rPr lang="it-IT" sz="2000" i="1">
                            <a:latin typeface="Cambria Math" panose="02040503050406030204" pitchFamily="18" charset="0"/>
                          </a:rPr>
                          <m:t>𝐿</m:t>
                        </m:r>
                      </m:sub>
                    </m:sSub>
                    <m:r>
                      <a:rPr lang="it-IT" sz="2000" i="1">
                        <a:latin typeface="Cambria Math" panose="02040503050406030204" pitchFamily="18" charset="0"/>
                      </a:rPr>
                      <m:t>&gt;</m:t>
                    </m:r>
                    <m:r>
                      <a:rPr lang="it-IT" sz="2000" i="1">
                        <a:latin typeface="Cambria Math" panose="02040503050406030204" pitchFamily="18" charset="0"/>
                      </a:rPr>
                      <m:t>𝑘</m:t>
                    </m:r>
                    <m:r>
                      <a:rPr lang="it-IT" sz="2000" i="1">
                        <a:latin typeface="Cambria Math" panose="02040503050406030204" pitchFamily="18" charset="0"/>
                      </a:rPr>
                      <m:t>&gt;</m:t>
                    </m:r>
                    <m:sSub>
                      <m:sSubPr>
                        <m:ctrlPr>
                          <a:rPr lang="it-IT" sz="2000" i="1">
                            <a:latin typeface="Cambria Math" panose="02040503050406030204" pitchFamily="18" charset="0"/>
                          </a:rPr>
                        </m:ctrlPr>
                      </m:sSubPr>
                      <m:e>
                        <m:r>
                          <a:rPr lang="it-IT" sz="2000" i="1">
                            <a:latin typeface="Cambria Math" panose="02040503050406030204" pitchFamily="18" charset="0"/>
                          </a:rPr>
                          <m:t>𝑙</m:t>
                        </m:r>
                      </m:e>
                      <m:sub>
                        <m:r>
                          <a:rPr lang="it-IT" sz="2000" i="1">
                            <a:latin typeface="Cambria Math" panose="02040503050406030204" pitchFamily="18" charset="0"/>
                          </a:rPr>
                          <m:t>𝑈</m:t>
                        </m:r>
                      </m:sub>
                    </m:sSub>
                  </m:oMath>
                </a14:m>
                <a:r>
                  <a:rPr lang="it-IT" sz="2000"/>
                  <a:t>, </a:t>
                </a:r>
                <a:r>
                  <a:rPr lang="it-IT" sz="2000" err="1"/>
                  <a:t>will</a:t>
                </a:r>
                <a:r>
                  <a:rPr lang="it-IT" sz="2000"/>
                  <a:t> propagate </a:t>
                </a:r>
                <a:r>
                  <a:rPr lang="it-IT" sz="2000" err="1"/>
                  <a:t>vertically</a:t>
                </a:r>
                <a:r>
                  <a:rPr lang="it-IT" sz="2000"/>
                  <a:t> in the </a:t>
                </a:r>
                <a:r>
                  <a:rPr lang="it-IT" sz="2000" err="1"/>
                  <a:t>lower</a:t>
                </a:r>
                <a:r>
                  <a:rPr lang="it-IT" sz="2000"/>
                  <a:t> </a:t>
                </a:r>
                <a:r>
                  <a:rPr lang="it-IT" sz="2000" err="1"/>
                  <a:t>layer</a:t>
                </a:r>
                <a:r>
                  <a:rPr lang="it-IT" sz="2000"/>
                  <a:t> </a:t>
                </a:r>
                <a:r>
                  <a:rPr lang="it-IT" sz="2000" err="1"/>
                  <a:t>but</a:t>
                </a:r>
                <a:r>
                  <a:rPr lang="it-IT" sz="2000"/>
                  <a:t> </a:t>
                </a:r>
                <a:r>
                  <a:rPr lang="it-IT" sz="2000" err="1"/>
                  <a:t>decay</a:t>
                </a:r>
                <a:r>
                  <a:rPr lang="it-IT" sz="2000"/>
                  <a:t> with </a:t>
                </a:r>
                <a:r>
                  <a:rPr lang="it-IT" sz="2000" err="1"/>
                  <a:t>height</a:t>
                </a:r>
                <a:r>
                  <a:rPr lang="it-IT" sz="2000"/>
                  <a:t> in the upper </a:t>
                </a:r>
                <a:r>
                  <a:rPr lang="it-IT" sz="2000" err="1"/>
                  <a:t>layer</a:t>
                </a:r>
                <a:r>
                  <a:rPr lang="it-IT" sz="2000"/>
                  <a:t>. </a:t>
                </a:r>
                <a:r>
                  <a:rPr lang="it-IT" sz="2000" err="1"/>
                  <a:t>When</a:t>
                </a:r>
                <a:r>
                  <a:rPr lang="it-IT" sz="2000"/>
                  <a:t> the </a:t>
                </a:r>
                <a:r>
                  <a:rPr lang="it-IT" sz="2000" err="1"/>
                  <a:t>zonal</a:t>
                </a:r>
                <a:r>
                  <a:rPr lang="it-IT" sz="2000"/>
                  <a:t> wind or </a:t>
                </a:r>
                <a:r>
                  <a:rPr lang="it-IT" sz="2000" err="1"/>
                  <a:t>static</a:t>
                </a:r>
                <a:r>
                  <a:rPr lang="it-IT" sz="2000"/>
                  <a:t> </a:t>
                </a:r>
                <a:r>
                  <a:rPr lang="it-IT" sz="2000" err="1"/>
                  <a:t>stability</a:t>
                </a:r>
                <a:r>
                  <a:rPr lang="it-IT" sz="2000"/>
                  <a:t> are </a:t>
                </a:r>
                <a:r>
                  <a:rPr lang="it-IT" sz="2000" err="1"/>
                  <a:t>approximately</a:t>
                </a:r>
                <a:r>
                  <a:rPr lang="it-IT" sz="2000"/>
                  <a:t> </a:t>
                </a:r>
                <a:r>
                  <a:rPr lang="it-IT" sz="2000" err="1"/>
                  <a:t>constant</a:t>
                </a:r>
                <a:r>
                  <a:rPr lang="it-IT" sz="2000"/>
                  <a:t> </a:t>
                </a:r>
                <a:r>
                  <a:rPr lang="it-IT" sz="2000" err="1"/>
                  <a:t>within</a:t>
                </a:r>
                <a:r>
                  <a:rPr lang="it-IT" sz="2000"/>
                  <a:t> </a:t>
                </a:r>
                <a:r>
                  <a:rPr lang="it-IT" sz="2000" err="1"/>
                  <a:t>each</a:t>
                </a:r>
                <a:r>
                  <a:rPr lang="it-IT" sz="2000"/>
                  <a:t> </a:t>
                </a:r>
                <a:r>
                  <a:rPr lang="it-IT" sz="2000" err="1"/>
                  <a:t>layer</a:t>
                </a:r>
                <a:r>
                  <a:rPr lang="it-IT" sz="2000"/>
                  <a:t>, </a:t>
                </a:r>
                <a:r>
                  <a:rPr lang="it-IT" sz="2000" err="1"/>
                  <a:t>waves</a:t>
                </a:r>
                <a:r>
                  <a:rPr lang="it-IT" sz="2000"/>
                  <a:t> can </a:t>
                </a:r>
                <a:r>
                  <a:rPr lang="it-IT" sz="2000" err="1"/>
                  <a:t>experience</a:t>
                </a:r>
                <a:r>
                  <a:rPr lang="it-IT" sz="2000"/>
                  <a:t> </a:t>
                </a:r>
                <a:r>
                  <a:rPr lang="it-IT" sz="2000" err="1"/>
                  <a:t>refraction</a:t>
                </a:r>
                <a:r>
                  <a:rPr lang="it-IT" sz="2000"/>
                  <a:t> and/or </a:t>
                </a:r>
                <a:r>
                  <a:rPr lang="it-IT" sz="2000" err="1"/>
                  <a:t>reflection</a:t>
                </a:r>
                <a:r>
                  <a:rPr lang="it-IT" sz="2000"/>
                  <a:t> </a:t>
                </a:r>
                <a:r>
                  <a:rPr lang="it-IT" sz="2000" err="1"/>
                  <a:t>at</a:t>
                </a:r>
                <a:r>
                  <a:rPr lang="it-IT" sz="2000"/>
                  <a:t> the </a:t>
                </a:r>
                <a:r>
                  <a:rPr lang="it-IT" sz="2000" err="1"/>
                  <a:t>adjoining</a:t>
                </a:r>
                <a:r>
                  <a:rPr lang="it-IT" sz="2000"/>
                  <a:t> </a:t>
                </a:r>
                <a:r>
                  <a:rPr lang="it-IT" sz="2000" err="1"/>
                  <a:t>interface</a:t>
                </a:r>
                <a:r>
                  <a:rPr lang="it-IT" sz="2000"/>
                  <a:t>.</a:t>
                </a:r>
              </a:p>
              <a:p>
                <a:pPr marL="0" indent="0">
                  <a:buNone/>
                </a:pPr>
                <a:r>
                  <a:rPr lang="it-IT" sz="2000"/>
                  <a:t>In </a:t>
                </a:r>
                <a:r>
                  <a:rPr lang="it-IT" sz="2000" err="1"/>
                  <a:t>this</a:t>
                </a:r>
                <a:r>
                  <a:rPr lang="it-IT" sz="2000"/>
                  <a:t> case, cross-</a:t>
                </a:r>
                <a:r>
                  <a:rPr lang="it-IT" sz="2000" err="1"/>
                  <a:t>ridge</a:t>
                </a:r>
                <a:r>
                  <a:rPr lang="it-IT" sz="2000"/>
                  <a:t> flow </a:t>
                </a:r>
                <a:r>
                  <a:rPr lang="it-IT" sz="2000" err="1"/>
                  <a:t>may</a:t>
                </a:r>
                <a:r>
                  <a:rPr lang="it-IT" sz="2000"/>
                  <a:t> generate </a:t>
                </a:r>
                <a:r>
                  <a:rPr lang="it-IT" sz="2000" err="1"/>
                  <a:t>waves</a:t>
                </a:r>
                <a:r>
                  <a:rPr lang="it-IT" sz="2000"/>
                  <a:t> </a:t>
                </a:r>
                <a:r>
                  <a:rPr lang="it-IT" sz="2000" err="1"/>
                  <a:t>that</a:t>
                </a:r>
                <a:r>
                  <a:rPr lang="it-IT" sz="2000"/>
                  <a:t> </a:t>
                </a:r>
                <a:r>
                  <a:rPr lang="it-IT" sz="2000" err="1"/>
                  <a:t>extend</a:t>
                </a:r>
                <a:r>
                  <a:rPr lang="it-IT" sz="2000"/>
                  <a:t> downstream from the </a:t>
                </a:r>
                <a:r>
                  <a:rPr lang="it-IT" sz="2000" err="1"/>
                  <a:t>ridge</a:t>
                </a:r>
                <a:r>
                  <a:rPr lang="it-IT" sz="2000"/>
                  <a:t>, </a:t>
                </a:r>
                <a:r>
                  <a:rPr lang="it-IT" sz="2000" err="1"/>
                  <a:t>known</a:t>
                </a:r>
                <a:r>
                  <a:rPr lang="it-IT" sz="2000"/>
                  <a:t> </a:t>
                </a:r>
                <a:r>
                  <a:rPr lang="it-IT" sz="2000" err="1"/>
                  <a:t>as</a:t>
                </a:r>
                <a:r>
                  <a:rPr lang="it-IT" sz="2000"/>
                  <a:t> </a:t>
                </a:r>
                <a:r>
                  <a:rPr lang="it-IT" sz="2000" b="1" err="1"/>
                  <a:t>trapped</a:t>
                </a:r>
                <a:r>
                  <a:rPr lang="it-IT" sz="2000" b="1"/>
                  <a:t> lee </a:t>
                </a:r>
                <a:r>
                  <a:rPr lang="it-IT" sz="2000" b="1" err="1"/>
                  <a:t>waves</a:t>
                </a:r>
                <a:r>
                  <a:rPr lang="it-IT" sz="2000"/>
                  <a:t>.</a:t>
                </a:r>
              </a:p>
            </p:txBody>
          </p:sp>
        </mc:Choice>
        <mc:Fallback xmlns="">
          <p:sp>
            <p:nvSpPr>
              <p:cNvPr id="3" name="Segnaposto contenuto 2">
                <a:extLst>
                  <a:ext uri="{FF2B5EF4-FFF2-40B4-BE49-F238E27FC236}">
                    <a16:creationId xmlns:a16="http://schemas.microsoft.com/office/drawing/2014/main" id="{904F52B9-E8F1-1578-79A9-062FBAEF9B54}"/>
                  </a:ext>
                </a:extLst>
              </p:cNvPr>
              <p:cNvSpPr>
                <a:spLocks noGrp="1" noRot="1" noChangeAspect="1" noMove="1" noResize="1" noEditPoints="1" noAdjustHandles="1" noChangeArrowheads="1" noChangeShapeType="1" noTextEdit="1"/>
              </p:cNvSpPr>
              <p:nvPr>
                <p:ph idx="1"/>
              </p:nvPr>
            </p:nvSpPr>
            <p:spPr>
              <a:xfrm>
                <a:off x="838201" y="1690688"/>
                <a:ext cx="7113494" cy="4486275"/>
              </a:xfrm>
              <a:blipFill>
                <a:blip r:embed="rId3"/>
                <a:stretch>
                  <a:fillRect l="-943" t="-1223" r="-1801"/>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4C008DE5-D874-89A8-8967-5B54BC4BAB59}"/>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9B540FA4-94C7-71AE-46F9-76989DCB5BCB}"/>
              </a:ext>
            </a:extLst>
          </p:cNvPr>
          <p:cNvSpPr>
            <a:spLocks noGrp="1"/>
          </p:cNvSpPr>
          <p:nvPr>
            <p:ph type="sldNum" sz="quarter" idx="12"/>
          </p:nvPr>
        </p:nvSpPr>
        <p:spPr/>
        <p:txBody>
          <a:bodyPr/>
          <a:lstStyle/>
          <a:p>
            <a:fld id="{48F63A3B-78C7-47BE-AE5E-E10140E04643}" type="slidenum">
              <a:rPr lang="en-US" smtClean="0"/>
              <a:t>44</a:t>
            </a:fld>
            <a:endParaRPr lang="en-US"/>
          </a:p>
        </p:txBody>
      </p:sp>
      <p:pic>
        <p:nvPicPr>
          <p:cNvPr id="1026" name="Picture 2" descr="A mathematical equation with numbers and symbols&#10;&#10;Description automatically generated">
            <a:extLst>
              <a:ext uri="{FF2B5EF4-FFF2-40B4-BE49-F238E27FC236}">
                <a16:creationId xmlns:a16="http://schemas.microsoft.com/office/drawing/2014/main" id="{04F7ED9C-F339-CD0C-16B0-B1A36AD2649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22342" y="5167312"/>
            <a:ext cx="2114657" cy="782773"/>
          </a:xfrm>
          <a:prstGeom prst="rect">
            <a:avLst/>
          </a:prstGeom>
          <a:noFill/>
          <a:extLst>
            <a:ext uri="{909E8E84-426E-40DD-AFC4-6F175D3DCCD1}">
              <a14:hiddenFill xmlns:a14="http://schemas.microsoft.com/office/drawing/2010/main">
                <a:solidFill>
                  <a:srgbClr val="FFFFFF"/>
                </a:solidFill>
              </a14:hiddenFill>
            </a:ext>
          </a:extLst>
        </p:spPr>
      </p:pic>
      <p:pic>
        <p:nvPicPr>
          <p:cNvPr id="2" name="Immagine 1">
            <a:extLst>
              <a:ext uri="{FF2B5EF4-FFF2-40B4-BE49-F238E27FC236}">
                <a16:creationId xmlns:a16="http://schemas.microsoft.com/office/drawing/2014/main" id="{15D13796-8A94-2E1D-A781-3BDC5F495653}"/>
              </a:ext>
            </a:extLst>
          </p:cNvPr>
          <p:cNvPicPr>
            <a:picLocks noChangeAspect="1"/>
          </p:cNvPicPr>
          <p:nvPr/>
        </p:nvPicPr>
        <p:blipFill>
          <a:blip r:embed="rId5"/>
          <a:stretch>
            <a:fillRect/>
          </a:stretch>
        </p:blipFill>
        <p:spPr>
          <a:xfrm>
            <a:off x="8356599" y="1790700"/>
            <a:ext cx="2997200" cy="3276600"/>
          </a:xfrm>
          <a:prstGeom prst="rect">
            <a:avLst/>
          </a:prstGeom>
        </p:spPr>
      </p:pic>
      <p:sp>
        <p:nvSpPr>
          <p:cNvPr id="5" name="CasellaDiTesto 4">
            <a:extLst>
              <a:ext uri="{FF2B5EF4-FFF2-40B4-BE49-F238E27FC236}">
                <a16:creationId xmlns:a16="http://schemas.microsoft.com/office/drawing/2014/main" id="{8C4D3478-7FCA-2F8D-1811-617138AEF6E5}"/>
              </a:ext>
            </a:extLst>
          </p:cNvPr>
          <p:cNvSpPr txBox="1"/>
          <p:nvPr/>
        </p:nvSpPr>
        <p:spPr>
          <a:xfrm>
            <a:off x="8039098" y="5067300"/>
            <a:ext cx="3632201" cy="738664"/>
          </a:xfrm>
          <a:prstGeom prst="rect">
            <a:avLst/>
          </a:prstGeom>
          <a:noFill/>
        </p:spPr>
        <p:txBody>
          <a:bodyPr wrap="square">
            <a:spAutoFit/>
          </a:bodyPr>
          <a:lstStyle/>
          <a:p>
            <a:pPr>
              <a:buNone/>
            </a:pPr>
            <a:r>
              <a:rPr lang="it-IT" sz="1400" err="1">
                <a:solidFill>
                  <a:srgbClr val="000000"/>
                </a:solidFill>
                <a:effectLst/>
                <a:latin typeface="Source Sans Pro" panose="020B0503030403020204" pitchFamily="34" charset="0"/>
                <a:ea typeface="Source Sans Pro" panose="020B0503030403020204" pitchFamily="34" charset="0"/>
              </a:rPr>
              <a:t>Streamlines</a:t>
            </a:r>
            <a:r>
              <a:rPr lang="it-IT" sz="1400">
                <a:solidFill>
                  <a:srgbClr val="000000"/>
                </a:solidFill>
                <a:effectLst/>
                <a:latin typeface="Source Sans Pro" panose="020B0503030403020204" pitchFamily="34" charset="0"/>
                <a:ea typeface="Source Sans Pro" panose="020B0503030403020204" pitchFamily="34" charset="0"/>
              </a:rPr>
              <a:t> in steady air flow over an </a:t>
            </a:r>
            <a:r>
              <a:rPr lang="it-IT" sz="1400" err="1">
                <a:solidFill>
                  <a:srgbClr val="000000"/>
                </a:solidFill>
                <a:effectLst/>
                <a:latin typeface="Source Sans Pro" panose="020B0503030403020204" pitchFamily="34" charset="0"/>
                <a:ea typeface="Source Sans Pro" panose="020B0503030403020204" pitchFamily="34" charset="0"/>
              </a:rPr>
              <a:t>isolated</a:t>
            </a:r>
            <a:r>
              <a:rPr lang="it-IT" sz="1400">
                <a:solidFill>
                  <a:srgbClr val="000000"/>
                </a:solidFill>
                <a:effectLst/>
                <a:latin typeface="Source Sans Pro" panose="020B0503030403020204" pitchFamily="34" charset="0"/>
                <a:ea typeface="Source Sans Pro" panose="020B0503030403020204" pitchFamily="34" charset="0"/>
              </a:rPr>
              <a:t> mountain </a:t>
            </a:r>
            <a:r>
              <a:rPr lang="it-IT" sz="1400" err="1">
                <a:solidFill>
                  <a:srgbClr val="000000"/>
                </a:solidFill>
                <a:effectLst/>
                <a:latin typeface="Source Sans Pro" panose="020B0503030403020204" pitchFamily="34" charset="0"/>
                <a:ea typeface="Source Sans Pro" panose="020B0503030403020204" pitchFamily="34" charset="0"/>
              </a:rPr>
              <a:t>as</a:t>
            </a:r>
            <a:r>
              <a:rPr lang="it-IT" sz="1400">
                <a:solidFill>
                  <a:srgbClr val="000000"/>
                </a:solidFill>
                <a:effectLst/>
                <a:latin typeface="Source Sans Pro" panose="020B0503030403020204" pitchFamily="34" charset="0"/>
                <a:ea typeface="Source Sans Pro" panose="020B0503030403020204" pitchFamily="34" charset="0"/>
              </a:rPr>
              <a:t> </a:t>
            </a:r>
            <a:r>
              <a:rPr lang="it-IT" sz="1400" err="1">
                <a:solidFill>
                  <a:srgbClr val="000000"/>
                </a:solidFill>
                <a:effectLst/>
                <a:latin typeface="Source Sans Pro" panose="020B0503030403020204" pitchFamily="34" charset="0"/>
                <a:ea typeface="Source Sans Pro" panose="020B0503030403020204" pitchFamily="34" charset="0"/>
              </a:rPr>
              <a:t>predicted</a:t>
            </a:r>
            <a:r>
              <a:rPr lang="it-IT" sz="1400">
                <a:solidFill>
                  <a:srgbClr val="000000"/>
                </a:solidFill>
                <a:effectLst/>
                <a:latin typeface="Source Sans Pro" panose="020B0503030403020204" pitchFamily="34" charset="0"/>
                <a:ea typeface="Source Sans Pro" panose="020B0503030403020204" pitchFamily="34" charset="0"/>
              </a:rPr>
              <a:t> by linear theory (</a:t>
            </a:r>
            <a:r>
              <a:rPr lang="it-IT" sz="1400" err="1">
                <a:solidFill>
                  <a:srgbClr val="000000"/>
                </a:solidFill>
                <a:effectLst/>
                <a:latin typeface="Source Sans Pro" panose="020B0503030403020204" pitchFamily="34" charset="0"/>
                <a:ea typeface="Source Sans Pro" panose="020B0503030403020204" pitchFamily="34" charset="0"/>
              </a:rPr>
              <a:t>Durran</a:t>
            </a:r>
            <a:r>
              <a:rPr lang="it-IT" sz="1400">
                <a:solidFill>
                  <a:srgbClr val="000000"/>
                </a:solidFill>
                <a:effectLst/>
                <a:latin typeface="Source Sans Pro" panose="020B0503030403020204" pitchFamily="34" charset="0"/>
                <a:ea typeface="Source Sans Pro" panose="020B0503030403020204" pitchFamily="34" charset="0"/>
              </a:rPr>
              <a:t>, 2015).</a:t>
            </a:r>
          </a:p>
        </p:txBody>
      </p:sp>
    </p:spTree>
    <p:extLst>
      <p:ext uri="{BB962C8B-B14F-4D97-AF65-F5344CB8AC3E}">
        <p14:creationId xmlns:p14="http://schemas.microsoft.com/office/powerpoint/2010/main" val="2100203263"/>
      </p:ext>
    </p:extLst>
  </p:cSld>
  <p:clrMapOvr>
    <a:masterClrMapping/>
  </p:clrMapOvr>
  <p:extLst>
    <p:ext uri="{6950BFC3-D8DA-4A85-94F7-54DA5524770B}">
      <p188:commentRel xmlns:p188="http://schemas.microsoft.com/office/powerpoint/2018/8/main" r:id="rId2"/>
    </p:ext>
  </p:extLs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3F0A345-4FE2-31A0-6335-E73F7A8C667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08AB918B-323C-E910-FD23-A329F503CBD9}"/>
                  </a:ext>
                </a:extLst>
              </p:cNvPr>
              <p:cNvSpPr>
                <a:spLocks noGrp="1"/>
              </p:cNvSpPr>
              <p:nvPr>
                <p:ph idx="1"/>
              </p:nvPr>
            </p:nvSpPr>
            <p:spPr>
              <a:xfrm>
                <a:off x="838200" y="1690688"/>
                <a:ext cx="10274300" cy="4486275"/>
              </a:xfrm>
            </p:spPr>
            <p:txBody>
              <a:bodyPr>
                <a:normAutofit/>
              </a:bodyPr>
              <a:lstStyle/>
              <a:p>
                <a:pPr marL="0" indent="0">
                  <a:buNone/>
                </a:pPr>
                <a:r>
                  <a:rPr lang="it-IT" sz="2200"/>
                  <a:t>Linear theory </a:t>
                </a:r>
                <a:r>
                  <a:rPr lang="it-IT" sz="2200" err="1"/>
                  <a:t>is</a:t>
                </a:r>
                <a:r>
                  <a:rPr lang="it-IT" sz="2200"/>
                  <a:t> </a:t>
                </a:r>
                <a:r>
                  <a:rPr lang="it-IT" sz="2200" err="1"/>
                  <a:t>expected</a:t>
                </a:r>
                <a:r>
                  <a:rPr lang="it-IT" sz="2200"/>
                  <a:t> to </a:t>
                </a:r>
                <a:r>
                  <a:rPr lang="it-IT" sz="2200" err="1"/>
                  <a:t>reproduce</a:t>
                </a:r>
                <a:r>
                  <a:rPr lang="it-IT" sz="2200"/>
                  <a:t> accurate </a:t>
                </a:r>
                <a:r>
                  <a:rPr lang="it-IT" sz="2200" err="1"/>
                  <a:t>results</a:t>
                </a:r>
                <a:r>
                  <a:rPr lang="it-IT" sz="2200"/>
                  <a:t> </a:t>
                </a:r>
                <a:r>
                  <a:rPr lang="it-IT" sz="2200" err="1"/>
                  <a:t>when</a:t>
                </a:r>
                <a:r>
                  <a:rPr lang="it-IT" sz="2200"/>
                  <a:t> the non-</a:t>
                </a:r>
                <a:r>
                  <a:rPr lang="it-IT" sz="2200" err="1"/>
                  <a:t>dimensional</a:t>
                </a:r>
                <a:r>
                  <a:rPr lang="it-IT" sz="2200"/>
                  <a:t> mountain </a:t>
                </a:r>
                <a:r>
                  <a:rPr lang="it-IT" sz="2200" err="1"/>
                  <a:t>height</a:t>
                </a:r>
                <a:r>
                  <a:rPr lang="it-IT" sz="2200"/>
                  <a:t> </a:t>
                </a:r>
                <a14:m>
                  <m:oMath xmlns:m="http://schemas.openxmlformats.org/officeDocument/2006/math">
                    <m:f>
                      <m:fPr>
                        <m:ctrlPr>
                          <a:rPr lang="it-IT" sz="2200" b="0" i="1" smtClean="0">
                            <a:latin typeface="Cambria Math" panose="02040503050406030204" pitchFamily="18" charset="0"/>
                            <a:ea typeface="Cambria Math" panose="02040503050406030204" pitchFamily="18" charset="0"/>
                          </a:rPr>
                        </m:ctrlPr>
                      </m:fPr>
                      <m:num>
                        <m:r>
                          <a:rPr lang="it-IT" sz="2200" b="0" i="1" smtClean="0">
                            <a:latin typeface="Cambria Math" panose="02040503050406030204" pitchFamily="18" charset="0"/>
                            <a:ea typeface="Cambria Math" panose="02040503050406030204" pitchFamily="18" charset="0"/>
                          </a:rPr>
                          <m:t>𝑁h</m:t>
                        </m:r>
                      </m:num>
                      <m:den>
                        <m:r>
                          <a:rPr lang="it-IT" sz="2200" b="0" i="1" smtClean="0">
                            <a:latin typeface="Cambria Math" panose="02040503050406030204" pitchFamily="18" charset="0"/>
                            <a:ea typeface="Cambria Math" panose="02040503050406030204" pitchFamily="18" charset="0"/>
                          </a:rPr>
                          <m:t>𝑈</m:t>
                        </m:r>
                      </m:den>
                    </m:f>
                    <m:r>
                      <a:rPr lang="it-IT" sz="2200" b="0" i="1" smtClean="0">
                        <a:latin typeface="Cambria Math" panose="02040503050406030204" pitchFamily="18" charset="0"/>
                        <a:ea typeface="Cambria Math" panose="02040503050406030204" pitchFamily="18" charset="0"/>
                      </a:rPr>
                      <m:t>≪1</m:t>
                    </m:r>
                  </m:oMath>
                </a14:m>
                <a:r>
                  <a:rPr lang="it-IT" sz="2200"/>
                  <a:t>. </a:t>
                </a:r>
                <a:r>
                  <a:rPr lang="it-IT" sz="2200" err="1"/>
                  <a:t>Even</a:t>
                </a:r>
                <a:r>
                  <a:rPr lang="it-IT" sz="2200"/>
                  <a:t> </a:t>
                </a:r>
                <a:r>
                  <a:rPr lang="it-IT" sz="2200" err="1"/>
                  <a:t>when</a:t>
                </a:r>
                <a:r>
                  <a:rPr lang="it-IT" sz="2200"/>
                  <a:t> </a:t>
                </a:r>
                <a:r>
                  <a:rPr lang="it-IT" sz="2200" err="1"/>
                  <a:t>this</a:t>
                </a:r>
                <a:r>
                  <a:rPr lang="it-IT" sz="2200"/>
                  <a:t> </a:t>
                </a:r>
                <a:r>
                  <a:rPr lang="it-IT" sz="2200" err="1"/>
                  <a:t>value</a:t>
                </a:r>
                <a:r>
                  <a:rPr lang="it-IT" sz="2200"/>
                  <a:t> </a:t>
                </a:r>
                <a:r>
                  <a:rPr lang="it-IT" sz="2200" err="1"/>
                  <a:t>is</a:t>
                </a:r>
                <a:r>
                  <a:rPr lang="it-IT" sz="2200"/>
                  <a:t> </a:t>
                </a:r>
                <a:r>
                  <a:rPr lang="it-IT" sz="2200" err="1"/>
                  <a:t>not</a:t>
                </a:r>
                <a:r>
                  <a:rPr lang="it-IT" sz="2200"/>
                  <a:t> </a:t>
                </a:r>
                <a:r>
                  <a:rPr lang="it-IT" sz="2200" err="1"/>
                  <a:t>necessarily</a:t>
                </a:r>
                <a:r>
                  <a:rPr lang="it-IT" sz="2200"/>
                  <a:t> small, in the </a:t>
                </a:r>
                <a:r>
                  <a:rPr lang="it-IT" sz="2200" err="1"/>
                  <a:t>cases</a:t>
                </a:r>
                <a:r>
                  <a:rPr lang="it-IT" sz="2200"/>
                  <a:t> with </a:t>
                </a:r>
                <a:r>
                  <a:rPr lang="it-IT" sz="2200" err="1"/>
                  <a:t>constant</a:t>
                </a:r>
                <a:r>
                  <a:rPr lang="it-IT" sz="2200"/>
                  <a:t> u and </a:t>
                </a:r>
                <a:r>
                  <a:rPr lang="it-IT" sz="2200" err="1"/>
                  <a:t>N</a:t>
                </a:r>
                <a:r>
                  <a:rPr lang="it-IT" sz="2200"/>
                  <a:t>, the </a:t>
                </a:r>
                <a:r>
                  <a:rPr lang="it-IT" sz="2200" err="1"/>
                  <a:t>diﬀerence</a:t>
                </a:r>
                <a:r>
                  <a:rPr lang="it-IT" sz="2200"/>
                  <a:t> </a:t>
                </a:r>
                <a:r>
                  <a:rPr lang="it-IT" sz="2200" err="1"/>
                  <a:t>between</a:t>
                </a:r>
                <a:r>
                  <a:rPr lang="it-IT" sz="2200"/>
                  <a:t> linear </a:t>
                </a:r>
                <a:r>
                  <a:rPr lang="it-IT" sz="2200" err="1"/>
                  <a:t>predictions</a:t>
                </a:r>
                <a:r>
                  <a:rPr lang="it-IT" sz="2200"/>
                  <a:t> and the full non-linear </a:t>
                </a:r>
                <a:r>
                  <a:rPr lang="it-IT" sz="2200" err="1"/>
                  <a:t>solutions</a:t>
                </a:r>
                <a:r>
                  <a:rPr lang="it-IT" sz="2200"/>
                  <a:t> </a:t>
                </a:r>
                <a:r>
                  <a:rPr lang="it-IT" sz="2200" err="1"/>
                  <a:t>remains</a:t>
                </a:r>
                <a:r>
                  <a:rPr lang="it-IT" sz="2200"/>
                  <a:t> small so long </a:t>
                </a:r>
                <a:r>
                  <a:rPr lang="it-IT" sz="2200" err="1"/>
                  <a:t>that</a:t>
                </a:r>
                <a:r>
                  <a:rPr lang="it-IT" sz="2200"/>
                  <a:t> </a:t>
                </a:r>
                <a:r>
                  <a:rPr lang="it-IT" sz="2200" err="1"/>
                  <a:t>waves</a:t>
                </a:r>
                <a:r>
                  <a:rPr lang="it-IT" sz="2200"/>
                  <a:t> do </a:t>
                </a:r>
                <a:r>
                  <a:rPr lang="it-IT" sz="2200" err="1"/>
                  <a:t>not</a:t>
                </a:r>
                <a:r>
                  <a:rPr lang="it-IT" sz="2200"/>
                  <a:t> break. </a:t>
                </a:r>
                <a:r>
                  <a:rPr lang="it-IT" sz="2200" err="1"/>
                  <a:t>However</a:t>
                </a:r>
                <a:r>
                  <a:rPr lang="it-IT" sz="2200"/>
                  <a:t>, </a:t>
                </a:r>
                <a:r>
                  <a:rPr lang="it-IT" sz="2200" err="1"/>
                  <a:t>these</a:t>
                </a:r>
                <a:r>
                  <a:rPr lang="it-IT" sz="2200"/>
                  <a:t> </a:t>
                </a:r>
                <a:r>
                  <a:rPr lang="it-IT" sz="2200" err="1"/>
                  <a:t>diﬀerences</a:t>
                </a:r>
                <a:r>
                  <a:rPr lang="it-IT" sz="2200"/>
                  <a:t> </a:t>
                </a:r>
                <a:r>
                  <a:rPr lang="it-IT" sz="2200" err="1"/>
                  <a:t>become</a:t>
                </a:r>
                <a:r>
                  <a:rPr lang="it-IT" sz="2200"/>
                  <a:t> </a:t>
                </a:r>
                <a:r>
                  <a:rPr lang="it-IT" sz="2200" err="1"/>
                  <a:t>dramatic</a:t>
                </a:r>
                <a:r>
                  <a:rPr lang="it-IT" sz="2200"/>
                  <a:t> </a:t>
                </a:r>
                <a:r>
                  <a:rPr lang="it-IT" sz="2200" err="1"/>
                  <a:t>when</a:t>
                </a:r>
                <a:r>
                  <a:rPr lang="it-IT" sz="2200"/>
                  <a:t> u and </a:t>
                </a:r>
                <a:r>
                  <a:rPr lang="it-IT" sz="2200" err="1"/>
                  <a:t>N</a:t>
                </a:r>
                <a:r>
                  <a:rPr lang="it-IT" sz="2200"/>
                  <a:t> </a:t>
                </a:r>
                <a:r>
                  <a:rPr lang="it-IT" sz="2200" err="1"/>
                  <a:t>vary</a:t>
                </a:r>
                <a:r>
                  <a:rPr lang="it-IT" sz="2200"/>
                  <a:t> in a way </a:t>
                </a:r>
                <a:r>
                  <a:rPr lang="it-IT" sz="2200" err="1"/>
                  <a:t>that</a:t>
                </a:r>
                <a:r>
                  <a:rPr lang="it-IT" sz="2200"/>
                  <a:t> </a:t>
                </a:r>
                <a:r>
                  <a:rPr lang="it-IT" sz="2200" err="1"/>
                  <a:t>produces</a:t>
                </a:r>
                <a:r>
                  <a:rPr lang="it-IT" sz="2200"/>
                  <a:t> </a:t>
                </a:r>
                <a:r>
                  <a:rPr lang="it-IT" sz="2200" err="1"/>
                  <a:t>trapped</a:t>
                </a:r>
                <a:r>
                  <a:rPr lang="it-IT" sz="2200"/>
                  <a:t> lee </a:t>
                </a:r>
                <a:r>
                  <a:rPr lang="it-IT" sz="2200" err="1"/>
                  <a:t>waves</a:t>
                </a:r>
                <a:r>
                  <a:rPr lang="it-IT" sz="2200"/>
                  <a:t>. </a:t>
                </a:r>
                <a:r>
                  <a:rPr lang="it-IT" sz="2200" err="1"/>
                  <a:t>Numerical</a:t>
                </a:r>
                <a:r>
                  <a:rPr lang="it-IT" sz="2200"/>
                  <a:t> </a:t>
                </a:r>
                <a:r>
                  <a:rPr lang="it-IT" sz="2200" err="1"/>
                  <a:t>simulations</a:t>
                </a:r>
                <a:r>
                  <a:rPr lang="it-IT" sz="2200"/>
                  <a:t> </a:t>
                </a:r>
                <a:r>
                  <a:rPr lang="it-IT" sz="2200" err="1"/>
                  <a:t>have</a:t>
                </a:r>
                <a:r>
                  <a:rPr lang="it-IT" sz="2200"/>
                  <a:t> </a:t>
                </a:r>
                <a:r>
                  <a:rPr lang="it-IT" sz="2200" err="1"/>
                  <a:t>shown</a:t>
                </a:r>
                <a:r>
                  <a:rPr lang="it-IT" sz="2200"/>
                  <a:t> </a:t>
                </a:r>
                <a:r>
                  <a:rPr lang="it-IT" sz="2200" err="1"/>
                  <a:t>that</a:t>
                </a:r>
                <a:r>
                  <a:rPr lang="it-IT" sz="2200"/>
                  <a:t> linear theory </a:t>
                </a:r>
                <a:r>
                  <a:rPr lang="it-IT" sz="2200" err="1"/>
                  <a:t>only</a:t>
                </a:r>
                <a:r>
                  <a:rPr lang="it-IT" sz="2200"/>
                  <a:t> </a:t>
                </a:r>
                <a:r>
                  <a:rPr lang="it-IT" sz="2200" err="1"/>
                  <a:t>reliably</a:t>
                </a:r>
                <a:r>
                  <a:rPr lang="it-IT" sz="2200"/>
                  <a:t> </a:t>
                </a:r>
                <a:r>
                  <a:rPr lang="it-IT" sz="2200" err="1"/>
                  <a:t>predicts</a:t>
                </a:r>
                <a:r>
                  <a:rPr lang="it-IT" sz="2200"/>
                  <a:t> </a:t>
                </a:r>
                <a:r>
                  <a:rPr lang="it-IT" sz="2200" err="1"/>
                  <a:t>wave</a:t>
                </a:r>
                <a:r>
                  <a:rPr lang="it-IT" sz="2200"/>
                  <a:t> </a:t>
                </a:r>
                <a:r>
                  <a:rPr lang="it-IT" sz="2200" err="1"/>
                  <a:t>amplitude</a:t>
                </a:r>
                <a:r>
                  <a:rPr lang="it-IT" sz="2200"/>
                  <a:t> </a:t>
                </a:r>
                <a:r>
                  <a:rPr lang="it-IT" sz="2200" err="1"/>
                  <a:t>when</a:t>
                </a:r>
                <a:r>
                  <a:rPr lang="it-IT" sz="2200"/>
                  <a:t> the ratio of lee </a:t>
                </a:r>
                <a:r>
                  <a:rPr lang="it-IT" sz="2200" err="1"/>
                  <a:t>wavelength</a:t>
                </a:r>
                <a:r>
                  <a:rPr lang="it-IT" sz="2200"/>
                  <a:t> to mountain </a:t>
                </a:r>
                <a:r>
                  <a:rPr lang="it-IT" sz="2200" err="1"/>
                  <a:t>width</a:t>
                </a:r>
                <a:r>
                  <a:rPr lang="it-IT" sz="2200"/>
                  <a:t> </a:t>
                </a:r>
                <a:r>
                  <a:rPr lang="it-IT" sz="2200" err="1"/>
                  <a:t>is</a:t>
                </a:r>
                <a:r>
                  <a:rPr lang="it-IT" sz="2200"/>
                  <a:t> </a:t>
                </a:r>
                <a:r>
                  <a:rPr lang="it-IT" sz="2200" err="1"/>
                  <a:t>greater</a:t>
                </a:r>
                <a:r>
                  <a:rPr lang="it-IT" sz="2200"/>
                  <a:t> </a:t>
                </a:r>
                <a:r>
                  <a:rPr lang="it-IT" sz="2200" err="1"/>
                  <a:t>than</a:t>
                </a:r>
                <a:r>
                  <a:rPr lang="it-IT" sz="2200"/>
                  <a:t> </a:t>
                </a:r>
                <a:r>
                  <a:rPr lang="it-IT" sz="2200" err="1"/>
                  <a:t>unity</a:t>
                </a:r>
                <a:r>
                  <a:rPr lang="it-IT" sz="2200"/>
                  <a:t>.</a:t>
                </a:r>
              </a:p>
            </p:txBody>
          </p:sp>
        </mc:Choice>
        <mc:Fallback xmlns="">
          <p:sp>
            <p:nvSpPr>
              <p:cNvPr id="3" name="Segnaposto contenuto 2">
                <a:extLst>
                  <a:ext uri="{FF2B5EF4-FFF2-40B4-BE49-F238E27FC236}">
                    <a16:creationId xmlns:a16="http://schemas.microsoft.com/office/drawing/2014/main" id="{08AB918B-323C-E910-FD23-A329F503CBD9}"/>
                  </a:ext>
                </a:extLst>
              </p:cNvPr>
              <p:cNvSpPr>
                <a:spLocks noGrp="1" noRot="1" noChangeAspect="1" noMove="1" noResize="1" noEditPoints="1" noAdjustHandles="1" noChangeArrowheads="1" noChangeShapeType="1" noTextEdit="1"/>
              </p:cNvSpPr>
              <p:nvPr>
                <p:ph idx="1"/>
              </p:nvPr>
            </p:nvSpPr>
            <p:spPr>
              <a:xfrm>
                <a:off x="838200" y="1690688"/>
                <a:ext cx="10274300" cy="4486275"/>
              </a:xfrm>
              <a:blipFill>
                <a:blip r:embed="rId2"/>
                <a:stretch>
                  <a:fillRect l="-772" t="-1495"/>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085D2E36-1C14-82E5-CD21-E36C952338DD}"/>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15CF2F17-919A-FC8C-B456-866065DC52C4}"/>
              </a:ext>
            </a:extLst>
          </p:cNvPr>
          <p:cNvSpPr>
            <a:spLocks noGrp="1"/>
          </p:cNvSpPr>
          <p:nvPr>
            <p:ph type="sldNum" sz="quarter" idx="12"/>
          </p:nvPr>
        </p:nvSpPr>
        <p:spPr/>
        <p:txBody>
          <a:bodyPr/>
          <a:lstStyle/>
          <a:p>
            <a:fld id="{48F63A3B-78C7-47BE-AE5E-E10140E04643}" type="slidenum">
              <a:rPr lang="en-US" smtClean="0"/>
              <a:t>45</a:t>
            </a:fld>
            <a:endParaRPr lang="en-US"/>
          </a:p>
        </p:txBody>
      </p:sp>
    </p:spTree>
    <p:extLst>
      <p:ext uri="{BB962C8B-B14F-4D97-AF65-F5344CB8AC3E}">
        <p14:creationId xmlns:p14="http://schemas.microsoft.com/office/powerpoint/2010/main" val="2954829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102BC-A194-6B9D-7E95-19D37BFC05A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A5D10AA-E566-2528-627F-94B84F462A9A}"/>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3481CA18-6E1E-13E5-C9FA-9D9559FBE2EF}"/>
              </a:ext>
            </a:extLst>
          </p:cNvPr>
          <p:cNvSpPr>
            <a:spLocks noGrp="1"/>
          </p:cNvSpPr>
          <p:nvPr>
            <p:ph type="sldNum" sz="quarter" idx="12"/>
          </p:nvPr>
        </p:nvSpPr>
        <p:spPr/>
        <p:txBody>
          <a:bodyPr/>
          <a:lstStyle/>
          <a:p>
            <a:fld id="{48F63A3B-78C7-47BE-AE5E-E10140E04643}" type="slidenum">
              <a:rPr lang="en-US" smtClean="0"/>
              <a:t>46</a:t>
            </a:fld>
            <a:endParaRPr lang="en-US"/>
          </a:p>
        </p:txBody>
      </p:sp>
      <p:pic>
        <p:nvPicPr>
          <p:cNvPr id="5" name="Immagine 4">
            <a:extLst>
              <a:ext uri="{FF2B5EF4-FFF2-40B4-BE49-F238E27FC236}">
                <a16:creationId xmlns:a16="http://schemas.microsoft.com/office/drawing/2014/main" id="{567E7660-77E1-6D46-3804-FE675C0842F2}"/>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6095999" y="2400809"/>
            <a:ext cx="3865847" cy="3865847"/>
          </a:xfrm>
          <a:prstGeom prst="rect">
            <a:avLst/>
          </a:prstGeom>
        </p:spPr>
      </p:pic>
      <p:pic>
        <p:nvPicPr>
          <p:cNvPr id="10" name="Immagine 9">
            <a:extLst>
              <a:ext uri="{FF2B5EF4-FFF2-40B4-BE49-F238E27FC236}">
                <a16:creationId xmlns:a16="http://schemas.microsoft.com/office/drawing/2014/main" id="{0D452495-0448-E9D0-D61B-2F6CA9BC93D7}"/>
              </a:ext>
            </a:extLst>
          </p:cNvPr>
          <p:cNvPicPr>
            <a:picLocks noChangeAspect="1"/>
          </p:cNvPicPr>
          <p:nvPr/>
        </p:nvPicPr>
        <p:blipFill>
          <a:blip r:embed="rId4">
            <a:extLst>
              <a:ext uri="{28A0092B-C50C-407E-A947-70E740481C1C}">
                <a14:useLocalDpi xmlns:a14="http://schemas.microsoft.com/office/drawing/2010/main"/>
              </a:ext>
            </a:extLst>
          </a:blip>
          <a:srcRect/>
          <a:stretch/>
        </p:blipFill>
        <p:spPr>
          <a:xfrm>
            <a:off x="1534176" y="2400809"/>
            <a:ext cx="3865848" cy="3865848"/>
          </a:xfrm>
          <a:prstGeom prst="rect">
            <a:avLst/>
          </a:prstGeom>
        </p:spPr>
      </p:pic>
      <p:sp>
        <p:nvSpPr>
          <p:cNvPr id="11" name="Segnaposto contenuto 2">
            <a:extLst>
              <a:ext uri="{FF2B5EF4-FFF2-40B4-BE49-F238E27FC236}">
                <a16:creationId xmlns:a16="http://schemas.microsoft.com/office/drawing/2014/main" id="{4C0113CA-5615-A49B-6E24-BFCFA666B780}"/>
              </a:ext>
            </a:extLst>
          </p:cNvPr>
          <p:cNvSpPr>
            <a:spLocks noGrp="1"/>
          </p:cNvSpPr>
          <p:nvPr>
            <p:ph idx="1"/>
          </p:nvPr>
        </p:nvSpPr>
        <p:spPr>
          <a:xfrm>
            <a:off x="838200" y="1690688"/>
            <a:ext cx="9933923" cy="4486275"/>
          </a:xfrm>
        </p:spPr>
        <p:txBody>
          <a:bodyPr>
            <a:normAutofit/>
          </a:bodyPr>
          <a:lstStyle/>
          <a:p>
            <a:pPr marL="0" indent="0">
              <a:buNone/>
            </a:pPr>
            <a:r>
              <a:rPr lang="it-IT" sz="2200" err="1"/>
              <a:t>Difference</a:t>
            </a:r>
            <a:r>
              <a:rPr lang="it-IT" sz="2200"/>
              <a:t> </a:t>
            </a:r>
            <a:r>
              <a:rPr lang="it-IT" sz="2200" err="1"/>
              <a:t>between</a:t>
            </a:r>
            <a:r>
              <a:rPr lang="it-IT" sz="2200"/>
              <a:t> one </a:t>
            </a:r>
            <a:r>
              <a:rPr lang="it-IT" sz="2200" err="1"/>
              <a:t>layer</a:t>
            </a:r>
            <a:r>
              <a:rPr lang="it-IT" sz="2200"/>
              <a:t> (a) and </a:t>
            </a:r>
            <a:r>
              <a:rPr lang="it-IT" sz="2200" err="1"/>
              <a:t>two-layer</a:t>
            </a:r>
            <a:r>
              <a:rPr lang="it-IT" sz="2200"/>
              <a:t> (b) </a:t>
            </a:r>
            <a:r>
              <a:rPr lang="it-IT" sz="2200" err="1"/>
              <a:t>atmosphere</a:t>
            </a:r>
            <a:r>
              <a:rPr lang="it-IT" sz="2200"/>
              <a:t>, </a:t>
            </a:r>
            <a:r>
              <a:rPr lang="it-IT" sz="2200" err="1"/>
              <a:t>where</a:t>
            </a:r>
            <a:r>
              <a:rPr lang="it-IT" sz="2200"/>
              <a:t> the one </a:t>
            </a:r>
            <a:r>
              <a:rPr lang="it-IT" sz="2200" err="1"/>
              <a:t>layer</a:t>
            </a:r>
            <a:r>
              <a:rPr lang="it-IT" sz="2200"/>
              <a:t> case </a:t>
            </a:r>
            <a:r>
              <a:rPr lang="it-IT" sz="2200" err="1"/>
              <a:t>has</a:t>
            </a:r>
            <a:r>
              <a:rPr lang="it-IT" sz="2200"/>
              <a:t> the </a:t>
            </a:r>
            <a:r>
              <a:rPr lang="it-IT" sz="2200" err="1"/>
              <a:t>same</a:t>
            </a:r>
            <a:r>
              <a:rPr lang="it-IT" sz="2200"/>
              <a:t> </a:t>
            </a:r>
            <a:r>
              <a:rPr lang="it-IT" sz="2200" err="1"/>
              <a:t>stability</a:t>
            </a:r>
            <a:r>
              <a:rPr lang="it-IT" sz="2200"/>
              <a:t> of the upper </a:t>
            </a:r>
            <a:r>
              <a:rPr lang="it-IT" sz="2200" err="1"/>
              <a:t>layer</a:t>
            </a:r>
            <a:r>
              <a:rPr lang="it-IT" sz="2200"/>
              <a:t> of case (b).</a:t>
            </a:r>
          </a:p>
        </p:txBody>
      </p:sp>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E6878D1C-C3E1-D3A8-D261-E74F18877A82}"/>
                  </a:ext>
                </a:extLst>
              </p:cNvPr>
              <p:cNvSpPr txBox="1"/>
              <p:nvPr/>
            </p:nvSpPr>
            <p:spPr>
              <a:xfrm>
                <a:off x="2473875" y="6333266"/>
                <a:ext cx="2338550" cy="351699"/>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acc>
                        <m:accPr>
                          <m:chr m:val="̂"/>
                          <m:ctrlPr>
                            <a:rPr lang="it-IT" sz="1600" b="0" i="1" smtClean="0">
                              <a:latin typeface="Cambria Math" panose="02040503050406030204" pitchFamily="18" charset="0"/>
                              <a:ea typeface="Cambria Math" panose="02040503050406030204" pitchFamily="18" charset="0"/>
                            </a:rPr>
                          </m:ctrlPr>
                        </m:accPr>
                        <m:e>
                          <m:r>
                            <a:rPr lang="it-IT" sz="1600" b="0" i="1" smtClean="0">
                              <a:latin typeface="Cambria Math" panose="02040503050406030204" pitchFamily="18" charset="0"/>
                              <a:ea typeface="Cambria Math" panose="02040503050406030204" pitchFamily="18" charset="0"/>
                            </a:rPr>
                            <m:t>h</m:t>
                          </m:r>
                        </m:e>
                      </m:acc>
                      <m:r>
                        <a:rPr lang="it-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𝑁h</m:t>
                      </m:r>
                      <m:r>
                        <a:rPr lang="it-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𝑈</m:t>
                      </m:r>
                      <m:r>
                        <a:rPr lang="it-IT" sz="1600" i="1">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0.3</m:t>
                      </m:r>
                    </m:oMath>
                  </m:oMathPara>
                </a14:m>
                <a:endParaRPr lang="it-IT" sz="1600"/>
              </a:p>
            </p:txBody>
          </p:sp>
        </mc:Choice>
        <mc:Fallback xmlns="">
          <p:sp>
            <p:nvSpPr>
              <p:cNvPr id="13" name="CasellaDiTesto 12">
                <a:extLst>
                  <a:ext uri="{FF2B5EF4-FFF2-40B4-BE49-F238E27FC236}">
                    <a16:creationId xmlns:a16="http://schemas.microsoft.com/office/drawing/2014/main" id="{E6878D1C-C3E1-D3A8-D261-E74F18877A82}"/>
                  </a:ext>
                </a:extLst>
              </p:cNvPr>
              <p:cNvSpPr txBox="1">
                <a:spLocks noRot="1" noChangeAspect="1" noMove="1" noResize="1" noEditPoints="1" noAdjustHandles="1" noChangeArrowheads="1" noChangeShapeType="1" noTextEdit="1"/>
              </p:cNvSpPr>
              <p:nvPr/>
            </p:nvSpPr>
            <p:spPr>
              <a:xfrm>
                <a:off x="2473875" y="6333266"/>
                <a:ext cx="2338550" cy="351699"/>
              </a:xfrm>
              <a:prstGeom prst="rect">
                <a:avLst/>
              </a:prstGeom>
              <a:blipFill>
                <a:blip r:embed="rId5"/>
                <a:stretch>
                  <a:fillRect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240521BE-7E3E-AE40-55A6-C9648143E8F4}"/>
                  </a:ext>
                </a:extLst>
              </p:cNvPr>
              <p:cNvSpPr txBox="1"/>
              <p:nvPr/>
            </p:nvSpPr>
            <p:spPr>
              <a:xfrm>
                <a:off x="9775875" y="5561591"/>
                <a:ext cx="2073912" cy="351506"/>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acc>
                        <m:accPr>
                          <m:chr m:val="̂"/>
                          <m:ctrlPr>
                            <a:rPr lang="it-IT" sz="1600" b="0" i="1" smtClean="0">
                              <a:latin typeface="Cambria Math" panose="02040503050406030204" pitchFamily="18" charset="0"/>
                              <a:ea typeface="Cambria Math" panose="02040503050406030204" pitchFamily="18" charset="0"/>
                            </a:rPr>
                          </m:ctrlPr>
                        </m:accPr>
                        <m:e>
                          <m:sSub>
                            <m:sSubPr>
                              <m:ctrlPr>
                                <a:rPr lang="it-IT" sz="1600" b="0" i="1" smtClean="0">
                                  <a:latin typeface="Cambria Math" panose="02040503050406030204" pitchFamily="18" charset="0"/>
                                  <a:ea typeface="Cambria Math" panose="02040503050406030204" pitchFamily="18" charset="0"/>
                                </a:rPr>
                              </m:ctrlPr>
                            </m:sSubPr>
                            <m:e>
                              <m:r>
                                <a:rPr lang="it-IT" sz="1600" b="0" i="1" smtClean="0">
                                  <a:latin typeface="Cambria Math" panose="02040503050406030204" pitchFamily="18" charset="0"/>
                                  <a:ea typeface="Cambria Math" panose="02040503050406030204" pitchFamily="18" charset="0"/>
                                </a:rPr>
                                <m:t>h</m:t>
                              </m:r>
                            </m:e>
                            <m:sub>
                              <m:r>
                                <a:rPr lang="it-IT" sz="1600" b="0" i="1" smtClean="0">
                                  <a:latin typeface="Cambria Math" panose="02040503050406030204" pitchFamily="18" charset="0"/>
                                  <a:ea typeface="Cambria Math" panose="02040503050406030204" pitchFamily="18" charset="0"/>
                                </a:rPr>
                                <m:t>𝐿</m:t>
                              </m:r>
                            </m:sub>
                          </m:sSub>
                        </m:e>
                      </m:acc>
                      <m:r>
                        <a:rPr lang="it-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𝑁h</m:t>
                      </m:r>
                      <m:r>
                        <a:rPr lang="it-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𝑈</m:t>
                      </m:r>
                      <m:r>
                        <a:rPr lang="it-IT" sz="1600" i="1">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0.6</m:t>
                      </m:r>
                    </m:oMath>
                  </m:oMathPara>
                </a14:m>
                <a:endParaRPr lang="it-IT" sz="1600"/>
              </a:p>
            </p:txBody>
          </p:sp>
        </mc:Choice>
        <mc:Fallback xmlns="">
          <p:sp>
            <p:nvSpPr>
              <p:cNvPr id="14" name="CasellaDiTesto 13">
                <a:extLst>
                  <a:ext uri="{FF2B5EF4-FFF2-40B4-BE49-F238E27FC236}">
                    <a16:creationId xmlns:a16="http://schemas.microsoft.com/office/drawing/2014/main" id="{240521BE-7E3E-AE40-55A6-C9648143E8F4}"/>
                  </a:ext>
                </a:extLst>
              </p:cNvPr>
              <p:cNvSpPr txBox="1">
                <a:spLocks noRot="1" noChangeAspect="1" noMove="1" noResize="1" noEditPoints="1" noAdjustHandles="1" noChangeArrowheads="1" noChangeShapeType="1" noTextEdit="1"/>
              </p:cNvSpPr>
              <p:nvPr/>
            </p:nvSpPr>
            <p:spPr>
              <a:xfrm>
                <a:off x="9775875" y="5561591"/>
                <a:ext cx="2073912" cy="351506"/>
              </a:xfrm>
              <a:prstGeom prst="rect">
                <a:avLst/>
              </a:prstGeom>
              <a:blipFill>
                <a:blip r:embed="rId6"/>
                <a:stretch>
                  <a:fillRect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5495087A-144A-ADFA-F482-9653BE79C79F}"/>
                  </a:ext>
                </a:extLst>
              </p:cNvPr>
              <p:cNvSpPr txBox="1"/>
              <p:nvPr/>
            </p:nvSpPr>
            <p:spPr>
              <a:xfrm>
                <a:off x="9775875" y="3758072"/>
                <a:ext cx="2073912" cy="351506"/>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acc>
                        <m:accPr>
                          <m:chr m:val="̂"/>
                          <m:ctrlPr>
                            <a:rPr lang="it-IT" sz="1600" b="0" i="1" smtClean="0">
                              <a:latin typeface="Cambria Math" panose="02040503050406030204" pitchFamily="18" charset="0"/>
                              <a:ea typeface="Cambria Math" panose="02040503050406030204" pitchFamily="18" charset="0"/>
                            </a:rPr>
                          </m:ctrlPr>
                        </m:accPr>
                        <m:e>
                          <m:sSub>
                            <m:sSubPr>
                              <m:ctrlPr>
                                <a:rPr lang="it-IT" sz="1600" b="0" i="1" smtClean="0">
                                  <a:latin typeface="Cambria Math" panose="02040503050406030204" pitchFamily="18" charset="0"/>
                                  <a:ea typeface="Cambria Math" panose="02040503050406030204" pitchFamily="18" charset="0"/>
                                </a:rPr>
                              </m:ctrlPr>
                            </m:sSubPr>
                            <m:e>
                              <m:r>
                                <a:rPr lang="it-IT" sz="1600" b="0" i="1" smtClean="0">
                                  <a:latin typeface="Cambria Math" panose="02040503050406030204" pitchFamily="18" charset="0"/>
                                  <a:ea typeface="Cambria Math" panose="02040503050406030204" pitchFamily="18" charset="0"/>
                                </a:rPr>
                                <m:t>h</m:t>
                              </m:r>
                            </m:e>
                            <m:sub>
                              <m:r>
                                <a:rPr lang="it-IT" sz="1600" b="0" i="1" smtClean="0">
                                  <a:latin typeface="Cambria Math" panose="02040503050406030204" pitchFamily="18" charset="0"/>
                                  <a:ea typeface="Cambria Math" panose="02040503050406030204" pitchFamily="18" charset="0"/>
                                </a:rPr>
                                <m:t>𝑈</m:t>
                              </m:r>
                            </m:sub>
                          </m:sSub>
                        </m:e>
                      </m:acc>
                      <m:r>
                        <a:rPr lang="it-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𝑁h</m:t>
                      </m:r>
                      <m:r>
                        <a:rPr lang="it-IT" sz="1600" b="0" i="1" smtClean="0">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𝑈</m:t>
                      </m:r>
                      <m:r>
                        <a:rPr lang="it-IT" sz="1600" i="1">
                          <a:latin typeface="Cambria Math" panose="02040503050406030204" pitchFamily="18" charset="0"/>
                          <a:ea typeface="Cambria Math" panose="02040503050406030204" pitchFamily="18" charset="0"/>
                        </a:rPr>
                        <m:t>=</m:t>
                      </m:r>
                      <m:r>
                        <a:rPr lang="it-IT" sz="1600" b="0" i="1" smtClean="0">
                          <a:latin typeface="Cambria Math" panose="02040503050406030204" pitchFamily="18" charset="0"/>
                          <a:ea typeface="Cambria Math" panose="02040503050406030204" pitchFamily="18" charset="0"/>
                        </a:rPr>
                        <m:t>0.3</m:t>
                      </m:r>
                    </m:oMath>
                  </m:oMathPara>
                </a14:m>
                <a:endParaRPr lang="it-IT" sz="1600"/>
              </a:p>
            </p:txBody>
          </p:sp>
        </mc:Choice>
        <mc:Fallback xmlns="">
          <p:sp>
            <p:nvSpPr>
              <p:cNvPr id="16" name="CasellaDiTesto 15">
                <a:extLst>
                  <a:ext uri="{FF2B5EF4-FFF2-40B4-BE49-F238E27FC236}">
                    <a16:creationId xmlns:a16="http://schemas.microsoft.com/office/drawing/2014/main" id="{5495087A-144A-ADFA-F482-9653BE79C79F}"/>
                  </a:ext>
                </a:extLst>
              </p:cNvPr>
              <p:cNvSpPr txBox="1">
                <a:spLocks noRot="1" noChangeAspect="1" noMove="1" noResize="1" noEditPoints="1" noAdjustHandles="1" noChangeArrowheads="1" noChangeShapeType="1" noTextEdit="1"/>
              </p:cNvSpPr>
              <p:nvPr/>
            </p:nvSpPr>
            <p:spPr>
              <a:xfrm>
                <a:off x="9775875" y="3758072"/>
                <a:ext cx="2073912" cy="351506"/>
              </a:xfrm>
              <a:prstGeom prst="rect">
                <a:avLst/>
              </a:prstGeom>
              <a:blipFill>
                <a:blip r:embed="rId7"/>
                <a:stretch>
                  <a:fillRect b="-10345"/>
                </a:stretch>
              </a:blipFill>
            </p:spPr>
            <p:txBody>
              <a:bodyPr/>
              <a:lstStyle/>
              <a:p>
                <a:r>
                  <a:rPr lang="en-US">
                    <a:noFill/>
                  </a:rPr>
                  <a:t> </a:t>
                </a:r>
              </a:p>
            </p:txBody>
          </p:sp>
        </mc:Fallback>
      </mc:AlternateContent>
      <p:sp>
        <p:nvSpPr>
          <p:cNvPr id="18" name="CasellaDiTesto 17">
            <a:extLst>
              <a:ext uri="{FF2B5EF4-FFF2-40B4-BE49-F238E27FC236}">
                <a16:creationId xmlns:a16="http://schemas.microsoft.com/office/drawing/2014/main" id="{BE0571CC-3B9C-BDD6-DA2A-ECC11A277423}"/>
              </a:ext>
            </a:extLst>
          </p:cNvPr>
          <p:cNvSpPr txBox="1"/>
          <p:nvPr/>
        </p:nvSpPr>
        <p:spPr>
          <a:xfrm>
            <a:off x="6310908" y="2539714"/>
            <a:ext cx="455064" cy="369332"/>
          </a:xfrm>
          <a:prstGeom prst="rect">
            <a:avLst/>
          </a:prstGeom>
          <a:noFill/>
        </p:spPr>
        <p:txBody>
          <a:bodyPr wrap="square">
            <a:spAutoFit/>
          </a:bodyPr>
          <a:lstStyle/>
          <a:p>
            <a:r>
              <a:rPr lang="it-IT" sz="1800">
                <a:solidFill>
                  <a:srgbClr val="4976C6"/>
                </a:solidFill>
              </a:rPr>
              <a:t>(b)</a:t>
            </a:r>
            <a:endParaRPr lang="it-IT">
              <a:solidFill>
                <a:srgbClr val="4976C6"/>
              </a:solidFill>
            </a:endParaRPr>
          </a:p>
        </p:txBody>
      </p:sp>
      <p:sp>
        <p:nvSpPr>
          <p:cNvPr id="19" name="CasellaDiTesto 18">
            <a:extLst>
              <a:ext uri="{FF2B5EF4-FFF2-40B4-BE49-F238E27FC236}">
                <a16:creationId xmlns:a16="http://schemas.microsoft.com/office/drawing/2014/main" id="{304852E2-0ACC-EC16-7CCD-ACAE3A8586FC}"/>
              </a:ext>
            </a:extLst>
          </p:cNvPr>
          <p:cNvSpPr txBox="1"/>
          <p:nvPr/>
        </p:nvSpPr>
        <p:spPr>
          <a:xfrm>
            <a:off x="1775090" y="2539714"/>
            <a:ext cx="455064" cy="369332"/>
          </a:xfrm>
          <a:prstGeom prst="rect">
            <a:avLst/>
          </a:prstGeom>
          <a:noFill/>
        </p:spPr>
        <p:txBody>
          <a:bodyPr wrap="square">
            <a:spAutoFit/>
          </a:bodyPr>
          <a:lstStyle/>
          <a:p>
            <a:r>
              <a:rPr lang="it-IT" sz="1800">
                <a:solidFill>
                  <a:srgbClr val="4976C6"/>
                </a:solidFill>
              </a:rPr>
              <a:t>(a)</a:t>
            </a:r>
            <a:endParaRPr lang="it-IT">
              <a:solidFill>
                <a:srgbClr val="4976C6"/>
              </a:solidFill>
            </a:endParaRPr>
          </a:p>
        </p:txBody>
      </p:sp>
    </p:spTree>
    <p:extLst>
      <p:ext uri="{BB962C8B-B14F-4D97-AF65-F5344CB8AC3E}">
        <p14:creationId xmlns:p14="http://schemas.microsoft.com/office/powerpoint/2010/main" val="25500329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005BE-A585-E2B4-A5B3-59100B4470E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AD2B0DDB-1EDF-C708-14F9-D1A3339E804E}"/>
                  </a:ext>
                </a:extLst>
              </p:cNvPr>
              <p:cNvSpPr>
                <a:spLocks noGrp="1"/>
              </p:cNvSpPr>
              <p:nvPr>
                <p:ph idx="1"/>
              </p:nvPr>
            </p:nvSpPr>
            <p:spPr>
              <a:xfrm>
                <a:off x="838200" y="1690688"/>
                <a:ext cx="5404945" cy="4486275"/>
              </a:xfrm>
            </p:spPr>
            <p:txBody>
              <a:bodyPr>
                <a:normAutofit/>
              </a:bodyPr>
              <a:lstStyle/>
              <a:p>
                <a:pPr marL="0" indent="0">
                  <a:buNone/>
                </a:pPr>
                <a:r>
                  <a:rPr lang="it-IT" sz="2200" dirty="0"/>
                  <a:t>Interface </a:t>
                </a:r>
                <a:r>
                  <a:rPr lang="it-IT" sz="2200" dirty="0" err="1"/>
                  <a:t>at</a:t>
                </a:r>
                <a:r>
                  <a:rPr lang="it-IT" sz="2200" dirty="0"/>
                  <a:t> </a:t>
                </a:r>
                <a14:m>
                  <m:oMath xmlns:m="http://schemas.openxmlformats.org/officeDocument/2006/math">
                    <m:r>
                      <a:rPr lang="it-IT" sz="2000" i="1">
                        <a:latin typeface="Cambria Math" panose="02040503050406030204" pitchFamily="18" charset="0"/>
                        <a:ea typeface="Cambria Math" panose="02040503050406030204" pitchFamily="18" charset="0"/>
                      </a:rPr>
                      <m:t>𝜆</m:t>
                    </m:r>
                    <m:r>
                      <a:rPr lang="it-IT" sz="2000" i="1">
                        <a:latin typeface="Cambria Math" panose="02040503050406030204" pitchFamily="18" charset="0"/>
                        <a:ea typeface="Cambria Math" panose="02040503050406030204" pitchFamily="18" charset="0"/>
                      </a:rPr>
                      <m:t>/4≅1550</m:t>
                    </m:r>
                    <m:r>
                      <a:rPr lang="it-IT" sz="2000" b="0" i="1" smtClean="0">
                        <a:latin typeface="Cambria Math" panose="02040503050406030204" pitchFamily="18" charset="0"/>
                        <a:ea typeface="Cambria Math" panose="02040503050406030204" pitchFamily="18" charset="0"/>
                      </a:rPr>
                      <m:t>𝑚</m:t>
                    </m:r>
                  </m:oMath>
                </a14:m>
                <a:endParaRPr lang="it-IT" sz="2200" dirty="0"/>
              </a:p>
              <a:p>
                <a:pPr marL="0" indent="0">
                  <a:buNone/>
                </a:pPr>
                <a:r>
                  <a:rPr lang="it-IT" sz="2200" dirty="0"/>
                  <a:t>In </a:t>
                </a:r>
                <a:r>
                  <a:rPr lang="it-IT" sz="2200" dirty="0" err="1"/>
                  <a:t>this</a:t>
                </a:r>
                <a:r>
                  <a:rPr lang="it-IT" sz="2200" dirty="0"/>
                  <a:t> case, </a:t>
                </a:r>
                <a:r>
                  <a:rPr lang="it-IT" sz="2200" dirty="0" err="1"/>
                  <a:t>we</a:t>
                </a:r>
                <a:r>
                  <a:rPr lang="it-IT" sz="2200" dirty="0"/>
                  <a:t> </a:t>
                </a:r>
                <a:r>
                  <a:rPr lang="it-IT" sz="2200" dirty="0" err="1"/>
                  <a:t>have</a:t>
                </a:r>
                <a:r>
                  <a:rPr lang="it-IT" sz="2200" dirty="0"/>
                  <a:t> a single </a:t>
                </a:r>
                <a:r>
                  <a:rPr lang="it-IT" sz="2200" dirty="0" err="1"/>
                  <a:t>vertically</a:t>
                </a:r>
                <a:r>
                  <a:rPr lang="it-IT" sz="2200" dirty="0"/>
                  <a:t> </a:t>
                </a:r>
                <a:r>
                  <a:rPr lang="it-IT" sz="2200" dirty="0" err="1"/>
                  <a:t>propagating</a:t>
                </a:r>
                <a:r>
                  <a:rPr lang="it-IT" sz="2200" dirty="0"/>
                  <a:t> </a:t>
                </a:r>
                <a:r>
                  <a:rPr lang="it-IT" sz="2200" dirty="0" err="1"/>
                  <a:t>wave</a:t>
                </a:r>
                <a:r>
                  <a:rPr lang="it-IT" sz="2200" dirty="0"/>
                  <a:t>.</a:t>
                </a:r>
              </a:p>
              <a:p>
                <a:pPr marL="0" indent="0">
                  <a:buNone/>
                </a:pPr>
                <a:endParaRPr lang="it-IT" sz="2200" dirty="0"/>
              </a:p>
              <a:p>
                <a:pPr marL="0" indent="0">
                  <a:buNone/>
                </a:pPr>
                <a14:m>
                  <m:oMathPara xmlns:m="http://schemas.openxmlformats.org/officeDocument/2006/math">
                    <m:oMathParaPr>
                      <m:jc m:val="left"/>
                    </m:oMathParaPr>
                    <m:oMath xmlns:m="http://schemas.openxmlformats.org/officeDocument/2006/math">
                      <m:r>
                        <a:rPr lang="it-IT" sz="2200" i="1">
                          <a:latin typeface="Cambria Math" panose="02040503050406030204" pitchFamily="18" charset="0"/>
                          <a:ea typeface="Cambria Math" panose="02040503050406030204" pitchFamily="18" charset="0"/>
                        </a:rPr>
                        <m:t>𝑈</m:t>
                      </m:r>
                      <m:r>
                        <a:rPr lang="it-IT" sz="2200" i="1">
                          <a:latin typeface="Cambria Math" panose="02040503050406030204" pitchFamily="18" charset="0"/>
                          <a:ea typeface="Cambria Math" panose="02040503050406030204" pitchFamily="18" charset="0"/>
                        </a:rPr>
                        <m:t>=20 </m:t>
                      </m:r>
                      <m:r>
                        <a:rPr lang="it-IT" sz="2200" i="1">
                          <a:latin typeface="Cambria Math" panose="02040503050406030204" pitchFamily="18" charset="0"/>
                          <a:ea typeface="Cambria Math" panose="02040503050406030204" pitchFamily="18" charset="0"/>
                        </a:rPr>
                        <m:t>𝑚</m:t>
                      </m:r>
                      <m:r>
                        <a:rPr lang="it-IT" sz="2200" i="1">
                          <a:latin typeface="Cambria Math" panose="02040503050406030204" pitchFamily="18" charset="0"/>
                          <a:ea typeface="Cambria Math" panose="02040503050406030204" pitchFamily="18" charset="0"/>
                        </a:rPr>
                        <m:t>/</m:t>
                      </m:r>
                      <m:r>
                        <a:rPr lang="it-IT" sz="2200" i="1">
                          <a:latin typeface="Cambria Math" panose="02040503050406030204" pitchFamily="18" charset="0"/>
                          <a:ea typeface="Cambria Math" panose="02040503050406030204" pitchFamily="18" charset="0"/>
                        </a:rPr>
                        <m:t>𝑠</m:t>
                      </m:r>
                    </m:oMath>
                  </m:oMathPara>
                </a14:m>
                <a:endParaRPr lang="it-IT" sz="2200" dirty="0"/>
              </a:p>
              <a:p>
                <a:pPr marL="0" indent="0">
                  <a:buNone/>
                </a:pPr>
                <a14:m>
                  <m:oMathPara xmlns:m="http://schemas.openxmlformats.org/officeDocument/2006/math">
                    <m:oMathParaPr>
                      <m:jc m:val="left"/>
                    </m:oMathParaPr>
                    <m:oMath xmlns:m="http://schemas.openxmlformats.org/officeDocument/2006/math">
                      <m:r>
                        <a:rPr lang="it-IT" sz="2200" i="1">
                          <a:latin typeface="Cambria Math" panose="02040503050406030204" pitchFamily="18" charset="0"/>
                          <a:ea typeface="Cambria Math" panose="02040503050406030204" pitchFamily="18" charset="0"/>
                        </a:rPr>
                        <m:t>h</m:t>
                      </m:r>
                      <m:r>
                        <a:rPr lang="it-IT" sz="2200" i="1">
                          <a:latin typeface="Cambria Math" panose="02040503050406030204" pitchFamily="18" charset="0"/>
                          <a:ea typeface="Cambria Math" panose="02040503050406030204" pitchFamily="18" charset="0"/>
                        </a:rPr>
                        <m:t>=600 </m:t>
                      </m:r>
                      <m:r>
                        <a:rPr lang="it-IT" sz="2200" i="1">
                          <a:latin typeface="Cambria Math" panose="02040503050406030204" pitchFamily="18" charset="0"/>
                          <a:ea typeface="Cambria Math" panose="02040503050406030204" pitchFamily="18" charset="0"/>
                        </a:rPr>
                        <m:t>𝑚</m:t>
                      </m:r>
                    </m:oMath>
                  </m:oMathPara>
                </a14:m>
                <a:endParaRPr lang="it-IT" sz="2200" dirty="0"/>
              </a:p>
              <a:p>
                <a:pPr marL="0" indent="0">
                  <a:buNone/>
                </a:pPr>
                <a14:m>
                  <m:oMathPara xmlns:m="http://schemas.openxmlformats.org/officeDocument/2006/math">
                    <m:oMathParaPr>
                      <m:jc m:val="left"/>
                    </m:oMathParaPr>
                    <m:oMath xmlns:m="http://schemas.openxmlformats.org/officeDocument/2006/math">
                      <m:sSub>
                        <m:sSubPr>
                          <m:ctrlPr>
                            <a:rPr lang="it-IT" sz="2200" i="1" smtClean="0">
                              <a:latin typeface="Cambria Math" panose="02040503050406030204" pitchFamily="18" charset="0"/>
                              <a:ea typeface="Cambria Math" panose="02040503050406030204" pitchFamily="18" charset="0"/>
                            </a:rPr>
                          </m:ctrlPr>
                        </m:sSubPr>
                        <m:e>
                          <m:r>
                            <a:rPr lang="it-IT" sz="2200" b="0" i="1" smtClean="0">
                              <a:latin typeface="Cambria Math" panose="02040503050406030204" pitchFamily="18" charset="0"/>
                              <a:ea typeface="Cambria Math" panose="02040503050406030204" pitchFamily="18" charset="0"/>
                            </a:rPr>
                            <m:t>𝑁</m:t>
                          </m:r>
                        </m:e>
                        <m:sub>
                          <m:r>
                            <a:rPr lang="it-IT" sz="2200" b="0" i="1" smtClean="0">
                              <a:latin typeface="Cambria Math" panose="02040503050406030204" pitchFamily="18" charset="0"/>
                              <a:ea typeface="Cambria Math" panose="02040503050406030204" pitchFamily="18" charset="0"/>
                            </a:rPr>
                            <m:t>𝐿</m:t>
                          </m:r>
                        </m:sub>
                      </m:sSub>
                      <m:r>
                        <a:rPr lang="it-IT" sz="2200" i="1">
                          <a:latin typeface="Cambria Math" panose="02040503050406030204" pitchFamily="18" charset="0"/>
                          <a:ea typeface="Cambria Math" panose="02040503050406030204" pitchFamily="18" charset="0"/>
                        </a:rPr>
                        <m:t>=</m:t>
                      </m:r>
                      <m:r>
                        <a:rPr lang="it-IT" sz="2200" b="0" i="1" smtClean="0">
                          <a:latin typeface="Cambria Math" panose="02040503050406030204" pitchFamily="18" charset="0"/>
                          <a:ea typeface="Cambria Math" panose="02040503050406030204" pitchFamily="18" charset="0"/>
                        </a:rPr>
                        <m:t>0.02 1/</m:t>
                      </m:r>
                      <m:r>
                        <a:rPr lang="it-IT" sz="2200" b="0" i="1" smtClean="0">
                          <a:latin typeface="Cambria Math" panose="02040503050406030204" pitchFamily="18" charset="0"/>
                          <a:ea typeface="Cambria Math" panose="02040503050406030204" pitchFamily="18" charset="0"/>
                        </a:rPr>
                        <m:t>𝑠</m:t>
                      </m:r>
                      <m:r>
                        <a:rPr lang="it-IT" sz="2200" i="1">
                          <a:latin typeface="Cambria Math" panose="02040503050406030204" pitchFamily="18" charset="0"/>
                          <a:ea typeface="Cambria Math" panose="02040503050406030204" pitchFamily="18" charset="0"/>
                        </a:rPr>
                        <m:t> </m:t>
                      </m:r>
                    </m:oMath>
                  </m:oMathPara>
                </a14:m>
                <a:endParaRPr lang="it-IT" sz="2200" dirty="0"/>
              </a:p>
              <a:p>
                <a:pPr marL="0" indent="0">
                  <a:buNone/>
                </a:pPr>
                <a14:m>
                  <m:oMathPara xmlns:m="http://schemas.openxmlformats.org/officeDocument/2006/math">
                    <m:oMathParaPr>
                      <m:jc m:val="left"/>
                    </m:oMathParaPr>
                    <m:oMath xmlns:m="http://schemas.openxmlformats.org/officeDocument/2006/math">
                      <m:sSub>
                        <m:sSubPr>
                          <m:ctrlPr>
                            <a:rPr lang="it-IT" sz="2200" i="1">
                              <a:latin typeface="Cambria Math" panose="02040503050406030204" pitchFamily="18" charset="0"/>
                              <a:ea typeface="Cambria Math" panose="02040503050406030204" pitchFamily="18" charset="0"/>
                            </a:rPr>
                          </m:ctrlPr>
                        </m:sSubPr>
                        <m:e>
                          <m:r>
                            <a:rPr lang="it-IT" sz="2200" i="1">
                              <a:latin typeface="Cambria Math" panose="02040503050406030204" pitchFamily="18" charset="0"/>
                              <a:ea typeface="Cambria Math" panose="02040503050406030204" pitchFamily="18" charset="0"/>
                            </a:rPr>
                            <m:t>𝑁</m:t>
                          </m:r>
                        </m:e>
                        <m:sub>
                          <m:r>
                            <a:rPr lang="it-IT" sz="2200" b="0" i="1" smtClean="0">
                              <a:latin typeface="Cambria Math" panose="02040503050406030204" pitchFamily="18" charset="0"/>
                              <a:ea typeface="Cambria Math" panose="02040503050406030204" pitchFamily="18" charset="0"/>
                            </a:rPr>
                            <m:t>𝑈</m:t>
                          </m:r>
                        </m:sub>
                      </m:sSub>
                      <m:r>
                        <a:rPr lang="it-IT" sz="2200" i="1">
                          <a:latin typeface="Cambria Math" panose="02040503050406030204" pitchFamily="18" charset="0"/>
                          <a:ea typeface="Cambria Math" panose="02040503050406030204" pitchFamily="18" charset="0"/>
                        </a:rPr>
                        <m:t>=0.0</m:t>
                      </m:r>
                      <m:r>
                        <a:rPr lang="it-IT" sz="2200" b="0" i="1" smtClean="0">
                          <a:latin typeface="Cambria Math" panose="02040503050406030204" pitchFamily="18" charset="0"/>
                          <a:ea typeface="Cambria Math" panose="02040503050406030204" pitchFamily="18" charset="0"/>
                        </a:rPr>
                        <m:t>1</m:t>
                      </m:r>
                      <m:r>
                        <a:rPr lang="it-IT" sz="2200" i="1">
                          <a:latin typeface="Cambria Math" panose="02040503050406030204" pitchFamily="18" charset="0"/>
                          <a:ea typeface="Cambria Math" panose="02040503050406030204" pitchFamily="18" charset="0"/>
                        </a:rPr>
                        <m:t> 1/</m:t>
                      </m:r>
                      <m:r>
                        <a:rPr lang="it-IT" sz="2200" i="1">
                          <a:latin typeface="Cambria Math" panose="02040503050406030204" pitchFamily="18" charset="0"/>
                          <a:ea typeface="Cambria Math" panose="02040503050406030204" pitchFamily="18" charset="0"/>
                        </a:rPr>
                        <m:t>𝑠</m:t>
                      </m:r>
                    </m:oMath>
                  </m:oMathPara>
                </a14:m>
                <a:endParaRPr lang="it-IT" sz="2200" dirty="0"/>
              </a:p>
            </p:txBody>
          </p:sp>
        </mc:Choice>
        <mc:Fallback xmlns="">
          <p:sp>
            <p:nvSpPr>
              <p:cNvPr id="3" name="Segnaposto contenuto 2">
                <a:extLst>
                  <a:ext uri="{FF2B5EF4-FFF2-40B4-BE49-F238E27FC236}">
                    <a16:creationId xmlns:a16="http://schemas.microsoft.com/office/drawing/2014/main" id="{AD2B0DDB-1EDF-C708-14F9-D1A3339E804E}"/>
                  </a:ext>
                </a:extLst>
              </p:cNvPr>
              <p:cNvSpPr>
                <a:spLocks noGrp="1" noRot="1" noChangeAspect="1" noMove="1" noResize="1" noEditPoints="1" noAdjustHandles="1" noChangeArrowheads="1" noChangeShapeType="1" noTextEdit="1"/>
              </p:cNvSpPr>
              <p:nvPr>
                <p:ph idx="1"/>
              </p:nvPr>
            </p:nvSpPr>
            <p:spPr>
              <a:xfrm>
                <a:off x="838200" y="1690688"/>
                <a:ext cx="5404945" cy="4486275"/>
              </a:xfrm>
              <a:blipFill>
                <a:blip r:embed="rId4"/>
                <a:stretch>
                  <a:fillRect l="-1467" t="-1495"/>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2D089955-DDC3-D349-3D59-9AC94336E08A}"/>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4D62820E-F2D8-DE76-2A06-74DADE8F56FF}"/>
              </a:ext>
            </a:extLst>
          </p:cNvPr>
          <p:cNvSpPr>
            <a:spLocks noGrp="1"/>
          </p:cNvSpPr>
          <p:nvPr>
            <p:ph type="sldNum" sz="quarter" idx="12"/>
          </p:nvPr>
        </p:nvSpPr>
        <p:spPr/>
        <p:txBody>
          <a:bodyPr/>
          <a:lstStyle/>
          <a:p>
            <a:fld id="{48F63A3B-78C7-47BE-AE5E-E10140E04643}" type="slidenum">
              <a:rPr lang="en-US" smtClean="0"/>
              <a:t>47</a:t>
            </a:fld>
            <a:endParaRPr lang="en-US"/>
          </a:p>
        </p:txBody>
      </p:sp>
      <p:pic>
        <p:nvPicPr>
          <p:cNvPr id="4" name="Immagine 3">
            <a:extLst>
              <a:ext uri="{FF2B5EF4-FFF2-40B4-BE49-F238E27FC236}">
                <a16:creationId xmlns:a16="http://schemas.microsoft.com/office/drawing/2014/main" id="{74ED96A0-AE9D-F99B-04FD-C701B528234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344368" y="1757287"/>
            <a:ext cx="4532463" cy="4532463"/>
          </a:xfrm>
          <a:prstGeom prst="rect">
            <a:avLst/>
          </a:prstGeom>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549AE05D-9CCE-7D05-E42F-314E5B83DD42}"/>
                  </a:ext>
                </a:extLst>
              </p:cNvPr>
              <p:cNvSpPr txBox="1"/>
              <p:nvPr/>
            </p:nvSpPr>
            <p:spPr>
              <a:xfrm>
                <a:off x="6956612" y="6289750"/>
                <a:ext cx="1488141" cy="354649"/>
              </a:xfrm>
              <a:prstGeom prst="rect">
                <a:avLst/>
              </a:prstGeom>
              <a:noFill/>
            </p:spPr>
            <p:txBody>
              <a:bodyPr wrap="square">
                <a:spAutoFit/>
              </a:bodyPr>
              <a:lstStyle/>
              <a:p>
                <a:r>
                  <a:rPr lang="it-IT" sz="1200">
                    <a:ea typeface="Cambria Math" panose="02040503050406030204" pitchFamily="18" charset="0"/>
                  </a:rPr>
                  <a:t>Solution </a:t>
                </a:r>
                <a:r>
                  <a:rPr lang="it-IT" sz="1200" err="1">
                    <a:ea typeface="Cambria Math" panose="02040503050406030204" pitchFamily="18" charset="0"/>
                  </a:rPr>
                  <a:t>at</a:t>
                </a:r>
                <a:r>
                  <a:rPr lang="it-IT" sz="1200">
                    <a:ea typeface="Cambria Math" panose="02040503050406030204" pitchFamily="18" charset="0"/>
                  </a:rPr>
                  <a:t> </a:t>
                </a:r>
                <a14:m>
                  <m:oMath xmlns:m="http://schemas.openxmlformats.org/officeDocument/2006/math">
                    <m:f>
                      <m:fPr>
                        <m:ctrlPr>
                          <a:rPr lang="it-IT" sz="1200" b="0" i="1" smtClean="0">
                            <a:latin typeface="Cambria Math" panose="02040503050406030204" pitchFamily="18" charset="0"/>
                            <a:ea typeface="Cambria Math" panose="02040503050406030204" pitchFamily="18" charset="0"/>
                          </a:rPr>
                        </m:ctrlPr>
                      </m:fPr>
                      <m:num>
                        <m:r>
                          <a:rPr lang="it-IT" sz="1200" b="0" i="1" smtClean="0">
                            <a:latin typeface="Cambria Math" panose="02040503050406030204" pitchFamily="18" charset="0"/>
                            <a:ea typeface="Cambria Math" panose="02040503050406030204" pitchFamily="18" charset="0"/>
                          </a:rPr>
                          <m:t>𝑈𝑡</m:t>
                        </m:r>
                      </m:num>
                      <m:den>
                        <m:r>
                          <a:rPr lang="it-IT" sz="1200" b="0" i="1" smtClean="0">
                            <a:latin typeface="Cambria Math" panose="02040503050406030204" pitchFamily="18" charset="0"/>
                            <a:ea typeface="Cambria Math" panose="02040503050406030204" pitchFamily="18" charset="0"/>
                          </a:rPr>
                          <m:t>𝑎</m:t>
                        </m:r>
                      </m:den>
                    </m:f>
                    <m:r>
                      <a:rPr lang="it-IT" sz="1200" b="0" i="1" smtClean="0">
                        <a:latin typeface="Cambria Math" panose="02040503050406030204" pitchFamily="18" charset="0"/>
                        <a:ea typeface="Cambria Math" panose="02040503050406030204" pitchFamily="18" charset="0"/>
                      </a:rPr>
                      <m:t>=20</m:t>
                    </m:r>
                  </m:oMath>
                </a14:m>
                <a:endParaRPr lang="it-IT" sz="1200"/>
              </a:p>
            </p:txBody>
          </p:sp>
        </mc:Choice>
        <mc:Fallback xmlns="">
          <p:sp>
            <p:nvSpPr>
              <p:cNvPr id="5" name="CasellaDiTesto 4">
                <a:extLst>
                  <a:ext uri="{FF2B5EF4-FFF2-40B4-BE49-F238E27FC236}">
                    <a16:creationId xmlns:a16="http://schemas.microsoft.com/office/drawing/2014/main" id="{549AE05D-9CCE-7D05-E42F-314E5B83DD42}"/>
                  </a:ext>
                </a:extLst>
              </p:cNvPr>
              <p:cNvSpPr txBox="1">
                <a:spLocks noRot="1" noChangeAspect="1" noMove="1" noResize="1" noEditPoints="1" noAdjustHandles="1" noChangeArrowheads="1" noChangeShapeType="1" noTextEdit="1"/>
              </p:cNvSpPr>
              <p:nvPr/>
            </p:nvSpPr>
            <p:spPr>
              <a:xfrm>
                <a:off x="6956612" y="6289750"/>
                <a:ext cx="1488141" cy="354649"/>
              </a:xfrm>
              <a:prstGeom prst="rect">
                <a:avLst/>
              </a:prstGeom>
              <a:blipFill>
                <a:blip r:embed="rId6"/>
                <a:stretch>
                  <a:fillRect b="-3448"/>
                </a:stretch>
              </a:blipFill>
            </p:spPr>
            <p:txBody>
              <a:bodyPr/>
              <a:lstStyle/>
              <a:p>
                <a:r>
                  <a:rPr lang="en-US">
                    <a:noFill/>
                  </a:rPr>
                  <a:t> </a:t>
                </a:r>
              </a:p>
            </p:txBody>
          </p:sp>
        </mc:Fallback>
      </mc:AlternateContent>
      <p:cxnSp>
        <p:nvCxnSpPr>
          <p:cNvPr id="6" name="Connettore dritto 5">
            <a:extLst>
              <a:ext uri="{FF2B5EF4-FFF2-40B4-BE49-F238E27FC236}">
                <a16:creationId xmlns:a16="http://schemas.microsoft.com/office/drawing/2014/main" id="{9B7973A6-0377-F05F-CD1F-782B5FAB82CE}"/>
              </a:ext>
            </a:extLst>
          </p:cNvPr>
          <p:cNvCxnSpPr>
            <a:cxnSpLocks/>
          </p:cNvCxnSpPr>
          <p:nvPr/>
        </p:nvCxnSpPr>
        <p:spPr>
          <a:xfrm>
            <a:off x="7055223" y="5262283"/>
            <a:ext cx="3666565" cy="0"/>
          </a:xfrm>
          <a:prstGeom prst="line">
            <a:avLst/>
          </a:prstGeom>
          <a:ln w="19050">
            <a:solidFill>
              <a:schemeClr val="accent5">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202526"/>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0C12-6D7B-C278-804E-7CF9FE60CAC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89624A28-8BAA-5A41-CF45-14FB34204147}"/>
                  </a:ext>
                </a:extLst>
              </p:cNvPr>
              <p:cNvSpPr>
                <a:spLocks noGrp="1"/>
              </p:cNvSpPr>
              <p:nvPr>
                <p:ph idx="1"/>
              </p:nvPr>
            </p:nvSpPr>
            <p:spPr>
              <a:xfrm>
                <a:off x="838200" y="1690688"/>
                <a:ext cx="5404945" cy="4486275"/>
              </a:xfrm>
            </p:spPr>
            <p:txBody>
              <a:bodyPr>
                <a:normAutofit/>
              </a:bodyPr>
              <a:lstStyle/>
              <a:p>
                <a:pPr marL="0" indent="0">
                  <a:buNone/>
                </a:pPr>
                <a:r>
                  <a:rPr lang="it-IT" sz="2200"/>
                  <a:t>Interface </a:t>
                </a:r>
                <a:r>
                  <a:rPr lang="it-IT" sz="2200" err="1"/>
                  <a:t>at</a:t>
                </a:r>
                <a:r>
                  <a:rPr lang="it-IT" sz="2200"/>
                  <a:t> </a:t>
                </a:r>
                <a14:m>
                  <m:oMath xmlns:m="http://schemas.openxmlformats.org/officeDocument/2006/math">
                    <m:r>
                      <a:rPr lang="it-IT" sz="2000" i="1">
                        <a:latin typeface="Cambria Math" panose="02040503050406030204" pitchFamily="18" charset="0"/>
                        <a:ea typeface="Cambria Math" panose="02040503050406030204" pitchFamily="18" charset="0"/>
                      </a:rPr>
                      <m:t>𝜆</m:t>
                    </m:r>
                    <m:r>
                      <a:rPr lang="it-IT" sz="2000" i="1">
                        <a:latin typeface="Cambria Math" panose="02040503050406030204" pitchFamily="18" charset="0"/>
                        <a:ea typeface="Cambria Math" panose="02040503050406030204" pitchFamily="18" charset="0"/>
                      </a:rPr>
                      <m:t>/4≅1550</m:t>
                    </m:r>
                    <m:r>
                      <a:rPr lang="it-IT" sz="2000" b="0" i="1" smtClean="0">
                        <a:latin typeface="Cambria Math" panose="02040503050406030204" pitchFamily="18" charset="0"/>
                        <a:ea typeface="Cambria Math" panose="02040503050406030204" pitchFamily="18" charset="0"/>
                      </a:rPr>
                      <m:t>𝑚</m:t>
                    </m:r>
                  </m:oMath>
                </a14:m>
                <a:endParaRPr lang="it-IT" sz="2200"/>
              </a:p>
            </p:txBody>
          </p:sp>
        </mc:Choice>
        <mc:Fallback xmlns="">
          <p:sp>
            <p:nvSpPr>
              <p:cNvPr id="3" name="Segnaposto contenuto 2">
                <a:extLst>
                  <a:ext uri="{FF2B5EF4-FFF2-40B4-BE49-F238E27FC236}">
                    <a16:creationId xmlns:a16="http://schemas.microsoft.com/office/drawing/2014/main" id="{89624A28-8BAA-5A41-CF45-14FB34204147}"/>
                  </a:ext>
                </a:extLst>
              </p:cNvPr>
              <p:cNvSpPr>
                <a:spLocks noGrp="1" noRot="1" noChangeAspect="1" noMove="1" noResize="1" noEditPoints="1" noAdjustHandles="1" noChangeArrowheads="1" noChangeShapeType="1" noTextEdit="1"/>
              </p:cNvSpPr>
              <p:nvPr>
                <p:ph idx="1"/>
              </p:nvPr>
            </p:nvSpPr>
            <p:spPr>
              <a:xfrm>
                <a:off x="838200" y="1690688"/>
                <a:ext cx="5404945" cy="4486275"/>
              </a:xfrm>
              <a:blipFill>
                <a:blip r:embed="rId3"/>
                <a:stretch>
                  <a:fillRect l="-1467" t="-1495"/>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38603ADB-011A-6B2E-5878-B5D052C36884}"/>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8370C6E3-26C8-57AE-881D-12BD1BD6D5E2}"/>
              </a:ext>
            </a:extLst>
          </p:cNvPr>
          <p:cNvSpPr>
            <a:spLocks noGrp="1"/>
          </p:cNvSpPr>
          <p:nvPr>
            <p:ph type="sldNum" sz="quarter" idx="12"/>
          </p:nvPr>
        </p:nvSpPr>
        <p:spPr/>
        <p:txBody>
          <a:bodyPr/>
          <a:lstStyle/>
          <a:p>
            <a:fld id="{48F63A3B-78C7-47BE-AE5E-E10140E04643}" type="slidenum">
              <a:rPr lang="en-US" smtClean="0"/>
              <a:t>48</a:t>
            </a:fld>
            <a:endParaRPr lang="en-US"/>
          </a:p>
        </p:txBody>
      </p:sp>
      <p:pic>
        <p:nvPicPr>
          <p:cNvPr id="2" name="Immagine 1">
            <a:extLst>
              <a:ext uri="{FF2B5EF4-FFF2-40B4-BE49-F238E27FC236}">
                <a16:creationId xmlns:a16="http://schemas.microsoft.com/office/drawing/2014/main" id="{CAE780E4-28C0-2CA8-8AB3-A0A76B04082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883968" y="2314949"/>
            <a:ext cx="8424063" cy="4177925"/>
          </a:xfrm>
          <a:prstGeom prst="rect">
            <a:avLst/>
          </a:prstGeom>
        </p:spPr>
      </p:pic>
      <p:cxnSp>
        <p:nvCxnSpPr>
          <p:cNvPr id="6" name="Connettore dritto 5">
            <a:extLst>
              <a:ext uri="{FF2B5EF4-FFF2-40B4-BE49-F238E27FC236}">
                <a16:creationId xmlns:a16="http://schemas.microsoft.com/office/drawing/2014/main" id="{5790B13D-2661-8D8E-5696-46EC94666832}"/>
              </a:ext>
            </a:extLst>
          </p:cNvPr>
          <p:cNvCxnSpPr/>
          <p:nvPr/>
        </p:nvCxnSpPr>
        <p:spPr>
          <a:xfrm>
            <a:off x="2528047" y="5558118"/>
            <a:ext cx="3451412" cy="0"/>
          </a:xfrm>
          <a:prstGeom prst="line">
            <a:avLst/>
          </a:prstGeom>
          <a:ln w="19050">
            <a:solidFill>
              <a:schemeClr val="accent5">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Connettore dritto 7">
            <a:extLst>
              <a:ext uri="{FF2B5EF4-FFF2-40B4-BE49-F238E27FC236}">
                <a16:creationId xmlns:a16="http://schemas.microsoft.com/office/drawing/2014/main" id="{882D6F9A-2556-6CCD-417B-5A65D0EEBEF1}"/>
              </a:ext>
            </a:extLst>
          </p:cNvPr>
          <p:cNvCxnSpPr/>
          <p:nvPr/>
        </p:nvCxnSpPr>
        <p:spPr>
          <a:xfrm>
            <a:off x="6723529" y="5558118"/>
            <a:ext cx="3451412" cy="0"/>
          </a:xfrm>
          <a:prstGeom prst="line">
            <a:avLst/>
          </a:prstGeom>
          <a:ln w="19050">
            <a:solidFill>
              <a:schemeClr val="accent5">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9862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08501-BB7F-67A0-B95A-737BEA04F61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F940237C-531D-C1E7-576D-97DA43057147}"/>
                  </a:ext>
                </a:extLst>
              </p:cNvPr>
              <p:cNvSpPr>
                <a:spLocks noGrp="1"/>
              </p:cNvSpPr>
              <p:nvPr>
                <p:ph idx="1"/>
              </p:nvPr>
            </p:nvSpPr>
            <p:spPr>
              <a:xfrm>
                <a:off x="838200" y="1690688"/>
                <a:ext cx="5404945" cy="4486275"/>
              </a:xfrm>
            </p:spPr>
            <p:txBody>
              <a:bodyPr>
                <a:normAutofit/>
              </a:bodyPr>
              <a:lstStyle/>
              <a:p>
                <a:pPr marL="0" indent="0">
                  <a:buNone/>
                </a:pPr>
                <a:r>
                  <a:rPr lang="it-IT" sz="2200" dirty="0"/>
                  <a:t>Interface </a:t>
                </a:r>
                <a:r>
                  <a:rPr lang="it-IT" sz="2200" dirty="0" err="1"/>
                  <a:t>at</a:t>
                </a:r>
                <a:r>
                  <a:rPr lang="it-IT" sz="2200" dirty="0"/>
                  <a:t> </a:t>
                </a:r>
                <a14:m>
                  <m:oMath xmlns:m="http://schemas.openxmlformats.org/officeDocument/2006/math">
                    <m:r>
                      <a:rPr lang="it-IT" sz="2000" i="1">
                        <a:latin typeface="Cambria Math" panose="02040503050406030204" pitchFamily="18" charset="0"/>
                        <a:ea typeface="Cambria Math" panose="02040503050406030204" pitchFamily="18" charset="0"/>
                      </a:rPr>
                      <m:t>𝜆</m:t>
                    </m:r>
                    <m:r>
                      <a:rPr lang="it-IT" sz="2000" i="1">
                        <a:latin typeface="Cambria Math" panose="02040503050406030204" pitchFamily="18" charset="0"/>
                        <a:ea typeface="Cambria Math" panose="02040503050406030204" pitchFamily="18" charset="0"/>
                      </a:rPr>
                      <m:t>/2≅3150</m:t>
                    </m:r>
                    <m:r>
                      <a:rPr lang="it-IT" sz="2000" b="0" i="1" smtClean="0">
                        <a:latin typeface="Cambria Math" panose="02040503050406030204" pitchFamily="18" charset="0"/>
                        <a:ea typeface="Cambria Math" panose="02040503050406030204" pitchFamily="18" charset="0"/>
                      </a:rPr>
                      <m:t>𝑚</m:t>
                    </m:r>
                  </m:oMath>
                </a14:m>
                <a:endParaRPr lang="it-IT" sz="2200" dirty="0"/>
              </a:p>
              <a:p>
                <a:pPr marL="0" indent="0">
                  <a:buNone/>
                </a:pPr>
                <a:r>
                  <a:rPr lang="it-IT" sz="2200" dirty="0"/>
                  <a:t>In </a:t>
                </a:r>
                <a:r>
                  <a:rPr lang="it-IT" sz="2200" dirty="0" err="1"/>
                  <a:t>this</a:t>
                </a:r>
                <a:r>
                  <a:rPr lang="it-IT" sz="2200" dirty="0"/>
                  <a:t> case, </a:t>
                </a:r>
                <a:r>
                  <a:rPr lang="it-IT" sz="2200" dirty="0" err="1"/>
                  <a:t>trapped</a:t>
                </a:r>
                <a:r>
                  <a:rPr lang="it-IT" sz="2200" dirty="0"/>
                  <a:t> lee </a:t>
                </a:r>
                <a:r>
                  <a:rPr lang="it-IT" sz="2200" dirty="0" err="1"/>
                  <a:t>waves</a:t>
                </a:r>
                <a:r>
                  <a:rPr lang="it-IT" sz="2200" dirty="0"/>
                  <a:t> </a:t>
                </a:r>
                <a:r>
                  <a:rPr lang="it-IT" sz="2200" dirty="0" err="1"/>
                  <a:t>occur</a:t>
                </a:r>
                <a:r>
                  <a:rPr lang="it-IT" sz="2200" dirty="0"/>
                  <a:t>. The </a:t>
                </a:r>
                <a:r>
                  <a:rPr lang="it-IT" sz="2200" dirty="0" err="1"/>
                  <a:t>horizontal</a:t>
                </a:r>
                <a:r>
                  <a:rPr lang="it-IT" sz="2200" dirty="0"/>
                  <a:t> </a:t>
                </a:r>
                <a:r>
                  <a:rPr lang="it-IT" sz="2200" dirty="0" err="1"/>
                  <a:t>wave</a:t>
                </a:r>
                <a:r>
                  <a:rPr lang="it-IT" sz="2200" dirty="0"/>
                  <a:t> </a:t>
                </a:r>
                <a:r>
                  <a:rPr lang="it-IT" sz="2200" dirty="0" err="1"/>
                  <a:t>number</a:t>
                </a:r>
                <a:r>
                  <a:rPr lang="it-IT" sz="2200" dirty="0"/>
                  <a:t> of </a:t>
                </a:r>
                <a:r>
                  <a:rPr lang="it-IT" sz="2200" dirty="0" err="1"/>
                  <a:t>any</a:t>
                </a:r>
                <a:r>
                  <a:rPr lang="it-IT" sz="2200" dirty="0"/>
                  <a:t> lee </a:t>
                </a:r>
                <a:r>
                  <a:rPr lang="it-IT" sz="2200" dirty="0" err="1"/>
                  <a:t>waves</a:t>
                </a:r>
                <a:r>
                  <a:rPr lang="it-IT" sz="2200" dirty="0"/>
                  <a:t> </a:t>
                </a:r>
                <a:r>
                  <a:rPr lang="it-IT" sz="2200" dirty="0" err="1"/>
                  <a:t>satisfies</a:t>
                </a:r>
                <a:r>
                  <a:rPr lang="it-IT" sz="2200" dirty="0"/>
                  <a:t> </a:t>
                </a:r>
                <a14:m>
                  <m:oMath xmlns:m="http://schemas.openxmlformats.org/officeDocument/2006/math">
                    <m:sSub>
                      <m:sSubPr>
                        <m:ctrlPr>
                          <a:rPr lang="it-IT" sz="2200" i="1">
                            <a:latin typeface="Cambria Math" panose="02040503050406030204" pitchFamily="18" charset="0"/>
                          </a:rPr>
                        </m:ctrlPr>
                      </m:sSubPr>
                      <m:e>
                        <m:r>
                          <a:rPr lang="it-IT" sz="2200" i="1">
                            <a:latin typeface="Cambria Math" panose="02040503050406030204" pitchFamily="18" charset="0"/>
                          </a:rPr>
                          <m:t>𝑙</m:t>
                        </m:r>
                      </m:e>
                      <m:sub>
                        <m:r>
                          <a:rPr lang="it-IT" sz="2200" i="1">
                            <a:latin typeface="Cambria Math" panose="02040503050406030204" pitchFamily="18" charset="0"/>
                          </a:rPr>
                          <m:t>𝐿</m:t>
                        </m:r>
                      </m:sub>
                    </m:sSub>
                    <m:r>
                      <a:rPr lang="it-IT" sz="2200" b="0" i="1" smtClean="0">
                        <a:latin typeface="Cambria Math" panose="02040503050406030204" pitchFamily="18" charset="0"/>
                      </a:rPr>
                      <m:t>&gt;</m:t>
                    </m:r>
                    <m:r>
                      <a:rPr lang="it-IT" sz="2200" b="0" i="1" smtClean="0">
                        <a:latin typeface="Cambria Math" panose="02040503050406030204" pitchFamily="18" charset="0"/>
                      </a:rPr>
                      <m:t>𝑘</m:t>
                    </m:r>
                    <m:r>
                      <a:rPr lang="it-IT" sz="2200" b="0" i="1" smtClean="0">
                        <a:latin typeface="Cambria Math" panose="02040503050406030204" pitchFamily="18" charset="0"/>
                      </a:rPr>
                      <m:t>&gt;</m:t>
                    </m:r>
                    <m:sSub>
                      <m:sSubPr>
                        <m:ctrlPr>
                          <a:rPr lang="it-IT" sz="2200" i="1">
                            <a:latin typeface="Cambria Math" panose="02040503050406030204" pitchFamily="18" charset="0"/>
                          </a:rPr>
                        </m:ctrlPr>
                      </m:sSubPr>
                      <m:e>
                        <m:r>
                          <a:rPr lang="it-IT" sz="2200" i="1">
                            <a:latin typeface="Cambria Math" panose="02040503050406030204" pitchFamily="18" charset="0"/>
                          </a:rPr>
                          <m:t>𝑙</m:t>
                        </m:r>
                      </m:e>
                      <m:sub>
                        <m:r>
                          <a:rPr lang="it-IT" sz="2200" b="0" i="1" smtClean="0">
                            <a:latin typeface="Cambria Math" panose="02040503050406030204" pitchFamily="18" charset="0"/>
                          </a:rPr>
                          <m:t>𝑈</m:t>
                        </m:r>
                      </m:sub>
                    </m:sSub>
                  </m:oMath>
                </a14:m>
                <a:r>
                  <a:rPr lang="it-IT" sz="2200" dirty="0"/>
                  <a:t>, </a:t>
                </a:r>
                <a:r>
                  <a:rPr lang="it-IT" sz="2200" dirty="0" err="1"/>
                  <a:t>implying</a:t>
                </a:r>
                <a:r>
                  <a:rPr lang="it-IT" sz="2200" dirty="0"/>
                  <a:t> </a:t>
                </a:r>
                <a:r>
                  <a:rPr lang="it-IT" sz="2200" dirty="0" err="1"/>
                  <a:t>that</a:t>
                </a:r>
                <a:r>
                  <a:rPr lang="it-IT" sz="2200" dirty="0"/>
                  <a:t> the </a:t>
                </a:r>
                <a:r>
                  <a:rPr lang="it-IT" sz="2200" dirty="0" err="1"/>
                  <a:t>wave</a:t>
                </a:r>
                <a:r>
                  <a:rPr lang="it-IT" sz="2200" dirty="0"/>
                  <a:t> </a:t>
                </a:r>
                <a:r>
                  <a:rPr lang="it-IT" sz="2200" dirty="0" err="1"/>
                  <a:t>propagates</a:t>
                </a:r>
                <a:r>
                  <a:rPr lang="it-IT" sz="2200" dirty="0"/>
                  <a:t> </a:t>
                </a:r>
                <a:r>
                  <a:rPr lang="it-IT" sz="2200" dirty="0" err="1"/>
                  <a:t>vertically</a:t>
                </a:r>
                <a:r>
                  <a:rPr lang="it-IT" sz="2200" dirty="0"/>
                  <a:t> in the </a:t>
                </a:r>
                <a:r>
                  <a:rPr lang="it-IT" sz="2200" dirty="0" err="1"/>
                  <a:t>lower</a:t>
                </a:r>
                <a:r>
                  <a:rPr lang="it-IT" sz="2200" dirty="0"/>
                  <a:t> </a:t>
                </a:r>
                <a:r>
                  <a:rPr lang="it-IT" sz="2200" dirty="0" err="1"/>
                  <a:t>layer</a:t>
                </a:r>
                <a:r>
                  <a:rPr lang="it-IT" sz="2200" dirty="0"/>
                  <a:t> and </a:t>
                </a:r>
                <a:r>
                  <a:rPr lang="it-IT" sz="2200" dirty="0" err="1"/>
                  <a:t>decays</a:t>
                </a:r>
                <a:r>
                  <a:rPr lang="it-IT" sz="2200" dirty="0"/>
                  <a:t> </a:t>
                </a:r>
                <a:r>
                  <a:rPr lang="it-IT" sz="2200" dirty="0" err="1"/>
                  <a:t>exponentially</a:t>
                </a:r>
                <a:r>
                  <a:rPr lang="it-IT" sz="2200" dirty="0"/>
                  <a:t> with </a:t>
                </a:r>
                <a:r>
                  <a:rPr lang="it-IT" sz="2200" dirty="0" err="1"/>
                  <a:t>height</a:t>
                </a:r>
                <a:r>
                  <a:rPr lang="it-IT" sz="2200" dirty="0"/>
                  <a:t> in the upper </a:t>
                </a:r>
                <a:r>
                  <a:rPr lang="it-IT" sz="2200" dirty="0" err="1"/>
                  <a:t>layer</a:t>
                </a:r>
                <a:r>
                  <a:rPr lang="it-IT" sz="2200" dirty="0"/>
                  <a:t>.</a:t>
                </a:r>
              </a:p>
              <a:p>
                <a:pPr marL="0" indent="0">
                  <a:buNone/>
                </a:pPr>
                <a:endParaRPr lang="it-IT" sz="2200" dirty="0"/>
              </a:p>
              <a:p>
                <a:pPr marL="0" indent="0">
                  <a:buNone/>
                </a:pPr>
                <a14:m>
                  <m:oMathPara xmlns:m="http://schemas.openxmlformats.org/officeDocument/2006/math">
                    <m:oMathParaPr>
                      <m:jc m:val="left"/>
                    </m:oMathParaPr>
                    <m:oMath xmlns:m="http://schemas.openxmlformats.org/officeDocument/2006/math">
                      <m:r>
                        <a:rPr lang="it-IT" sz="2200" i="1">
                          <a:latin typeface="Cambria Math" panose="02040503050406030204" pitchFamily="18" charset="0"/>
                          <a:ea typeface="Cambria Math" panose="02040503050406030204" pitchFamily="18" charset="0"/>
                        </a:rPr>
                        <m:t>𝑈</m:t>
                      </m:r>
                      <m:r>
                        <a:rPr lang="it-IT" sz="2200" i="1">
                          <a:latin typeface="Cambria Math" panose="02040503050406030204" pitchFamily="18" charset="0"/>
                          <a:ea typeface="Cambria Math" panose="02040503050406030204" pitchFamily="18" charset="0"/>
                        </a:rPr>
                        <m:t>=20 </m:t>
                      </m:r>
                      <m:r>
                        <a:rPr lang="it-IT" sz="2200" i="1">
                          <a:latin typeface="Cambria Math" panose="02040503050406030204" pitchFamily="18" charset="0"/>
                          <a:ea typeface="Cambria Math" panose="02040503050406030204" pitchFamily="18" charset="0"/>
                        </a:rPr>
                        <m:t>𝑚</m:t>
                      </m:r>
                      <m:r>
                        <a:rPr lang="it-IT" sz="2200" i="1">
                          <a:latin typeface="Cambria Math" panose="02040503050406030204" pitchFamily="18" charset="0"/>
                          <a:ea typeface="Cambria Math" panose="02040503050406030204" pitchFamily="18" charset="0"/>
                        </a:rPr>
                        <m:t>/</m:t>
                      </m:r>
                      <m:r>
                        <a:rPr lang="it-IT" sz="2200" i="1">
                          <a:latin typeface="Cambria Math" panose="02040503050406030204" pitchFamily="18" charset="0"/>
                          <a:ea typeface="Cambria Math" panose="02040503050406030204" pitchFamily="18" charset="0"/>
                        </a:rPr>
                        <m:t>𝑠</m:t>
                      </m:r>
                    </m:oMath>
                  </m:oMathPara>
                </a14:m>
                <a:endParaRPr lang="it-IT" sz="2200" dirty="0"/>
              </a:p>
              <a:p>
                <a:pPr marL="0" indent="0">
                  <a:buNone/>
                </a:pPr>
                <a14:m>
                  <m:oMathPara xmlns:m="http://schemas.openxmlformats.org/officeDocument/2006/math">
                    <m:oMathParaPr>
                      <m:jc m:val="left"/>
                    </m:oMathParaPr>
                    <m:oMath xmlns:m="http://schemas.openxmlformats.org/officeDocument/2006/math">
                      <m:r>
                        <a:rPr lang="it-IT" sz="2200" i="1">
                          <a:latin typeface="Cambria Math" panose="02040503050406030204" pitchFamily="18" charset="0"/>
                          <a:ea typeface="Cambria Math" panose="02040503050406030204" pitchFamily="18" charset="0"/>
                        </a:rPr>
                        <m:t>h</m:t>
                      </m:r>
                      <m:r>
                        <a:rPr lang="it-IT" sz="2200" i="1">
                          <a:latin typeface="Cambria Math" panose="02040503050406030204" pitchFamily="18" charset="0"/>
                          <a:ea typeface="Cambria Math" panose="02040503050406030204" pitchFamily="18" charset="0"/>
                        </a:rPr>
                        <m:t>=600 </m:t>
                      </m:r>
                      <m:r>
                        <a:rPr lang="it-IT" sz="2200" i="1">
                          <a:latin typeface="Cambria Math" panose="02040503050406030204" pitchFamily="18" charset="0"/>
                          <a:ea typeface="Cambria Math" panose="02040503050406030204" pitchFamily="18" charset="0"/>
                        </a:rPr>
                        <m:t>𝑚</m:t>
                      </m:r>
                    </m:oMath>
                  </m:oMathPara>
                </a14:m>
                <a:endParaRPr lang="it-IT" sz="2200" dirty="0"/>
              </a:p>
              <a:p>
                <a:pPr marL="0" indent="0">
                  <a:buNone/>
                </a:pPr>
                <a14:m>
                  <m:oMathPara xmlns:m="http://schemas.openxmlformats.org/officeDocument/2006/math">
                    <m:oMathParaPr>
                      <m:jc m:val="left"/>
                    </m:oMathParaPr>
                    <m:oMath xmlns:m="http://schemas.openxmlformats.org/officeDocument/2006/math">
                      <m:sSub>
                        <m:sSubPr>
                          <m:ctrlPr>
                            <a:rPr lang="it-IT" sz="2200" i="1">
                              <a:latin typeface="Cambria Math" panose="02040503050406030204" pitchFamily="18" charset="0"/>
                              <a:ea typeface="Cambria Math" panose="02040503050406030204" pitchFamily="18" charset="0"/>
                            </a:rPr>
                          </m:ctrlPr>
                        </m:sSubPr>
                        <m:e>
                          <m:r>
                            <a:rPr lang="it-IT" sz="2200" i="1">
                              <a:latin typeface="Cambria Math" panose="02040503050406030204" pitchFamily="18" charset="0"/>
                              <a:ea typeface="Cambria Math" panose="02040503050406030204" pitchFamily="18" charset="0"/>
                            </a:rPr>
                            <m:t>𝑁</m:t>
                          </m:r>
                        </m:e>
                        <m:sub>
                          <m:r>
                            <a:rPr lang="it-IT" sz="2200" i="1">
                              <a:latin typeface="Cambria Math" panose="02040503050406030204" pitchFamily="18" charset="0"/>
                              <a:ea typeface="Cambria Math" panose="02040503050406030204" pitchFamily="18" charset="0"/>
                            </a:rPr>
                            <m:t>𝐿</m:t>
                          </m:r>
                        </m:sub>
                      </m:sSub>
                      <m:r>
                        <a:rPr lang="it-IT" sz="2200" i="1">
                          <a:latin typeface="Cambria Math" panose="02040503050406030204" pitchFamily="18" charset="0"/>
                          <a:ea typeface="Cambria Math" panose="02040503050406030204" pitchFamily="18" charset="0"/>
                        </a:rPr>
                        <m:t>=</m:t>
                      </m:r>
                      <m:r>
                        <a:rPr lang="it-IT" sz="2200" i="1">
                          <a:latin typeface="Cambria Math" panose="02040503050406030204" pitchFamily="18" charset="0"/>
                          <a:ea typeface="Cambria Math" panose="02040503050406030204" pitchFamily="18" charset="0"/>
                        </a:rPr>
                        <m:t>0.02 1/</m:t>
                      </m:r>
                      <m:r>
                        <a:rPr lang="it-IT" sz="2200" i="1">
                          <a:latin typeface="Cambria Math" panose="02040503050406030204" pitchFamily="18" charset="0"/>
                          <a:ea typeface="Cambria Math" panose="02040503050406030204" pitchFamily="18" charset="0"/>
                        </a:rPr>
                        <m:t>𝑠</m:t>
                      </m:r>
                      <m:r>
                        <a:rPr lang="it-IT" sz="2200" i="1">
                          <a:latin typeface="Cambria Math" panose="02040503050406030204" pitchFamily="18" charset="0"/>
                          <a:ea typeface="Cambria Math" panose="02040503050406030204" pitchFamily="18" charset="0"/>
                        </a:rPr>
                        <m:t> </m:t>
                      </m:r>
                    </m:oMath>
                  </m:oMathPara>
                </a14:m>
                <a:endParaRPr lang="it-IT" sz="2200" dirty="0"/>
              </a:p>
              <a:p>
                <a:pPr marL="0" indent="0">
                  <a:buNone/>
                </a:pPr>
                <a14:m>
                  <m:oMathPara xmlns:m="http://schemas.openxmlformats.org/officeDocument/2006/math">
                    <m:oMathParaPr>
                      <m:jc m:val="left"/>
                    </m:oMathParaPr>
                    <m:oMath xmlns:m="http://schemas.openxmlformats.org/officeDocument/2006/math">
                      <m:sSub>
                        <m:sSubPr>
                          <m:ctrlPr>
                            <a:rPr lang="it-IT" sz="2200" i="1">
                              <a:latin typeface="Cambria Math" panose="02040503050406030204" pitchFamily="18" charset="0"/>
                              <a:ea typeface="Cambria Math" panose="02040503050406030204" pitchFamily="18" charset="0"/>
                            </a:rPr>
                          </m:ctrlPr>
                        </m:sSubPr>
                        <m:e>
                          <m:r>
                            <a:rPr lang="it-IT" sz="2200" i="1">
                              <a:latin typeface="Cambria Math" panose="02040503050406030204" pitchFamily="18" charset="0"/>
                              <a:ea typeface="Cambria Math" panose="02040503050406030204" pitchFamily="18" charset="0"/>
                            </a:rPr>
                            <m:t>𝑁</m:t>
                          </m:r>
                        </m:e>
                        <m:sub>
                          <m:r>
                            <a:rPr lang="it-IT" sz="2200" i="1">
                              <a:latin typeface="Cambria Math" panose="02040503050406030204" pitchFamily="18" charset="0"/>
                              <a:ea typeface="Cambria Math" panose="02040503050406030204" pitchFamily="18" charset="0"/>
                            </a:rPr>
                            <m:t>𝑈</m:t>
                          </m:r>
                        </m:sub>
                      </m:sSub>
                      <m:r>
                        <a:rPr lang="it-IT" sz="2200" i="1">
                          <a:latin typeface="Cambria Math" panose="02040503050406030204" pitchFamily="18" charset="0"/>
                          <a:ea typeface="Cambria Math" panose="02040503050406030204" pitchFamily="18" charset="0"/>
                        </a:rPr>
                        <m:t>=0.0</m:t>
                      </m:r>
                      <m:r>
                        <a:rPr lang="it-IT" sz="2200" i="1">
                          <a:latin typeface="Cambria Math" panose="02040503050406030204" pitchFamily="18" charset="0"/>
                          <a:ea typeface="Cambria Math" panose="02040503050406030204" pitchFamily="18" charset="0"/>
                        </a:rPr>
                        <m:t>1</m:t>
                      </m:r>
                      <m:r>
                        <a:rPr lang="it-IT" sz="2200" i="1">
                          <a:latin typeface="Cambria Math" panose="02040503050406030204" pitchFamily="18" charset="0"/>
                          <a:ea typeface="Cambria Math" panose="02040503050406030204" pitchFamily="18" charset="0"/>
                        </a:rPr>
                        <m:t> 1/</m:t>
                      </m:r>
                      <m:r>
                        <a:rPr lang="it-IT" sz="2200" i="1">
                          <a:latin typeface="Cambria Math" panose="02040503050406030204" pitchFamily="18" charset="0"/>
                          <a:ea typeface="Cambria Math" panose="02040503050406030204" pitchFamily="18" charset="0"/>
                        </a:rPr>
                        <m:t>𝑠</m:t>
                      </m:r>
                    </m:oMath>
                  </m:oMathPara>
                </a14:m>
                <a:endParaRPr lang="it-IT" sz="2200" dirty="0"/>
              </a:p>
              <a:p>
                <a:pPr marL="0" indent="0">
                  <a:buNone/>
                </a:pPr>
                <a:endParaRPr lang="it-IT" sz="2200" dirty="0"/>
              </a:p>
            </p:txBody>
          </p:sp>
        </mc:Choice>
        <mc:Fallback>
          <p:sp>
            <p:nvSpPr>
              <p:cNvPr id="3" name="Segnaposto contenuto 2">
                <a:extLst>
                  <a:ext uri="{FF2B5EF4-FFF2-40B4-BE49-F238E27FC236}">
                    <a16:creationId xmlns:a16="http://schemas.microsoft.com/office/drawing/2014/main" id="{F940237C-531D-C1E7-576D-97DA43057147}"/>
                  </a:ext>
                </a:extLst>
              </p:cNvPr>
              <p:cNvSpPr>
                <a:spLocks noGrp="1" noRot="1" noChangeAspect="1" noMove="1" noResize="1" noEditPoints="1" noAdjustHandles="1" noChangeArrowheads="1" noChangeShapeType="1" noTextEdit="1"/>
              </p:cNvSpPr>
              <p:nvPr>
                <p:ph idx="1"/>
              </p:nvPr>
            </p:nvSpPr>
            <p:spPr>
              <a:xfrm>
                <a:off x="838200" y="1690688"/>
                <a:ext cx="5404945" cy="4486275"/>
              </a:xfrm>
              <a:blipFill>
                <a:blip r:embed="rId3"/>
                <a:stretch>
                  <a:fillRect l="-1408" t="-1408"/>
                </a:stretch>
              </a:blipFill>
            </p:spPr>
            <p:txBody>
              <a:bodyPr/>
              <a:lstStyle/>
              <a:p>
                <a:r>
                  <a:rPr lang="it-IT">
                    <a:noFill/>
                  </a:rPr>
                  <a:t> </a:t>
                </a:r>
              </a:p>
            </p:txBody>
          </p:sp>
        </mc:Fallback>
      </mc:AlternateContent>
      <p:sp>
        <p:nvSpPr>
          <p:cNvPr id="7" name="Title 1">
            <a:extLst>
              <a:ext uri="{FF2B5EF4-FFF2-40B4-BE49-F238E27FC236}">
                <a16:creationId xmlns:a16="http://schemas.microsoft.com/office/drawing/2014/main" id="{5BFB60E6-9064-1E3A-1282-843A62BC3EED}"/>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AEA37992-3A25-3632-A007-4D0B268FC415}"/>
              </a:ext>
            </a:extLst>
          </p:cNvPr>
          <p:cNvSpPr>
            <a:spLocks noGrp="1"/>
          </p:cNvSpPr>
          <p:nvPr>
            <p:ph type="sldNum" sz="quarter" idx="12"/>
          </p:nvPr>
        </p:nvSpPr>
        <p:spPr/>
        <p:txBody>
          <a:bodyPr/>
          <a:lstStyle/>
          <a:p>
            <a:fld id="{48F63A3B-78C7-47BE-AE5E-E10140E04643}" type="slidenum">
              <a:rPr lang="en-US" smtClean="0"/>
              <a:t>49</a:t>
            </a:fld>
            <a:endParaRPr lang="en-US"/>
          </a:p>
        </p:txBody>
      </p:sp>
      <p:pic>
        <p:nvPicPr>
          <p:cNvPr id="6" name="Immagine 5">
            <a:extLst>
              <a:ext uri="{FF2B5EF4-FFF2-40B4-BE49-F238E27FC236}">
                <a16:creationId xmlns:a16="http://schemas.microsoft.com/office/drawing/2014/main" id="{5F248228-3DB0-3886-BF84-755BE239E4E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344368" y="1757287"/>
            <a:ext cx="4532463" cy="4532463"/>
          </a:xfrm>
          <a:prstGeom prst="rect">
            <a:avLst/>
          </a:prstGeom>
        </p:spPr>
      </p:pic>
      <p:cxnSp>
        <p:nvCxnSpPr>
          <p:cNvPr id="2" name="Connettore dritto 1">
            <a:extLst>
              <a:ext uri="{FF2B5EF4-FFF2-40B4-BE49-F238E27FC236}">
                <a16:creationId xmlns:a16="http://schemas.microsoft.com/office/drawing/2014/main" id="{369832DB-FE8F-0C00-4CE3-56101E4E1E95}"/>
              </a:ext>
            </a:extLst>
          </p:cNvPr>
          <p:cNvCxnSpPr>
            <a:cxnSpLocks/>
          </p:cNvCxnSpPr>
          <p:nvPr/>
        </p:nvCxnSpPr>
        <p:spPr>
          <a:xfrm>
            <a:off x="7055223" y="4580959"/>
            <a:ext cx="3666565" cy="0"/>
          </a:xfrm>
          <a:prstGeom prst="line">
            <a:avLst/>
          </a:prstGeom>
          <a:ln w="19050">
            <a:solidFill>
              <a:schemeClr val="accent5">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C19C6C41-44FB-2E0D-6D54-3765C6102E5F}"/>
                  </a:ext>
                </a:extLst>
              </p:cNvPr>
              <p:cNvSpPr txBox="1"/>
              <p:nvPr/>
            </p:nvSpPr>
            <p:spPr>
              <a:xfrm>
                <a:off x="6956612" y="6289750"/>
                <a:ext cx="1488141" cy="354649"/>
              </a:xfrm>
              <a:prstGeom prst="rect">
                <a:avLst/>
              </a:prstGeom>
              <a:noFill/>
            </p:spPr>
            <p:txBody>
              <a:bodyPr wrap="square">
                <a:spAutoFit/>
              </a:bodyPr>
              <a:lstStyle/>
              <a:p>
                <a:r>
                  <a:rPr lang="it-IT" sz="1200">
                    <a:ea typeface="Cambria Math" panose="02040503050406030204" pitchFamily="18" charset="0"/>
                  </a:rPr>
                  <a:t>Solution </a:t>
                </a:r>
                <a:r>
                  <a:rPr lang="it-IT" sz="1200" err="1">
                    <a:ea typeface="Cambria Math" panose="02040503050406030204" pitchFamily="18" charset="0"/>
                  </a:rPr>
                  <a:t>at</a:t>
                </a:r>
                <a:r>
                  <a:rPr lang="it-IT" sz="1200">
                    <a:ea typeface="Cambria Math" panose="02040503050406030204" pitchFamily="18" charset="0"/>
                  </a:rPr>
                  <a:t> </a:t>
                </a:r>
                <a14:m>
                  <m:oMath xmlns:m="http://schemas.openxmlformats.org/officeDocument/2006/math">
                    <m:f>
                      <m:fPr>
                        <m:ctrlPr>
                          <a:rPr lang="it-IT" sz="1200" b="0" i="1" smtClean="0">
                            <a:latin typeface="Cambria Math" panose="02040503050406030204" pitchFamily="18" charset="0"/>
                            <a:ea typeface="Cambria Math" panose="02040503050406030204" pitchFamily="18" charset="0"/>
                          </a:rPr>
                        </m:ctrlPr>
                      </m:fPr>
                      <m:num>
                        <m:r>
                          <a:rPr lang="it-IT" sz="1200" b="0" i="1" smtClean="0">
                            <a:latin typeface="Cambria Math" panose="02040503050406030204" pitchFamily="18" charset="0"/>
                            <a:ea typeface="Cambria Math" panose="02040503050406030204" pitchFamily="18" charset="0"/>
                          </a:rPr>
                          <m:t>𝑈𝑡</m:t>
                        </m:r>
                      </m:num>
                      <m:den>
                        <m:r>
                          <a:rPr lang="it-IT" sz="1200" b="0" i="1" smtClean="0">
                            <a:latin typeface="Cambria Math" panose="02040503050406030204" pitchFamily="18" charset="0"/>
                            <a:ea typeface="Cambria Math" panose="02040503050406030204" pitchFamily="18" charset="0"/>
                          </a:rPr>
                          <m:t>𝑎</m:t>
                        </m:r>
                      </m:den>
                    </m:f>
                    <m:r>
                      <a:rPr lang="it-IT" sz="1200" b="0" i="1" smtClean="0">
                        <a:latin typeface="Cambria Math" panose="02040503050406030204" pitchFamily="18" charset="0"/>
                        <a:ea typeface="Cambria Math" panose="02040503050406030204" pitchFamily="18" charset="0"/>
                      </a:rPr>
                      <m:t>=20</m:t>
                    </m:r>
                  </m:oMath>
                </a14:m>
                <a:endParaRPr lang="it-IT" sz="1200"/>
              </a:p>
            </p:txBody>
          </p:sp>
        </mc:Choice>
        <mc:Fallback xmlns="">
          <p:sp>
            <p:nvSpPr>
              <p:cNvPr id="4" name="CasellaDiTesto 3">
                <a:extLst>
                  <a:ext uri="{FF2B5EF4-FFF2-40B4-BE49-F238E27FC236}">
                    <a16:creationId xmlns:a16="http://schemas.microsoft.com/office/drawing/2014/main" id="{C19C6C41-44FB-2E0D-6D54-3765C6102E5F}"/>
                  </a:ext>
                </a:extLst>
              </p:cNvPr>
              <p:cNvSpPr txBox="1">
                <a:spLocks noRot="1" noChangeAspect="1" noMove="1" noResize="1" noEditPoints="1" noAdjustHandles="1" noChangeArrowheads="1" noChangeShapeType="1" noTextEdit="1"/>
              </p:cNvSpPr>
              <p:nvPr/>
            </p:nvSpPr>
            <p:spPr>
              <a:xfrm>
                <a:off x="6956612" y="6289750"/>
                <a:ext cx="1488141" cy="354649"/>
              </a:xfrm>
              <a:prstGeom prst="rect">
                <a:avLst/>
              </a:prstGeom>
              <a:blipFill>
                <a:blip r:embed="rId5"/>
                <a:stretch>
                  <a:fillRect b="-3448"/>
                </a:stretch>
              </a:blipFill>
            </p:spPr>
            <p:txBody>
              <a:bodyPr/>
              <a:lstStyle/>
              <a:p>
                <a:r>
                  <a:rPr lang="en-US">
                    <a:noFill/>
                  </a:rPr>
                  <a:t> </a:t>
                </a:r>
              </a:p>
            </p:txBody>
          </p:sp>
        </mc:Fallback>
      </mc:AlternateContent>
    </p:spTree>
    <p:extLst>
      <p:ext uri="{BB962C8B-B14F-4D97-AF65-F5344CB8AC3E}">
        <p14:creationId xmlns:p14="http://schemas.microsoft.com/office/powerpoint/2010/main" val="4031040055"/>
      </p:ext>
    </p:extLst>
  </p:cSld>
  <p:clrMapOvr>
    <a:masterClrMapping/>
  </p:clrMapOvr>
  <p:extLst>
    <p:ext uri="{6950BFC3-D8DA-4A85-94F7-54DA5524770B}">
      <p188:commentRel xmlns:p188="http://schemas.microsoft.com/office/powerpoint/2018/8/main" r:id="rId2"/>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CBE45-3F3D-033C-2F50-EEB1B2FF235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780AAC03-74D4-D36B-0C6B-9F9158239389}"/>
                  </a:ext>
                </a:extLst>
              </p:cNvPr>
              <p:cNvSpPr>
                <a:spLocks noGrp="1"/>
              </p:cNvSpPr>
              <p:nvPr>
                <p:ph idx="1"/>
              </p:nvPr>
            </p:nvSpPr>
            <p:spPr>
              <a:xfrm>
                <a:off x="838200" y="1690688"/>
                <a:ext cx="5404945" cy="4486275"/>
              </a:xfrm>
            </p:spPr>
            <p:txBody>
              <a:bodyPr>
                <a:normAutofit/>
              </a:bodyPr>
              <a:lstStyle/>
              <a:p>
                <a:pPr marL="0" indent="0">
                  <a:buNone/>
                </a:pPr>
                <a:r>
                  <a:rPr lang="it-IT" sz="2200"/>
                  <a:t>Interface </a:t>
                </a:r>
                <a:r>
                  <a:rPr lang="it-IT" sz="2200" err="1"/>
                  <a:t>at</a:t>
                </a:r>
                <a:r>
                  <a:rPr lang="it-IT" sz="2200"/>
                  <a:t> </a:t>
                </a:r>
                <a14:m>
                  <m:oMath xmlns:m="http://schemas.openxmlformats.org/officeDocument/2006/math">
                    <m:r>
                      <a:rPr lang="it-IT" sz="2000" i="1">
                        <a:latin typeface="Cambria Math" panose="02040503050406030204" pitchFamily="18" charset="0"/>
                        <a:ea typeface="Cambria Math" panose="02040503050406030204" pitchFamily="18" charset="0"/>
                      </a:rPr>
                      <m:t>𝜆</m:t>
                    </m:r>
                    <m:r>
                      <a:rPr lang="it-IT" sz="2000" i="1">
                        <a:latin typeface="Cambria Math" panose="02040503050406030204" pitchFamily="18" charset="0"/>
                        <a:ea typeface="Cambria Math" panose="02040503050406030204" pitchFamily="18" charset="0"/>
                      </a:rPr>
                      <m:t>/2≅3150</m:t>
                    </m:r>
                    <m:r>
                      <a:rPr lang="it-IT" sz="2000" b="0" i="1" smtClean="0">
                        <a:latin typeface="Cambria Math" panose="02040503050406030204" pitchFamily="18" charset="0"/>
                        <a:ea typeface="Cambria Math" panose="02040503050406030204" pitchFamily="18" charset="0"/>
                      </a:rPr>
                      <m:t>𝑚</m:t>
                    </m:r>
                  </m:oMath>
                </a14:m>
                <a:endParaRPr lang="it-IT" sz="2200"/>
              </a:p>
              <a:p>
                <a:pPr marL="0" indent="0">
                  <a:buNone/>
                </a:pPr>
                <a:endParaRPr lang="it-IT" sz="2200"/>
              </a:p>
            </p:txBody>
          </p:sp>
        </mc:Choice>
        <mc:Fallback xmlns="">
          <p:sp>
            <p:nvSpPr>
              <p:cNvPr id="3" name="Segnaposto contenuto 2">
                <a:extLst>
                  <a:ext uri="{FF2B5EF4-FFF2-40B4-BE49-F238E27FC236}">
                    <a16:creationId xmlns:a16="http://schemas.microsoft.com/office/drawing/2014/main" id="{780AAC03-74D4-D36B-0C6B-9F9158239389}"/>
                  </a:ext>
                </a:extLst>
              </p:cNvPr>
              <p:cNvSpPr>
                <a:spLocks noGrp="1" noRot="1" noChangeAspect="1" noMove="1" noResize="1" noEditPoints="1" noAdjustHandles="1" noChangeArrowheads="1" noChangeShapeType="1" noTextEdit="1"/>
              </p:cNvSpPr>
              <p:nvPr>
                <p:ph idx="1"/>
              </p:nvPr>
            </p:nvSpPr>
            <p:spPr>
              <a:xfrm>
                <a:off x="838200" y="1690688"/>
                <a:ext cx="5404945" cy="4486275"/>
              </a:xfrm>
              <a:blipFill>
                <a:blip r:embed="rId3"/>
                <a:stretch>
                  <a:fillRect l="-1467" t="-1495"/>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2FFD13CF-141E-FE14-D1EC-43E334EFABF8}"/>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63E012BA-716D-E4DD-49B1-58377D029E0F}"/>
              </a:ext>
            </a:extLst>
          </p:cNvPr>
          <p:cNvSpPr>
            <a:spLocks noGrp="1"/>
          </p:cNvSpPr>
          <p:nvPr>
            <p:ph type="sldNum" sz="quarter" idx="12"/>
          </p:nvPr>
        </p:nvSpPr>
        <p:spPr/>
        <p:txBody>
          <a:bodyPr/>
          <a:lstStyle/>
          <a:p>
            <a:fld id="{48F63A3B-78C7-47BE-AE5E-E10140E04643}" type="slidenum">
              <a:rPr lang="en-US" smtClean="0"/>
              <a:t>50</a:t>
            </a:fld>
            <a:endParaRPr lang="en-US"/>
          </a:p>
        </p:txBody>
      </p:sp>
      <p:pic>
        <p:nvPicPr>
          <p:cNvPr id="4" name="Immagine 3">
            <a:extLst>
              <a:ext uri="{FF2B5EF4-FFF2-40B4-BE49-F238E27FC236}">
                <a16:creationId xmlns:a16="http://schemas.microsoft.com/office/drawing/2014/main" id="{182AD03C-77BD-3742-EA08-59C6BDC77EB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883969" y="2314949"/>
            <a:ext cx="8424061" cy="4177925"/>
          </a:xfrm>
          <a:prstGeom prst="rect">
            <a:avLst/>
          </a:prstGeom>
        </p:spPr>
      </p:pic>
      <p:cxnSp>
        <p:nvCxnSpPr>
          <p:cNvPr id="2" name="Connettore dritto 1">
            <a:extLst>
              <a:ext uri="{FF2B5EF4-FFF2-40B4-BE49-F238E27FC236}">
                <a16:creationId xmlns:a16="http://schemas.microsoft.com/office/drawing/2014/main" id="{7ACD6188-FAED-D6A4-31CD-0BAD867F0DB8}"/>
              </a:ext>
            </a:extLst>
          </p:cNvPr>
          <p:cNvCxnSpPr>
            <a:cxnSpLocks/>
          </p:cNvCxnSpPr>
          <p:nvPr/>
        </p:nvCxnSpPr>
        <p:spPr>
          <a:xfrm>
            <a:off x="6704846" y="4937539"/>
            <a:ext cx="3456104" cy="0"/>
          </a:xfrm>
          <a:prstGeom prst="line">
            <a:avLst/>
          </a:prstGeom>
          <a:ln w="19050">
            <a:solidFill>
              <a:schemeClr val="accent5">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 name="Connettore dritto 5">
            <a:extLst>
              <a:ext uri="{FF2B5EF4-FFF2-40B4-BE49-F238E27FC236}">
                <a16:creationId xmlns:a16="http://schemas.microsoft.com/office/drawing/2014/main" id="{4C452B4D-B450-3615-47C5-C077F1745E8F}"/>
              </a:ext>
            </a:extLst>
          </p:cNvPr>
          <p:cNvCxnSpPr>
            <a:cxnSpLocks/>
          </p:cNvCxnSpPr>
          <p:nvPr/>
        </p:nvCxnSpPr>
        <p:spPr>
          <a:xfrm>
            <a:off x="2550165" y="4937539"/>
            <a:ext cx="3456104" cy="0"/>
          </a:xfrm>
          <a:prstGeom prst="line">
            <a:avLst/>
          </a:prstGeom>
          <a:ln w="19050">
            <a:solidFill>
              <a:schemeClr val="accent5">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88175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4E4DE-F62A-CB18-B603-41785D37543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B620AA91-49D1-A09E-9DE5-19F5E4D1F199}"/>
                  </a:ext>
                </a:extLst>
              </p:cNvPr>
              <p:cNvSpPr>
                <a:spLocks noGrp="1"/>
              </p:cNvSpPr>
              <p:nvPr>
                <p:ph idx="1"/>
              </p:nvPr>
            </p:nvSpPr>
            <p:spPr>
              <a:xfrm>
                <a:off x="7395265" y="6353924"/>
                <a:ext cx="2586935" cy="36997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it-IT" sz="1800" i="1" smtClean="0">
                              <a:latin typeface="Cambria Math" panose="02040503050406030204" pitchFamily="18" charset="0"/>
                              <a:ea typeface="Cambria Math" panose="02040503050406030204" pitchFamily="18" charset="0"/>
                            </a:rPr>
                          </m:ctrlPr>
                        </m:sSubPr>
                        <m:e>
                          <m:r>
                            <a:rPr lang="it-IT" sz="1800" b="0" i="1" smtClean="0">
                              <a:latin typeface="Cambria Math" panose="02040503050406030204" pitchFamily="18" charset="0"/>
                              <a:ea typeface="Cambria Math" panose="02040503050406030204" pitchFamily="18" charset="0"/>
                            </a:rPr>
                            <m:t>𝑧</m:t>
                          </m:r>
                        </m:e>
                        <m:sub>
                          <m:r>
                            <a:rPr lang="it-IT" sz="1800" b="0" i="1" smtClean="0">
                              <a:latin typeface="Cambria Math" panose="02040503050406030204" pitchFamily="18" charset="0"/>
                              <a:ea typeface="Cambria Math" panose="02040503050406030204" pitchFamily="18" charset="0"/>
                            </a:rPr>
                            <m:t>𝑖</m:t>
                          </m:r>
                        </m:sub>
                      </m:sSub>
                      <m:r>
                        <a:rPr lang="it-IT" sz="1800" b="0" i="1" smtClean="0">
                          <a:latin typeface="Cambria Math" panose="02040503050406030204" pitchFamily="18" charset="0"/>
                          <a:ea typeface="Cambria Math" panose="02040503050406030204" pitchFamily="18" charset="0"/>
                        </a:rPr>
                        <m:t>=</m:t>
                      </m:r>
                      <m:r>
                        <a:rPr lang="it-IT" sz="1800" i="1">
                          <a:latin typeface="Cambria Math" panose="02040503050406030204" pitchFamily="18" charset="0"/>
                          <a:ea typeface="Cambria Math" panose="02040503050406030204" pitchFamily="18" charset="0"/>
                        </a:rPr>
                        <m:t>𝜆</m:t>
                      </m:r>
                      <m:r>
                        <a:rPr lang="it-IT" sz="1800" i="1">
                          <a:latin typeface="Cambria Math" panose="02040503050406030204" pitchFamily="18" charset="0"/>
                          <a:ea typeface="Cambria Math" panose="02040503050406030204" pitchFamily="18" charset="0"/>
                        </a:rPr>
                        <m:t>/2≅3150</m:t>
                      </m:r>
                      <m:r>
                        <a:rPr lang="it-IT" sz="1800" b="0" i="1" smtClean="0">
                          <a:latin typeface="Cambria Math" panose="02040503050406030204" pitchFamily="18" charset="0"/>
                          <a:ea typeface="Cambria Math" panose="02040503050406030204" pitchFamily="18" charset="0"/>
                        </a:rPr>
                        <m:t>𝑚</m:t>
                      </m:r>
                    </m:oMath>
                  </m:oMathPara>
                </a14:m>
                <a:endParaRPr lang="it-IT" sz="1800"/>
              </a:p>
              <a:p>
                <a:pPr marL="0" indent="0">
                  <a:buNone/>
                </a:pPr>
                <a:endParaRPr lang="it-IT" sz="1800"/>
              </a:p>
            </p:txBody>
          </p:sp>
        </mc:Choice>
        <mc:Fallback xmlns="">
          <p:sp>
            <p:nvSpPr>
              <p:cNvPr id="3" name="Segnaposto contenuto 2">
                <a:extLst>
                  <a:ext uri="{FF2B5EF4-FFF2-40B4-BE49-F238E27FC236}">
                    <a16:creationId xmlns:a16="http://schemas.microsoft.com/office/drawing/2014/main" id="{B620AA91-49D1-A09E-9DE5-19F5E4D1F199}"/>
                  </a:ext>
                </a:extLst>
              </p:cNvPr>
              <p:cNvSpPr>
                <a:spLocks noGrp="1" noRot="1" noChangeAspect="1" noMove="1" noResize="1" noEditPoints="1" noAdjustHandles="1" noChangeArrowheads="1" noChangeShapeType="1" noTextEdit="1"/>
              </p:cNvSpPr>
              <p:nvPr>
                <p:ph idx="1"/>
              </p:nvPr>
            </p:nvSpPr>
            <p:spPr>
              <a:xfrm>
                <a:off x="7395265" y="6353924"/>
                <a:ext cx="2586935" cy="369978"/>
              </a:xfrm>
              <a:blipFill>
                <a:blip r:embed="rId3"/>
                <a:stretch>
                  <a:fillRect b="-8197"/>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73B6DC8E-90EF-D347-BC2E-B4385BEB4BC6}"/>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B2E0E40D-CFC9-F079-81E0-731A17806C63}"/>
              </a:ext>
            </a:extLst>
          </p:cNvPr>
          <p:cNvSpPr>
            <a:spLocks noGrp="1"/>
          </p:cNvSpPr>
          <p:nvPr>
            <p:ph type="sldNum" sz="quarter" idx="12"/>
          </p:nvPr>
        </p:nvSpPr>
        <p:spPr/>
        <p:txBody>
          <a:bodyPr/>
          <a:lstStyle/>
          <a:p>
            <a:fld id="{48F63A3B-78C7-47BE-AE5E-E10140E04643}" type="slidenum">
              <a:rPr lang="en-US" smtClean="0"/>
              <a:t>51</a:t>
            </a:fld>
            <a:endParaRPr lang="en-US"/>
          </a:p>
        </p:txBody>
      </p:sp>
      <mc:AlternateContent xmlns:mc="http://schemas.openxmlformats.org/markup-compatibility/2006" xmlns:a14="http://schemas.microsoft.com/office/drawing/2010/main">
        <mc:Choice Requires="a14">
          <p:sp>
            <p:nvSpPr>
              <p:cNvPr id="2" name="Segnaposto contenuto 2">
                <a:extLst>
                  <a:ext uri="{FF2B5EF4-FFF2-40B4-BE49-F238E27FC236}">
                    <a16:creationId xmlns:a16="http://schemas.microsoft.com/office/drawing/2014/main" id="{32709C35-F054-CF00-0C4C-F707E68043CF}"/>
                  </a:ext>
                </a:extLst>
              </p:cNvPr>
              <p:cNvSpPr txBox="1">
                <a:spLocks/>
              </p:cNvSpPr>
              <p:nvPr/>
            </p:nvSpPr>
            <p:spPr>
              <a:xfrm>
                <a:off x="2627199" y="6369718"/>
                <a:ext cx="2540310" cy="3517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it-IT" sz="1800" i="1" smtClean="0">
                              <a:latin typeface="Cambria Math" panose="02040503050406030204" pitchFamily="18" charset="0"/>
                              <a:ea typeface="Cambria Math" panose="02040503050406030204" pitchFamily="18" charset="0"/>
                            </a:rPr>
                          </m:ctrlPr>
                        </m:sSubPr>
                        <m:e>
                          <m:r>
                            <a:rPr lang="it-IT" sz="1800" i="1" smtClean="0">
                              <a:latin typeface="Cambria Math" panose="02040503050406030204" pitchFamily="18" charset="0"/>
                              <a:ea typeface="Cambria Math" panose="02040503050406030204" pitchFamily="18" charset="0"/>
                            </a:rPr>
                            <m:t>𝑧</m:t>
                          </m:r>
                        </m:e>
                        <m:sub>
                          <m:r>
                            <a:rPr lang="it-IT" sz="1800" i="1" smtClean="0">
                              <a:latin typeface="Cambria Math" panose="02040503050406030204" pitchFamily="18" charset="0"/>
                              <a:ea typeface="Cambria Math" panose="02040503050406030204" pitchFamily="18" charset="0"/>
                            </a:rPr>
                            <m:t>𝑖</m:t>
                          </m:r>
                        </m:sub>
                      </m:sSub>
                      <m:r>
                        <a:rPr lang="it-IT" sz="1800" i="1" smtClean="0">
                          <a:latin typeface="Cambria Math" panose="02040503050406030204" pitchFamily="18" charset="0"/>
                          <a:ea typeface="Cambria Math" panose="02040503050406030204" pitchFamily="18" charset="0"/>
                        </a:rPr>
                        <m:t>=</m:t>
                      </m:r>
                      <m:r>
                        <a:rPr lang="it-IT" sz="1800" i="1">
                          <a:latin typeface="Cambria Math" panose="02040503050406030204" pitchFamily="18" charset="0"/>
                          <a:ea typeface="Cambria Math" panose="02040503050406030204" pitchFamily="18" charset="0"/>
                        </a:rPr>
                        <m:t>𝜆</m:t>
                      </m:r>
                      <m:r>
                        <a:rPr lang="it-IT" sz="1800" i="1">
                          <a:latin typeface="Cambria Math" panose="02040503050406030204" pitchFamily="18" charset="0"/>
                          <a:ea typeface="Cambria Math" panose="02040503050406030204" pitchFamily="18" charset="0"/>
                        </a:rPr>
                        <m:t>/4≅1550</m:t>
                      </m:r>
                      <m:r>
                        <a:rPr lang="it-IT" sz="1800" i="1" smtClean="0">
                          <a:latin typeface="Cambria Math" panose="02040503050406030204" pitchFamily="18" charset="0"/>
                          <a:ea typeface="Cambria Math" panose="02040503050406030204" pitchFamily="18" charset="0"/>
                        </a:rPr>
                        <m:t>𝑚</m:t>
                      </m:r>
                    </m:oMath>
                  </m:oMathPara>
                </a14:m>
                <a:endParaRPr lang="it-IT" sz="1800"/>
              </a:p>
              <a:p>
                <a:pPr marL="0" indent="0">
                  <a:buFont typeface="Arial" panose="020B0604020202020204" pitchFamily="34" charset="0"/>
                  <a:buNone/>
                </a:pPr>
                <a:endParaRPr lang="it-IT" sz="1800"/>
              </a:p>
            </p:txBody>
          </p:sp>
        </mc:Choice>
        <mc:Fallback xmlns="">
          <p:sp>
            <p:nvSpPr>
              <p:cNvPr id="2" name="Segnaposto contenuto 2">
                <a:extLst>
                  <a:ext uri="{FF2B5EF4-FFF2-40B4-BE49-F238E27FC236}">
                    <a16:creationId xmlns:a16="http://schemas.microsoft.com/office/drawing/2014/main" id="{32709C35-F054-CF00-0C4C-F707E68043CF}"/>
                  </a:ext>
                </a:extLst>
              </p:cNvPr>
              <p:cNvSpPr txBox="1">
                <a:spLocks noRot="1" noChangeAspect="1" noMove="1" noResize="1" noEditPoints="1" noAdjustHandles="1" noChangeArrowheads="1" noChangeShapeType="1" noTextEdit="1"/>
              </p:cNvSpPr>
              <p:nvPr/>
            </p:nvSpPr>
            <p:spPr>
              <a:xfrm>
                <a:off x="2627199" y="6369718"/>
                <a:ext cx="2540310" cy="351757"/>
              </a:xfrm>
              <a:prstGeom prst="rect">
                <a:avLst/>
              </a:prstGeom>
              <a:blipFill>
                <a:blip r:embed="rId4"/>
                <a:stretch>
                  <a:fillRect b="-12069"/>
                </a:stretch>
              </a:blipFill>
            </p:spPr>
            <p:txBody>
              <a:bodyPr/>
              <a:lstStyle/>
              <a:p>
                <a:r>
                  <a:rPr lang="en-US">
                    <a:noFill/>
                  </a:rPr>
                  <a:t> </a:t>
                </a:r>
              </a:p>
            </p:txBody>
          </p:sp>
        </mc:Fallback>
      </mc:AlternateContent>
      <p:pic>
        <p:nvPicPr>
          <p:cNvPr id="10" name="Immagine 9">
            <a:extLst>
              <a:ext uri="{FF2B5EF4-FFF2-40B4-BE49-F238E27FC236}">
                <a16:creationId xmlns:a16="http://schemas.microsoft.com/office/drawing/2014/main" id="{568D531B-E882-ABAE-8BA7-F2733C9DFD0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506457" y="2398897"/>
            <a:ext cx="3957453" cy="3957453"/>
          </a:xfrm>
          <a:prstGeom prst="rect">
            <a:avLst/>
          </a:prstGeom>
        </p:spPr>
      </p:pic>
      <p:pic>
        <p:nvPicPr>
          <p:cNvPr id="11" name="Immagine 10">
            <a:extLst>
              <a:ext uri="{FF2B5EF4-FFF2-40B4-BE49-F238E27FC236}">
                <a16:creationId xmlns:a16="http://schemas.microsoft.com/office/drawing/2014/main" id="{0985055F-4698-9EEE-DFE5-84B55FBFB58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253270" y="2398898"/>
            <a:ext cx="3957452" cy="3957452"/>
          </a:xfrm>
          <a:prstGeom prst="rect">
            <a:avLst/>
          </a:prstGeom>
        </p:spPr>
      </p:pic>
      <p:sp>
        <p:nvSpPr>
          <p:cNvPr id="13" name="Segnaposto contenuto 2">
            <a:extLst>
              <a:ext uri="{FF2B5EF4-FFF2-40B4-BE49-F238E27FC236}">
                <a16:creationId xmlns:a16="http://schemas.microsoft.com/office/drawing/2014/main" id="{342920EC-8DED-6822-F0A0-DFA76E4930B8}"/>
              </a:ext>
            </a:extLst>
          </p:cNvPr>
          <p:cNvSpPr txBox="1">
            <a:spLocks/>
          </p:cNvSpPr>
          <p:nvPr/>
        </p:nvSpPr>
        <p:spPr>
          <a:xfrm>
            <a:off x="838200" y="1690688"/>
            <a:ext cx="9933923" cy="4486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2200"/>
              <a:t>Difference between the different position of the interface</a:t>
            </a:r>
          </a:p>
        </p:txBody>
      </p:sp>
    </p:spTree>
    <p:extLst>
      <p:ext uri="{BB962C8B-B14F-4D97-AF65-F5344CB8AC3E}">
        <p14:creationId xmlns:p14="http://schemas.microsoft.com/office/powerpoint/2010/main" val="31536436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BEA97-6674-74EF-9F8A-A3D26E90641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7C2E816-FFF9-7861-BFC1-BB218F903DE5}"/>
                  </a:ext>
                </a:extLst>
              </p:cNvPr>
              <p:cNvSpPr>
                <a:spLocks noGrp="1"/>
              </p:cNvSpPr>
              <p:nvPr>
                <p:ph idx="1"/>
              </p:nvPr>
            </p:nvSpPr>
            <p:spPr>
              <a:xfrm>
                <a:off x="7395265" y="6353924"/>
                <a:ext cx="2586935" cy="36997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it-IT" sz="1800" i="1" smtClean="0">
                              <a:latin typeface="Cambria Math" panose="02040503050406030204" pitchFamily="18" charset="0"/>
                              <a:ea typeface="Cambria Math" panose="02040503050406030204" pitchFamily="18" charset="0"/>
                            </a:rPr>
                          </m:ctrlPr>
                        </m:sSubPr>
                        <m:e>
                          <m:r>
                            <a:rPr lang="it-IT" sz="1800" b="0" i="1" smtClean="0">
                              <a:latin typeface="Cambria Math" panose="02040503050406030204" pitchFamily="18" charset="0"/>
                              <a:ea typeface="Cambria Math" panose="02040503050406030204" pitchFamily="18" charset="0"/>
                            </a:rPr>
                            <m:t>𝑧</m:t>
                          </m:r>
                        </m:e>
                        <m:sub>
                          <m:r>
                            <a:rPr lang="it-IT" sz="1800" b="0" i="1" smtClean="0">
                              <a:latin typeface="Cambria Math" panose="02040503050406030204" pitchFamily="18" charset="0"/>
                              <a:ea typeface="Cambria Math" panose="02040503050406030204" pitchFamily="18" charset="0"/>
                            </a:rPr>
                            <m:t>𝑖</m:t>
                          </m:r>
                        </m:sub>
                      </m:sSub>
                      <m:r>
                        <a:rPr lang="it-IT" sz="1800" b="0" i="1" smtClean="0">
                          <a:latin typeface="Cambria Math" panose="02040503050406030204" pitchFamily="18" charset="0"/>
                          <a:ea typeface="Cambria Math" panose="02040503050406030204" pitchFamily="18" charset="0"/>
                        </a:rPr>
                        <m:t>=</m:t>
                      </m:r>
                      <m:r>
                        <a:rPr lang="it-IT" sz="1800" i="1">
                          <a:latin typeface="Cambria Math" panose="02040503050406030204" pitchFamily="18" charset="0"/>
                          <a:ea typeface="Cambria Math" panose="02040503050406030204" pitchFamily="18" charset="0"/>
                        </a:rPr>
                        <m:t>𝜆</m:t>
                      </m:r>
                      <m:r>
                        <a:rPr lang="it-IT" sz="1800" i="1">
                          <a:latin typeface="Cambria Math" panose="02040503050406030204" pitchFamily="18" charset="0"/>
                          <a:ea typeface="Cambria Math" panose="02040503050406030204" pitchFamily="18" charset="0"/>
                        </a:rPr>
                        <m:t>/2≅3150</m:t>
                      </m:r>
                      <m:r>
                        <a:rPr lang="it-IT" sz="1800" b="0" i="1" smtClean="0">
                          <a:latin typeface="Cambria Math" panose="02040503050406030204" pitchFamily="18" charset="0"/>
                          <a:ea typeface="Cambria Math" panose="02040503050406030204" pitchFamily="18" charset="0"/>
                        </a:rPr>
                        <m:t>𝑚</m:t>
                      </m:r>
                    </m:oMath>
                  </m:oMathPara>
                </a14:m>
                <a:endParaRPr lang="it-IT" sz="1800"/>
              </a:p>
              <a:p>
                <a:pPr marL="0" indent="0">
                  <a:buNone/>
                </a:pPr>
                <a:endParaRPr lang="it-IT" sz="1800"/>
              </a:p>
            </p:txBody>
          </p:sp>
        </mc:Choice>
        <mc:Fallback xmlns="">
          <p:sp>
            <p:nvSpPr>
              <p:cNvPr id="3" name="Segnaposto contenuto 2">
                <a:extLst>
                  <a:ext uri="{FF2B5EF4-FFF2-40B4-BE49-F238E27FC236}">
                    <a16:creationId xmlns:a16="http://schemas.microsoft.com/office/drawing/2014/main" id="{E7C2E816-FFF9-7861-BFC1-BB218F903DE5}"/>
                  </a:ext>
                </a:extLst>
              </p:cNvPr>
              <p:cNvSpPr>
                <a:spLocks noGrp="1" noRot="1" noChangeAspect="1" noMove="1" noResize="1" noEditPoints="1" noAdjustHandles="1" noChangeArrowheads="1" noChangeShapeType="1" noTextEdit="1"/>
              </p:cNvSpPr>
              <p:nvPr>
                <p:ph idx="1"/>
              </p:nvPr>
            </p:nvSpPr>
            <p:spPr>
              <a:xfrm>
                <a:off x="7395265" y="6353924"/>
                <a:ext cx="2586935" cy="369978"/>
              </a:xfrm>
              <a:blipFill>
                <a:blip r:embed="rId3"/>
                <a:stretch>
                  <a:fillRect b="-8197"/>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42E7AE62-0552-8D93-95F8-9ECC804FCB93}"/>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A5EE76D3-0386-3270-206A-892658EB93ED}"/>
              </a:ext>
            </a:extLst>
          </p:cNvPr>
          <p:cNvSpPr>
            <a:spLocks noGrp="1"/>
          </p:cNvSpPr>
          <p:nvPr>
            <p:ph type="sldNum" sz="quarter" idx="12"/>
          </p:nvPr>
        </p:nvSpPr>
        <p:spPr/>
        <p:txBody>
          <a:bodyPr/>
          <a:lstStyle/>
          <a:p>
            <a:fld id="{48F63A3B-78C7-47BE-AE5E-E10140E04643}" type="slidenum">
              <a:rPr lang="en-US" smtClean="0"/>
              <a:t>52</a:t>
            </a:fld>
            <a:endParaRPr lang="en-US"/>
          </a:p>
        </p:txBody>
      </p:sp>
      <mc:AlternateContent xmlns:mc="http://schemas.openxmlformats.org/markup-compatibility/2006" xmlns:a14="http://schemas.microsoft.com/office/drawing/2010/main">
        <mc:Choice Requires="a14">
          <p:sp>
            <p:nvSpPr>
              <p:cNvPr id="2" name="Segnaposto contenuto 2">
                <a:extLst>
                  <a:ext uri="{FF2B5EF4-FFF2-40B4-BE49-F238E27FC236}">
                    <a16:creationId xmlns:a16="http://schemas.microsoft.com/office/drawing/2014/main" id="{04EFC68D-0180-498F-B2B7-A29A1F17A49A}"/>
                  </a:ext>
                </a:extLst>
              </p:cNvPr>
              <p:cNvSpPr txBox="1">
                <a:spLocks/>
              </p:cNvSpPr>
              <p:nvPr/>
            </p:nvSpPr>
            <p:spPr>
              <a:xfrm>
                <a:off x="2460944" y="6378666"/>
                <a:ext cx="2540310" cy="3517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it-IT" sz="1800" i="1" smtClean="0">
                              <a:latin typeface="Cambria Math" panose="02040503050406030204" pitchFamily="18" charset="0"/>
                              <a:ea typeface="Cambria Math" panose="02040503050406030204" pitchFamily="18" charset="0"/>
                            </a:rPr>
                          </m:ctrlPr>
                        </m:sSubPr>
                        <m:e>
                          <m:r>
                            <a:rPr lang="it-IT" sz="1800" i="1" smtClean="0">
                              <a:latin typeface="Cambria Math" panose="02040503050406030204" pitchFamily="18" charset="0"/>
                              <a:ea typeface="Cambria Math" panose="02040503050406030204" pitchFamily="18" charset="0"/>
                            </a:rPr>
                            <m:t>𝑧</m:t>
                          </m:r>
                        </m:e>
                        <m:sub>
                          <m:r>
                            <a:rPr lang="it-IT" sz="1800" i="1" smtClean="0">
                              <a:latin typeface="Cambria Math" panose="02040503050406030204" pitchFamily="18" charset="0"/>
                              <a:ea typeface="Cambria Math" panose="02040503050406030204" pitchFamily="18" charset="0"/>
                            </a:rPr>
                            <m:t>𝑖</m:t>
                          </m:r>
                        </m:sub>
                      </m:sSub>
                      <m:r>
                        <a:rPr lang="it-IT" sz="1800" i="1" smtClean="0">
                          <a:latin typeface="Cambria Math" panose="02040503050406030204" pitchFamily="18" charset="0"/>
                          <a:ea typeface="Cambria Math" panose="02040503050406030204" pitchFamily="18" charset="0"/>
                        </a:rPr>
                        <m:t>=</m:t>
                      </m:r>
                      <m:r>
                        <a:rPr lang="it-IT" sz="1800" i="1">
                          <a:latin typeface="Cambria Math" panose="02040503050406030204" pitchFamily="18" charset="0"/>
                          <a:ea typeface="Cambria Math" panose="02040503050406030204" pitchFamily="18" charset="0"/>
                        </a:rPr>
                        <m:t>𝜆</m:t>
                      </m:r>
                      <m:r>
                        <a:rPr lang="it-IT" sz="1800" i="1">
                          <a:latin typeface="Cambria Math" panose="02040503050406030204" pitchFamily="18" charset="0"/>
                          <a:ea typeface="Cambria Math" panose="02040503050406030204" pitchFamily="18" charset="0"/>
                        </a:rPr>
                        <m:t>/4≅1550</m:t>
                      </m:r>
                      <m:r>
                        <a:rPr lang="it-IT" sz="1800" i="1" smtClean="0">
                          <a:latin typeface="Cambria Math" panose="02040503050406030204" pitchFamily="18" charset="0"/>
                          <a:ea typeface="Cambria Math" panose="02040503050406030204" pitchFamily="18" charset="0"/>
                        </a:rPr>
                        <m:t>𝑚</m:t>
                      </m:r>
                    </m:oMath>
                  </m:oMathPara>
                </a14:m>
                <a:endParaRPr lang="it-IT" sz="1800"/>
              </a:p>
              <a:p>
                <a:pPr marL="0" indent="0">
                  <a:buFont typeface="Arial" panose="020B0604020202020204" pitchFamily="34" charset="0"/>
                  <a:buNone/>
                </a:pPr>
                <a:endParaRPr lang="it-IT" sz="1800"/>
              </a:p>
            </p:txBody>
          </p:sp>
        </mc:Choice>
        <mc:Fallback xmlns="">
          <p:sp>
            <p:nvSpPr>
              <p:cNvPr id="2" name="Segnaposto contenuto 2">
                <a:extLst>
                  <a:ext uri="{FF2B5EF4-FFF2-40B4-BE49-F238E27FC236}">
                    <a16:creationId xmlns:a16="http://schemas.microsoft.com/office/drawing/2014/main" id="{04EFC68D-0180-498F-B2B7-A29A1F17A49A}"/>
                  </a:ext>
                </a:extLst>
              </p:cNvPr>
              <p:cNvSpPr txBox="1">
                <a:spLocks noRot="1" noChangeAspect="1" noMove="1" noResize="1" noEditPoints="1" noAdjustHandles="1" noChangeArrowheads="1" noChangeShapeType="1" noTextEdit="1"/>
              </p:cNvSpPr>
              <p:nvPr/>
            </p:nvSpPr>
            <p:spPr>
              <a:xfrm>
                <a:off x="2460944" y="6378666"/>
                <a:ext cx="2540310" cy="351757"/>
              </a:xfrm>
              <a:prstGeom prst="rect">
                <a:avLst/>
              </a:prstGeom>
              <a:blipFill>
                <a:blip r:embed="rId4"/>
                <a:stretch>
                  <a:fillRect b="-13793"/>
                </a:stretch>
              </a:blipFill>
            </p:spPr>
            <p:txBody>
              <a:bodyPr/>
              <a:lstStyle/>
              <a:p>
                <a:r>
                  <a:rPr lang="en-US">
                    <a:noFill/>
                  </a:rPr>
                  <a:t> </a:t>
                </a:r>
              </a:p>
            </p:txBody>
          </p:sp>
        </mc:Fallback>
      </mc:AlternateContent>
      <p:pic>
        <p:nvPicPr>
          <p:cNvPr id="10" name="Immagine 9">
            <a:extLst>
              <a:ext uri="{FF2B5EF4-FFF2-40B4-BE49-F238E27FC236}">
                <a16:creationId xmlns:a16="http://schemas.microsoft.com/office/drawing/2014/main" id="{81932BEA-8970-4204-443C-0A9A0EE0825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506457" y="2411500"/>
            <a:ext cx="3957453" cy="3932246"/>
          </a:xfrm>
          <a:prstGeom prst="rect">
            <a:avLst/>
          </a:prstGeom>
        </p:spPr>
      </p:pic>
      <p:pic>
        <p:nvPicPr>
          <p:cNvPr id="11" name="Immagine 10">
            <a:extLst>
              <a:ext uri="{FF2B5EF4-FFF2-40B4-BE49-F238E27FC236}">
                <a16:creationId xmlns:a16="http://schemas.microsoft.com/office/drawing/2014/main" id="{050D42FA-1D37-99CF-3DC5-4A07BB7B2A6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253270" y="2411501"/>
            <a:ext cx="3957452" cy="3932245"/>
          </a:xfrm>
          <a:prstGeom prst="rect">
            <a:avLst/>
          </a:prstGeom>
        </p:spPr>
      </p:pic>
      <p:sp>
        <p:nvSpPr>
          <p:cNvPr id="13" name="Segnaposto contenuto 2">
            <a:extLst>
              <a:ext uri="{FF2B5EF4-FFF2-40B4-BE49-F238E27FC236}">
                <a16:creationId xmlns:a16="http://schemas.microsoft.com/office/drawing/2014/main" id="{A2EBD55A-637D-C119-1399-459FC13E5142}"/>
              </a:ext>
            </a:extLst>
          </p:cNvPr>
          <p:cNvSpPr txBox="1">
            <a:spLocks/>
          </p:cNvSpPr>
          <p:nvPr/>
        </p:nvSpPr>
        <p:spPr>
          <a:xfrm>
            <a:off x="838200" y="1690688"/>
            <a:ext cx="9933923" cy="4486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2200"/>
              <a:t>Difference between the different position of the interface</a:t>
            </a:r>
          </a:p>
        </p:txBody>
      </p:sp>
    </p:spTree>
    <p:extLst>
      <p:ext uri="{BB962C8B-B14F-4D97-AF65-F5344CB8AC3E}">
        <p14:creationId xmlns:p14="http://schemas.microsoft.com/office/powerpoint/2010/main" val="3435878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D055E-E9AF-F25D-1AC9-F6929C125BB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113C93A-3BF7-8BEE-77B7-DA496EDA17B0}"/>
                  </a:ext>
                </a:extLst>
              </p:cNvPr>
              <p:cNvSpPr>
                <a:spLocks noGrp="1"/>
              </p:cNvSpPr>
              <p:nvPr>
                <p:ph idx="1"/>
              </p:nvPr>
            </p:nvSpPr>
            <p:spPr>
              <a:xfrm>
                <a:off x="7395265" y="6353924"/>
                <a:ext cx="2586935" cy="36997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it-IT" sz="1800" i="1" smtClean="0">
                              <a:latin typeface="Cambria Math" panose="02040503050406030204" pitchFamily="18" charset="0"/>
                              <a:ea typeface="Cambria Math" panose="02040503050406030204" pitchFamily="18" charset="0"/>
                            </a:rPr>
                          </m:ctrlPr>
                        </m:sSubPr>
                        <m:e>
                          <m:r>
                            <a:rPr lang="it-IT" sz="1800" b="0" i="1" smtClean="0">
                              <a:latin typeface="Cambria Math" panose="02040503050406030204" pitchFamily="18" charset="0"/>
                              <a:ea typeface="Cambria Math" panose="02040503050406030204" pitchFamily="18" charset="0"/>
                            </a:rPr>
                            <m:t>𝑧</m:t>
                          </m:r>
                        </m:e>
                        <m:sub>
                          <m:r>
                            <a:rPr lang="it-IT" sz="1800" b="0" i="1" smtClean="0">
                              <a:latin typeface="Cambria Math" panose="02040503050406030204" pitchFamily="18" charset="0"/>
                              <a:ea typeface="Cambria Math" panose="02040503050406030204" pitchFamily="18" charset="0"/>
                            </a:rPr>
                            <m:t>𝑖</m:t>
                          </m:r>
                        </m:sub>
                      </m:sSub>
                      <m:r>
                        <a:rPr lang="it-IT" sz="1800" b="0" i="1" smtClean="0">
                          <a:latin typeface="Cambria Math" panose="02040503050406030204" pitchFamily="18" charset="0"/>
                          <a:ea typeface="Cambria Math" panose="02040503050406030204" pitchFamily="18" charset="0"/>
                        </a:rPr>
                        <m:t>=</m:t>
                      </m:r>
                      <m:r>
                        <a:rPr lang="it-IT" sz="1800" i="1">
                          <a:latin typeface="Cambria Math" panose="02040503050406030204" pitchFamily="18" charset="0"/>
                          <a:ea typeface="Cambria Math" panose="02040503050406030204" pitchFamily="18" charset="0"/>
                        </a:rPr>
                        <m:t>𝜆</m:t>
                      </m:r>
                      <m:r>
                        <a:rPr lang="it-IT" sz="1800" i="1">
                          <a:latin typeface="Cambria Math" panose="02040503050406030204" pitchFamily="18" charset="0"/>
                          <a:ea typeface="Cambria Math" panose="02040503050406030204" pitchFamily="18" charset="0"/>
                        </a:rPr>
                        <m:t>/2≅3150</m:t>
                      </m:r>
                      <m:r>
                        <a:rPr lang="it-IT" sz="1800" b="0" i="1" smtClean="0">
                          <a:latin typeface="Cambria Math" panose="02040503050406030204" pitchFamily="18" charset="0"/>
                          <a:ea typeface="Cambria Math" panose="02040503050406030204" pitchFamily="18" charset="0"/>
                        </a:rPr>
                        <m:t>𝑚</m:t>
                      </m:r>
                    </m:oMath>
                  </m:oMathPara>
                </a14:m>
                <a:endParaRPr lang="it-IT" sz="1800"/>
              </a:p>
              <a:p>
                <a:pPr marL="0" indent="0">
                  <a:buNone/>
                </a:pPr>
                <a:endParaRPr lang="it-IT" sz="1800"/>
              </a:p>
            </p:txBody>
          </p:sp>
        </mc:Choice>
        <mc:Fallback xmlns="">
          <p:sp>
            <p:nvSpPr>
              <p:cNvPr id="3" name="Segnaposto contenuto 2">
                <a:extLst>
                  <a:ext uri="{FF2B5EF4-FFF2-40B4-BE49-F238E27FC236}">
                    <a16:creationId xmlns:a16="http://schemas.microsoft.com/office/drawing/2014/main" id="{2113C93A-3BF7-8BEE-77B7-DA496EDA17B0}"/>
                  </a:ext>
                </a:extLst>
              </p:cNvPr>
              <p:cNvSpPr>
                <a:spLocks noGrp="1" noRot="1" noChangeAspect="1" noMove="1" noResize="1" noEditPoints="1" noAdjustHandles="1" noChangeArrowheads="1" noChangeShapeType="1" noTextEdit="1"/>
              </p:cNvSpPr>
              <p:nvPr>
                <p:ph idx="1"/>
              </p:nvPr>
            </p:nvSpPr>
            <p:spPr>
              <a:xfrm>
                <a:off x="7395265" y="6353924"/>
                <a:ext cx="2586935" cy="369978"/>
              </a:xfrm>
              <a:blipFill>
                <a:blip r:embed="rId3"/>
                <a:stretch>
                  <a:fillRect b="-8197"/>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B3178D19-3A8F-A805-8C73-9EA467D94552}"/>
              </a:ext>
            </a:extLst>
          </p:cNvPr>
          <p:cNvSpPr>
            <a:spLocks noGrp="1"/>
          </p:cNvSpPr>
          <p:nvPr>
            <p:ph type="title"/>
          </p:nvPr>
        </p:nvSpPr>
        <p:spPr>
          <a:xfrm>
            <a:off x="838200" y="365125"/>
            <a:ext cx="10515600" cy="1325563"/>
          </a:xfrm>
        </p:spPr>
        <p:txBody>
          <a:bodyPr/>
          <a:lstStyle/>
          <a:p>
            <a:r>
              <a:rPr lang="en-US">
                <a:ea typeface="Calibri Light"/>
                <a:cs typeface="Calibri Light"/>
              </a:rPr>
              <a:t>Part 1.1 –  2-layer atmosphere</a:t>
            </a:r>
            <a:endParaRPr lang="en-US"/>
          </a:p>
        </p:txBody>
      </p:sp>
      <p:sp>
        <p:nvSpPr>
          <p:cNvPr id="9" name="Segnaposto numero diapositiva 8">
            <a:extLst>
              <a:ext uri="{FF2B5EF4-FFF2-40B4-BE49-F238E27FC236}">
                <a16:creationId xmlns:a16="http://schemas.microsoft.com/office/drawing/2014/main" id="{5406163A-7DA8-D500-07BC-CF22B6198B7E}"/>
              </a:ext>
            </a:extLst>
          </p:cNvPr>
          <p:cNvSpPr>
            <a:spLocks noGrp="1"/>
          </p:cNvSpPr>
          <p:nvPr>
            <p:ph type="sldNum" sz="quarter" idx="12"/>
          </p:nvPr>
        </p:nvSpPr>
        <p:spPr/>
        <p:txBody>
          <a:bodyPr/>
          <a:lstStyle/>
          <a:p>
            <a:fld id="{48F63A3B-78C7-47BE-AE5E-E10140E04643}" type="slidenum">
              <a:rPr lang="en-US" smtClean="0"/>
              <a:t>53</a:t>
            </a:fld>
            <a:endParaRPr lang="en-US"/>
          </a:p>
        </p:txBody>
      </p:sp>
      <p:sp>
        <p:nvSpPr>
          <p:cNvPr id="13" name="Segnaposto contenuto 2">
            <a:extLst>
              <a:ext uri="{FF2B5EF4-FFF2-40B4-BE49-F238E27FC236}">
                <a16:creationId xmlns:a16="http://schemas.microsoft.com/office/drawing/2014/main" id="{9A8AA0BF-2F3F-B9D5-F69B-50D27DC2C1AA}"/>
              </a:ext>
            </a:extLst>
          </p:cNvPr>
          <p:cNvSpPr txBox="1">
            <a:spLocks/>
          </p:cNvSpPr>
          <p:nvPr/>
        </p:nvSpPr>
        <p:spPr>
          <a:xfrm>
            <a:off x="838200" y="1690688"/>
            <a:ext cx="9933923" cy="4486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sz="2200"/>
              <a:t>Difference between the different position of the interface</a:t>
            </a:r>
          </a:p>
        </p:txBody>
      </p:sp>
      <p:pic>
        <p:nvPicPr>
          <p:cNvPr id="6" name="Immagine 5">
            <a:extLst>
              <a:ext uri="{FF2B5EF4-FFF2-40B4-BE49-F238E27FC236}">
                <a16:creationId xmlns:a16="http://schemas.microsoft.com/office/drawing/2014/main" id="{95D76FCD-BDF2-67EB-A1CF-E37EFCF04766}"/>
              </a:ext>
            </a:extLst>
          </p:cNvPr>
          <p:cNvPicPr>
            <a:picLocks noChangeAspect="1"/>
          </p:cNvPicPr>
          <p:nvPr/>
        </p:nvPicPr>
        <p:blipFill>
          <a:blip r:embed="rId4"/>
          <a:srcRect r="50000"/>
          <a:stretch>
            <a:fillRect/>
          </a:stretch>
        </p:blipFill>
        <p:spPr>
          <a:xfrm>
            <a:off x="6287450" y="2369805"/>
            <a:ext cx="5066350" cy="3848854"/>
          </a:xfrm>
          <a:prstGeom prst="rect">
            <a:avLst/>
          </a:prstGeom>
        </p:spPr>
      </p:pic>
      <p:pic>
        <p:nvPicPr>
          <p:cNvPr id="8" name="Immagine 7">
            <a:extLst>
              <a:ext uri="{FF2B5EF4-FFF2-40B4-BE49-F238E27FC236}">
                <a16:creationId xmlns:a16="http://schemas.microsoft.com/office/drawing/2014/main" id="{866FAE32-EEC3-8158-B095-400AC14427CE}"/>
              </a:ext>
            </a:extLst>
          </p:cNvPr>
          <p:cNvPicPr>
            <a:picLocks noChangeAspect="1"/>
          </p:cNvPicPr>
          <p:nvPr/>
        </p:nvPicPr>
        <p:blipFill>
          <a:blip r:embed="rId5"/>
          <a:srcRect r="50000"/>
          <a:stretch>
            <a:fillRect/>
          </a:stretch>
        </p:blipFill>
        <p:spPr>
          <a:xfrm>
            <a:off x="838200" y="2369805"/>
            <a:ext cx="5066351" cy="3848854"/>
          </a:xfrm>
          <a:prstGeom prst="rect">
            <a:avLst/>
          </a:prstGeom>
        </p:spPr>
      </p:pic>
      <mc:AlternateContent xmlns:mc="http://schemas.openxmlformats.org/markup-compatibility/2006" xmlns:a14="http://schemas.microsoft.com/office/drawing/2010/main">
        <mc:Choice Requires="a14">
          <p:sp>
            <p:nvSpPr>
              <p:cNvPr id="12" name="Segnaposto contenuto 2">
                <a:extLst>
                  <a:ext uri="{FF2B5EF4-FFF2-40B4-BE49-F238E27FC236}">
                    <a16:creationId xmlns:a16="http://schemas.microsoft.com/office/drawing/2014/main" id="{9E9AE8CA-EEA2-A26B-D085-6C67EDC00010}"/>
                  </a:ext>
                </a:extLst>
              </p:cNvPr>
              <p:cNvSpPr txBox="1">
                <a:spLocks/>
              </p:cNvSpPr>
              <p:nvPr/>
            </p:nvSpPr>
            <p:spPr>
              <a:xfrm>
                <a:off x="2460944" y="6378666"/>
                <a:ext cx="2540310" cy="3517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it-IT" sz="1800" i="1" smtClean="0">
                              <a:latin typeface="Cambria Math" panose="02040503050406030204" pitchFamily="18" charset="0"/>
                              <a:ea typeface="Cambria Math" panose="02040503050406030204" pitchFamily="18" charset="0"/>
                            </a:rPr>
                          </m:ctrlPr>
                        </m:sSubPr>
                        <m:e>
                          <m:r>
                            <a:rPr lang="it-IT" sz="1800" i="1" smtClean="0">
                              <a:latin typeface="Cambria Math" panose="02040503050406030204" pitchFamily="18" charset="0"/>
                              <a:ea typeface="Cambria Math" panose="02040503050406030204" pitchFamily="18" charset="0"/>
                            </a:rPr>
                            <m:t>𝑧</m:t>
                          </m:r>
                        </m:e>
                        <m:sub>
                          <m:r>
                            <a:rPr lang="it-IT" sz="1800" i="1" smtClean="0">
                              <a:latin typeface="Cambria Math" panose="02040503050406030204" pitchFamily="18" charset="0"/>
                              <a:ea typeface="Cambria Math" panose="02040503050406030204" pitchFamily="18" charset="0"/>
                            </a:rPr>
                            <m:t>𝑖</m:t>
                          </m:r>
                        </m:sub>
                      </m:sSub>
                      <m:r>
                        <a:rPr lang="it-IT" sz="1800" i="1" smtClean="0">
                          <a:latin typeface="Cambria Math" panose="02040503050406030204" pitchFamily="18" charset="0"/>
                          <a:ea typeface="Cambria Math" panose="02040503050406030204" pitchFamily="18" charset="0"/>
                        </a:rPr>
                        <m:t>=</m:t>
                      </m:r>
                      <m:r>
                        <a:rPr lang="it-IT" sz="1800" i="1">
                          <a:latin typeface="Cambria Math" panose="02040503050406030204" pitchFamily="18" charset="0"/>
                          <a:ea typeface="Cambria Math" panose="02040503050406030204" pitchFamily="18" charset="0"/>
                        </a:rPr>
                        <m:t>𝜆</m:t>
                      </m:r>
                      <m:r>
                        <a:rPr lang="it-IT" sz="1800" i="1">
                          <a:latin typeface="Cambria Math" panose="02040503050406030204" pitchFamily="18" charset="0"/>
                          <a:ea typeface="Cambria Math" panose="02040503050406030204" pitchFamily="18" charset="0"/>
                        </a:rPr>
                        <m:t>/4≅1550</m:t>
                      </m:r>
                      <m:r>
                        <a:rPr lang="it-IT" sz="1800" i="1" smtClean="0">
                          <a:latin typeface="Cambria Math" panose="02040503050406030204" pitchFamily="18" charset="0"/>
                          <a:ea typeface="Cambria Math" panose="02040503050406030204" pitchFamily="18" charset="0"/>
                        </a:rPr>
                        <m:t>𝑚</m:t>
                      </m:r>
                    </m:oMath>
                  </m:oMathPara>
                </a14:m>
                <a:endParaRPr lang="it-IT" sz="1800"/>
              </a:p>
              <a:p>
                <a:pPr marL="0" indent="0">
                  <a:buFont typeface="Arial" panose="020B0604020202020204" pitchFamily="34" charset="0"/>
                  <a:buNone/>
                </a:pPr>
                <a:endParaRPr lang="it-IT" sz="1800"/>
              </a:p>
            </p:txBody>
          </p:sp>
        </mc:Choice>
        <mc:Fallback xmlns="">
          <p:sp>
            <p:nvSpPr>
              <p:cNvPr id="12" name="Segnaposto contenuto 2">
                <a:extLst>
                  <a:ext uri="{FF2B5EF4-FFF2-40B4-BE49-F238E27FC236}">
                    <a16:creationId xmlns:a16="http://schemas.microsoft.com/office/drawing/2014/main" id="{9E9AE8CA-EEA2-A26B-D085-6C67EDC00010}"/>
                  </a:ext>
                </a:extLst>
              </p:cNvPr>
              <p:cNvSpPr txBox="1">
                <a:spLocks noRot="1" noChangeAspect="1" noMove="1" noResize="1" noEditPoints="1" noAdjustHandles="1" noChangeArrowheads="1" noChangeShapeType="1" noTextEdit="1"/>
              </p:cNvSpPr>
              <p:nvPr/>
            </p:nvSpPr>
            <p:spPr>
              <a:xfrm>
                <a:off x="2460944" y="6378666"/>
                <a:ext cx="2540310" cy="351757"/>
              </a:xfrm>
              <a:prstGeom prst="rect">
                <a:avLst/>
              </a:prstGeom>
              <a:blipFill>
                <a:blip r:embed="rId6"/>
                <a:stretch>
                  <a:fillRect b="-13793"/>
                </a:stretch>
              </a:blipFill>
            </p:spPr>
            <p:txBody>
              <a:bodyPr/>
              <a:lstStyle/>
              <a:p>
                <a:r>
                  <a:rPr lang="en-US">
                    <a:noFill/>
                  </a:rPr>
                  <a:t> </a:t>
                </a:r>
              </a:p>
            </p:txBody>
          </p:sp>
        </mc:Fallback>
      </mc:AlternateContent>
    </p:spTree>
    <p:extLst>
      <p:ext uri="{BB962C8B-B14F-4D97-AF65-F5344CB8AC3E}">
        <p14:creationId xmlns:p14="http://schemas.microsoft.com/office/powerpoint/2010/main" val="4179681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13DDB-F741-2C31-3EFD-9F994EBEC903}"/>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F423F75F-70B7-4E5B-02D7-A33B0C89D7B6}"/>
              </a:ext>
            </a:extLst>
          </p:cNvPr>
          <p:cNvSpPr>
            <a:spLocks noGrp="1"/>
          </p:cNvSpPr>
          <p:nvPr>
            <p:ph idx="1"/>
          </p:nvPr>
        </p:nvSpPr>
        <p:spPr>
          <a:xfrm>
            <a:off x="838200" y="1690688"/>
            <a:ext cx="10363200" cy="4486275"/>
          </a:xfrm>
        </p:spPr>
        <p:txBody>
          <a:bodyPr>
            <a:normAutofit/>
          </a:bodyPr>
          <a:lstStyle/>
          <a:p>
            <a:pPr marL="457200" indent="-457200">
              <a:lnSpc>
                <a:spcPct val="100000"/>
              </a:lnSpc>
              <a:buFont typeface="Arial" panose="020B0604020202020204" pitchFamily="34" charset="0"/>
              <a:buAutoNum type="arabicPeriod"/>
            </a:pPr>
            <a:r>
              <a:rPr lang="it-IT" sz="2400"/>
              <a:t>Copy the WRF folder </a:t>
            </a:r>
            <a:r>
              <a:rPr lang="it-IT" sz="2400" err="1"/>
              <a:t>pre-compiled</a:t>
            </a:r>
            <a:r>
              <a:rPr lang="it-IT" sz="2400"/>
              <a:t> with </a:t>
            </a:r>
            <a:r>
              <a:rPr lang="it-IT" sz="2400" err="1"/>
              <a:t>hill</a:t>
            </a:r>
            <a:r>
              <a:rPr lang="it-IT" sz="2400"/>
              <a:t> </a:t>
            </a:r>
            <a:r>
              <a:rPr lang="it-IT" sz="2400" err="1"/>
              <a:t>height</a:t>
            </a:r>
            <a:r>
              <a:rPr lang="it-IT" sz="2400"/>
              <a:t> </a:t>
            </a:r>
            <a:r>
              <a:rPr lang="it-IT" sz="2400" err="1"/>
              <a:t>at</a:t>
            </a:r>
            <a:r>
              <a:rPr lang="it-IT" sz="2400"/>
              <a:t> 1000m:</a:t>
            </a:r>
            <a:br>
              <a:rPr lang="it-IT" sz="2400"/>
            </a:br>
            <a:r>
              <a:rPr lang="en-US" sz="1800">
                <a:solidFill>
                  <a:schemeClr val="accent1"/>
                </a:solidFill>
                <a:latin typeface="Monaco" pitchFamily="2" charset="77"/>
                <a:cs typeface="Calibri" panose="020F0502020204030204"/>
              </a:rPr>
              <a:t>cp -r /scratch/</a:t>
            </a:r>
            <a:r>
              <a:rPr lang="en-US" sz="1800" err="1">
                <a:solidFill>
                  <a:schemeClr val="accent1"/>
                </a:solidFill>
                <a:latin typeface="Monaco" pitchFamily="2" charset="77"/>
                <a:cs typeface="Calibri" panose="020F0502020204030204"/>
              </a:rPr>
              <a:t>atmos</a:t>
            </a:r>
            <a:r>
              <a:rPr lang="en-US" sz="1800">
                <a:solidFill>
                  <a:schemeClr val="accent1"/>
                </a:solidFill>
                <a:latin typeface="Monaco" pitchFamily="2" charset="77"/>
                <a:cs typeface="Calibri" panose="020F0502020204030204"/>
              </a:rPr>
              <a:t>/simona.rinaldi7/</a:t>
            </a:r>
            <a:r>
              <a:rPr lang="en-US" sz="1800" err="1">
                <a:solidFill>
                  <a:schemeClr val="accent1"/>
                </a:solidFill>
                <a:latin typeface="Monaco" pitchFamily="2" charset="77"/>
                <a:cs typeface="Calibri" panose="020F0502020204030204"/>
              </a:rPr>
              <a:t>complex_terrain_lab</a:t>
            </a:r>
            <a:r>
              <a:rPr lang="en-US" sz="1800">
                <a:solidFill>
                  <a:schemeClr val="accent1"/>
                </a:solidFill>
                <a:latin typeface="Monaco" pitchFamily="2" charset="77"/>
                <a:cs typeface="Calibri" panose="020F0502020204030204"/>
              </a:rPr>
              <a:t>/WRF_hill1000 .</a:t>
            </a:r>
          </a:p>
          <a:p>
            <a:pPr marL="457200" indent="-457200">
              <a:buFont typeface="+mj-lt"/>
              <a:buAutoNum type="arabicPeriod"/>
            </a:pPr>
            <a:r>
              <a:rPr lang="it-IT" sz="2400"/>
              <a:t>Hill </a:t>
            </a:r>
            <a:r>
              <a:rPr lang="it-IT" sz="2400" err="1"/>
              <a:t>height</a:t>
            </a:r>
            <a:r>
              <a:rPr lang="it-IT" sz="2400"/>
              <a:t> </a:t>
            </a:r>
            <a:r>
              <a:rPr lang="it-IT" sz="2400" err="1"/>
              <a:t>is</a:t>
            </a:r>
            <a:r>
              <a:rPr lang="it-IT" sz="2400"/>
              <a:t> </a:t>
            </a:r>
            <a:r>
              <a:rPr lang="it-IT" sz="2400" err="1"/>
              <a:t>different</a:t>
            </a:r>
            <a:r>
              <a:rPr lang="it-IT" sz="2400"/>
              <a:t> </a:t>
            </a:r>
            <a:r>
              <a:rPr lang="it-IT" sz="2400" err="1"/>
              <a:t>now</a:t>
            </a:r>
            <a:r>
              <a:rPr lang="it-IT" sz="2400"/>
              <a:t>, </a:t>
            </a:r>
            <a:r>
              <a:rPr lang="it-IT" sz="2400" err="1"/>
              <a:t>how</a:t>
            </a:r>
            <a:r>
              <a:rPr lang="it-IT" sz="2400"/>
              <a:t> </a:t>
            </a:r>
            <a:r>
              <a:rPr lang="it-IT" sz="2400" err="1"/>
              <a:t>does</a:t>
            </a:r>
            <a:r>
              <a:rPr lang="it-IT" sz="2400"/>
              <a:t> </a:t>
            </a:r>
            <a:r>
              <a:rPr lang="it-IT" sz="2400" err="1"/>
              <a:t>this</a:t>
            </a:r>
            <a:r>
              <a:rPr lang="it-IT" sz="2400"/>
              <a:t> </a:t>
            </a:r>
            <a:r>
              <a:rPr lang="it-IT" sz="2400" err="1"/>
              <a:t>affect</a:t>
            </a:r>
            <a:r>
              <a:rPr lang="it-IT" sz="2400"/>
              <a:t> the </a:t>
            </a:r>
            <a:r>
              <a:rPr lang="it-IT" sz="2400" err="1"/>
              <a:t>adimensional</a:t>
            </a:r>
            <a:r>
              <a:rPr lang="it-IT" sz="2400"/>
              <a:t> </a:t>
            </a:r>
            <a:r>
              <a:rPr lang="it-IT" sz="2400" err="1"/>
              <a:t>parameters</a:t>
            </a:r>
            <a:r>
              <a:rPr lang="it-IT" sz="2400"/>
              <a:t> (slide 29)? </a:t>
            </a:r>
            <a:r>
              <a:rPr lang="it-IT" sz="2400" err="1"/>
              <a:t>What</a:t>
            </a:r>
            <a:r>
              <a:rPr lang="it-IT" sz="2400"/>
              <a:t> </a:t>
            </a:r>
            <a:r>
              <a:rPr lang="it-IT" sz="2400" err="1"/>
              <a:t>changes</a:t>
            </a:r>
            <a:r>
              <a:rPr lang="it-IT" sz="2400"/>
              <a:t>?</a:t>
            </a:r>
            <a:endParaRPr lang="en-US" sz="2400"/>
          </a:p>
        </p:txBody>
      </p:sp>
      <p:sp>
        <p:nvSpPr>
          <p:cNvPr id="7" name="Title 1">
            <a:extLst>
              <a:ext uri="{FF2B5EF4-FFF2-40B4-BE49-F238E27FC236}">
                <a16:creationId xmlns:a16="http://schemas.microsoft.com/office/drawing/2014/main" id="{44E01999-0F35-2D80-2793-C6063C960D9C}"/>
              </a:ext>
            </a:extLst>
          </p:cNvPr>
          <p:cNvSpPr>
            <a:spLocks noGrp="1"/>
          </p:cNvSpPr>
          <p:nvPr>
            <p:ph type="title"/>
          </p:nvPr>
        </p:nvSpPr>
        <p:spPr>
          <a:xfrm>
            <a:off x="838200" y="365125"/>
            <a:ext cx="10515600" cy="1325563"/>
          </a:xfrm>
        </p:spPr>
        <p:txBody>
          <a:bodyPr/>
          <a:lstStyle/>
          <a:p>
            <a:r>
              <a:rPr lang="en-US">
                <a:ea typeface="Calibri Light"/>
                <a:cs typeface="Calibri Light"/>
              </a:rPr>
              <a:t>Part 1.2 – non-linear effects</a:t>
            </a:r>
            <a:endParaRPr lang="en-US"/>
          </a:p>
        </p:txBody>
      </p:sp>
      <p:sp>
        <p:nvSpPr>
          <p:cNvPr id="9" name="Segnaposto numero diapositiva 8">
            <a:extLst>
              <a:ext uri="{FF2B5EF4-FFF2-40B4-BE49-F238E27FC236}">
                <a16:creationId xmlns:a16="http://schemas.microsoft.com/office/drawing/2014/main" id="{61431508-FD50-190B-5358-5078C6CC67A9}"/>
              </a:ext>
            </a:extLst>
          </p:cNvPr>
          <p:cNvSpPr>
            <a:spLocks noGrp="1"/>
          </p:cNvSpPr>
          <p:nvPr>
            <p:ph type="sldNum" sz="quarter" idx="12"/>
          </p:nvPr>
        </p:nvSpPr>
        <p:spPr/>
        <p:txBody>
          <a:bodyPr/>
          <a:lstStyle/>
          <a:p>
            <a:fld id="{48F63A3B-78C7-47BE-AE5E-E10140E04643}" type="slidenum">
              <a:rPr lang="en-US" smtClean="0"/>
              <a:t>54</a:t>
            </a:fld>
            <a:endParaRPr lang="en-US"/>
          </a:p>
        </p:txBody>
      </p:sp>
    </p:spTree>
    <p:extLst>
      <p:ext uri="{BB962C8B-B14F-4D97-AF65-F5344CB8AC3E}">
        <p14:creationId xmlns:p14="http://schemas.microsoft.com/office/powerpoint/2010/main" val="2228140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DC64F-6674-3EF6-0CFC-D40D1E82675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5D448E3-86E6-F55F-ACDB-13F8EA8F870E}"/>
              </a:ext>
            </a:extLst>
          </p:cNvPr>
          <p:cNvSpPr>
            <a:spLocks noGrp="1"/>
          </p:cNvSpPr>
          <p:nvPr>
            <p:ph type="title"/>
          </p:nvPr>
        </p:nvSpPr>
        <p:spPr>
          <a:xfrm>
            <a:off x="838200" y="365125"/>
            <a:ext cx="10515600" cy="1325563"/>
          </a:xfrm>
        </p:spPr>
        <p:txBody>
          <a:bodyPr/>
          <a:lstStyle/>
          <a:p>
            <a:r>
              <a:rPr lang="en-US">
                <a:ea typeface="Calibri Light"/>
                <a:cs typeface="Calibri Light"/>
              </a:rPr>
              <a:t>Part 1.2 – non-linear effects</a:t>
            </a:r>
            <a:endParaRPr lang="en-US"/>
          </a:p>
        </p:txBody>
      </p:sp>
      <p:sp>
        <p:nvSpPr>
          <p:cNvPr id="9" name="Segnaposto numero diapositiva 8">
            <a:extLst>
              <a:ext uri="{FF2B5EF4-FFF2-40B4-BE49-F238E27FC236}">
                <a16:creationId xmlns:a16="http://schemas.microsoft.com/office/drawing/2014/main" id="{088BED56-5C4A-A381-56E2-73220723D43F}"/>
              </a:ext>
            </a:extLst>
          </p:cNvPr>
          <p:cNvSpPr>
            <a:spLocks noGrp="1"/>
          </p:cNvSpPr>
          <p:nvPr>
            <p:ph type="sldNum" sz="quarter" idx="12"/>
          </p:nvPr>
        </p:nvSpPr>
        <p:spPr/>
        <p:txBody>
          <a:bodyPr/>
          <a:lstStyle/>
          <a:p>
            <a:fld id="{48F63A3B-78C7-47BE-AE5E-E10140E04643}" type="slidenum">
              <a:rPr lang="en-US" smtClean="0"/>
              <a:t>55</a:t>
            </a:fld>
            <a:endParaRPr lang="en-US"/>
          </a:p>
        </p:txBody>
      </p:sp>
      <p:sp>
        <p:nvSpPr>
          <p:cNvPr id="4" name="CasellaDiTesto 3">
            <a:extLst>
              <a:ext uri="{FF2B5EF4-FFF2-40B4-BE49-F238E27FC236}">
                <a16:creationId xmlns:a16="http://schemas.microsoft.com/office/drawing/2014/main" id="{FF63B77A-461A-77D0-5D23-B5BA45BF06E2}"/>
              </a:ext>
            </a:extLst>
          </p:cNvPr>
          <p:cNvSpPr txBox="1"/>
          <p:nvPr/>
        </p:nvSpPr>
        <p:spPr>
          <a:xfrm>
            <a:off x="3088691" y="6308209"/>
            <a:ext cx="1502980" cy="369332"/>
          </a:xfrm>
          <a:prstGeom prst="rect">
            <a:avLst/>
          </a:prstGeom>
          <a:noFill/>
        </p:spPr>
        <p:txBody>
          <a:bodyPr wrap="square">
            <a:spAutoFit/>
          </a:bodyPr>
          <a:lstStyle/>
          <a:p>
            <a:r>
              <a:rPr lang="it-IT" sz="1800"/>
              <a:t>Linear case</a:t>
            </a:r>
            <a:endParaRPr lang="it-IT"/>
          </a:p>
        </p:txBody>
      </p:sp>
      <p:sp>
        <p:nvSpPr>
          <p:cNvPr id="8" name="CasellaDiTesto 7">
            <a:extLst>
              <a:ext uri="{FF2B5EF4-FFF2-40B4-BE49-F238E27FC236}">
                <a16:creationId xmlns:a16="http://schemas.microsoft.com/office/drawing/2014/main" id="{0574C3EE-EAC2-451F-630E-0BFB1978B10C}"/>
              </a:ext>
            </a:extLst>
          </p:cNvPr>
          <p:cNvSpPr txBox="1"/>
          <p:nvPr/>
        </p:nvSpPr>
        <p:spPr>
          <a:xfrm>
            <a:off x="7356134" y="6352143"/>
            <a:ext cx="1849820" cy="369332"/>
          </a:xfrm>
          <a:prstGeom prst="rect">
            <a:avLst/>
          </a:prstGeom>
          <a:noFill/>
        </p:spPr>
        <p:txBody>
          <a:bodyPr wrap="square">
            <a:spAutoFit/>
          </a:bodyPr>
          <a:lstStyle/>
          <a:p>
            <a:r>
              <a:rPr lang="it-IT" sz="1800"/>
              <a:t>Non-linear case</a:t>
            </a:r>
            <a:endParaRPr lang="it-IT"/>
          </a:p>
        </p:txBody>
      </p:sp>
      <mc:AlternateContent xmlns:mc="http://schemas.openxmlformats.org/markup-compatibility/2006" xmlns:a14="http://schemas.microsoft.com/office/drawing/2010/main">
        <mc:Choice Requires="a14">
          <p:sp>
            <p:nvSpPr>
              <p:cNvPr id="2" name="Segnaposto contenuto 2">
                <a:extLst>
                  <a:ext uri="{FF2B5EF4-FFF2-40B4-BE49-F238E27FC236}">
                    <a16:creationId xmlns:a16="http://schemas.microsoft.com/office/drawing/2014/main" id="{9164C2B1-9BAA-12BA-C3A1-3388005C33AB}"/>
                  </a:ext>
                </a:extLst>
              </p:cNvPr>
              <p:cNvSpPr>
                <a:spLocks noGrp="1"/>
              </p:cNvSpPr>
              <p:nvPr>
                <p:ph idx="1"/>
              </p:nvPr>
            </p:nvSpPr>
            <p:spPr>
              <a:xfrm>
                <a:off x="1701327" y="1690689"/>
                <a:ext cx="2262352" cy="1090972"/>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it-IT" sz="2000" i="1" smtClean="0">
                          <a:latin typeface="Cambria Math" panose="02040503050406030204" pitchFamily="18" charset="0"/>
                        </a:rPr>
                        <m:t>h</m:t>
                      </m:r>
                      <m:r>
                        <a:rPr lang="it-IT" sz="2000" i="1" smtClean="0">
                          <a:latin typeface="Cambria Math" panose="02040503050406030204" pitchFamily="18" charset="0"/>
                        </a:rPr>
                        <m:t>=100 </m:t>
                      </m:r>
                      <m:r>
                        <a:rPr lang="it-IT" sz="2000" i="1" smtClean="0">
                          <a:latin typeface="Cambria Math" panose="02040503050406030204" pitchFamily="18" charset="0"/>
                        </a:rPr>
                        <m:t>𝑚</m:t>
                      </m:r>
                    </m:oMath>
                  </m:oMathPara>
                </a14:m>
                <a:endParaRPr lang="it-IT" sz="2000"/>
              </a:p>
              <a:p>
                <a:pPr marL="0" indent="0">
                  <a:buNone/>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𝑈</m:t>
                      </m:r>
                      <m:r>
                        <a:rPr lang="it-IT" sz="2000" i="1">
                          <a:latin typeface="Cambria Math" panose="02040503050406030204" pitchFamily="18" charset="0"/>
                        </a:rPr>
                        <m:t>=10</m:t>
                      </m:r>
                      <m:r>
                        <a:rPr lang="it-IT" sz="2000" b="0" i="1" smtClean="0">
                          <a:latin typeface="Cambria Math" panose="02040503050406030204" pitchFamily="18" charset="0"/>
                        </a:rPr>
                        <m:t> </m:t>
                      </m:r>
                      <m:r>
                        <a:rPr lang="it-IT" sz="2000" i="1">
                          <a:latin typeface="Cambria Math" panose="02040503050406030204" pitchFamily="18" charset="0"/>
                        </a:rPr>
                        <m:t>𝑚</m:t>
                      </m:r>
                      <m:r>
                        <a:rPr lang="it-IT" sz="2000" b="0" i="1" smtClean="0">
                          <a:latin typeface="Cambria Math" panose="02040503050406030204" pitchFamily="18" charset="0"/>
                        </a:rPr>
                        <m:t>/</m:t>
                      </m:r>
                      <m:r>
                        <a:rPr lang="it-IT" sz="2000" b="0" i="1" smtClean="0">
                          <a:latin typeface="Cambria Math" panose="02040503050406030204" pitchFamily="18" charset="0"/>
                        </a:rPr>
                        <m:t>𝑠</m:t>
                      </m:r>
                    </m:oMath>
                  </m:oMathPara>
                </a14:m>
                <a:endParaRPr lang="it-IT" sz="2000"/>
              </a:p>
              <a:p>
                <a:pPr marL="0" indent="0">
                  <a:buNone/>
                </a:pPr>
                <a14:m>
                  <m:oMathPara xmlns:m="http://schemas.openxmlformats.org/officeDocument/2006/math">
                    <m:oMathParaPr>
                      <m:jc m:val="centerGroup"/>
                    </m:oMathParaPr>
                    <m:oMath xmlns:m="http://schemas.openxmlformats.org/officeDocument/2006/math">
                      <m:r>
                        <a:rPr lang="it-IT" sz="2000" b="0" i="1" smtClean="0">
                          <a:latin typeface="Cambria Math" panose="02040503050406030204" pitchFamily="18" charset="0"/>
                        </a:rPr>
                        <m:t>𝑁</m:t>
                      </m:r>
                      <m:r>
                        <a:rPr lang="it-IT" sz="2000" i="1">
                          <a:latin typeface="Cambria Math" panose="02040503050406030204" pitchFamily="18" charset="0"/>
                        </a:rPr>
                        <m:t>=</m:t>
                      </m:r>
                      <m:r>
                        <a:rPr lang="it-IT" sz="2000" b="0" i="1" smtClean="0">
                          <a:latin typeface="Cambria Math" panose="02040503050406030204" pitchFamily="18" charset="0"/>
                        </a:rPr>
                        <m:t>0.0</m:t>
                      </m:r>
                      <m:r>
                        <a:rPr lang="it-IT" sz="2000" i="1">
                          <a:latin typeface="Cambria Math" panose="02040503050406030204" pitchFamily="18" charset="0"/>
                        </a:rPr>
                        <m:t>1</m:t>
                      </m:r>
                      <m:r>
                        <a:rPr lang="it-IT" sz="2000" b="0" i="1" smtClean="0">
                          <a:latin typeface="Cambria Math" panose="02040503050406030204" pitchFamily="18" charset="0"/>
                        </a:rPr>
                        <m:t> 1/</m:t>
                      </m:r>
                      <m:r>
                        <a:rPr lang="it-IT" sz="2000" b="0" i="1" smtClean="0">
                          <a:latin typeface="Cambria Math" panose="02040503050406030204" pitchFamily="18" charset="0"/>
                        </a:rPr>
                        <m:t>𝑠</m:t>
                      </m:r>
                    </m:oMath>
                  </m:oMathPara>
                </a14:m>
                <a:endParaRPr lang="it-IT" sz="2000"/>
              </a:p>
              <a:p>
                <a:pPr marL="0" indent="0">
                  <a:buNone/>
                </a:pPr>
                <a:endParaRPr lang="it-IT" sz="2000"/>
              </a:p>
            </p:txBody>
          </p:sp>
        </mc:Choice>
        <mc:Fallback xmlns="">
          <p:sp>
            <p:nvSpPr>
              <p:cNvPr id="2" name="Segnaposto contenuto 2">
                <a:extLst>
                  <a:ext uri="{FF2B5EF4-FFF2-40B4-BE49-F238E27FC236}">
                    <a16:creationId xmlns:a16="http://schemas.microsoft.com/office/drawing/2014/main" id="{9164C2B1-9BAA-12BA-C3A1-3388005C33AB}"/>
                  </a:ext>
                </a:extLst>
              </p:cNvPr>
              <p:cNvSpPr>
                <a:spLocks noGrp="1" noRot="1" noChangeAspect="1" noMove="1" noResize="1" noEditPoints="1" noAdjustHandles="1" noChangeArrowheads="1" noChangeShapeType="1" noTextEdit="1"/>
              </p:cNvSpPr>
              <p:nvPr>
                <p:ph idx="1"/>
              </p:nvPr>
            </p:nvSpPr>
            <p:spPr>
              <a:xfrm>
                <a:off x="1701327" y="1690689"/>
                <a:ext cx="2262352" cy="1090972"/>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D1CDF93F-FBA6-7D87-3BEA-C9CFDA843363}"/>
                  </a:ext>
                </a:extLst>
              </p:cNvPr>
              <p:cNvSpPr txBox="1">
                <a:spLocks/>
              </p:cNvSpPr>
              <p:nvPr/>
            </p:nvSpPr>
            <p:spPr>
              <a:xfrm>
                <a:off x="4021485" y="1877131"/>
                <a:ext cx="1140373" cy="7180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left"/>
                    </m:oMathParaPr>
                    <m:oMath xmlns:m="http://schemas.openxmlformats.org/officeDocument/2006/math">
                      <m:acc>
                        <m:accPr>
                          <m:chr m:val="̂"/>
                          <m:ctrlPr>
                            <a:rPr lang="it-IT" sz="2000" i="1" smtClean="0">
                              <a:latin typeface="Cambria Math" panose="02040503050406030204" pitchFamily="18" charset="0"/>
                            </a:rPr>
                          </m:ctrlPr>
                        </m:accPr>
                        <m:e>
                          <m:r>
                            <a:rPr lang="it-IT" sz="2000" b="0" i="1" smtClean="0">
                              <a:latin typeface="Cambria Math" panose="02040503050406030204" pitchFamily="18" charset="0"/>
                            </a:rPr>
                            <m:t>h</m:t>
                          </m:r>
                        </m:e>
                      </m:acc>
                      <m:r>
                        <a:rPr lang="it-IT" sz="2000" b="0" i="1" smtClean="0">
                          <a:latin typeface="Cambria Math" panose="02040503050406030204" pitchFamily="18" charset="0"/>
                        </a:rPr>
                        <m:t>=0.1</m:t>
                      </m:r>
                    </m:oMath>
                  </m:oMathPara>
                </a14:m>
                <a:endParaRPr lang="it-IT" sz="2000" b="0" i="1">
                  <a:latin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acc>
                        <m:accPr>
                          <m:chr m:val="̂"/>
                          <m:ctrlPr>
                            <a:rPr lang="it-IT" sz="2000" i="1">
                              <a:latin typeface="Cambria Math" panose="02040503050406030204" pitchFamily="18" charset="0"/>
                            </a:rPr>
                          </m:ctrlPr>
                        </m:accPr>
                        <m:e>
                          <m:r>
                            <a:rPr lang="it-IT" sz="2000" b="0" i="1" smtClean="0">
                              <a:latin typeface="Cambria Math" panose="02040503050406030204" pitchFamily="18" charset="0"/>
                            </a:rPr>
                            <m:t>𝑏</m:t>
                          </m:r>
                        </m:e>
                      </m:acc>
                      <m:r>
                        <a:rPr lang="it-IT" sz="2000" i="1">
                          <a:latin typeface="Cambria Math" panose="02040503050406030204" pitchFamily="18" charset="0"/>
                        </a:rPr>
                        <m:t>=1</m:t>
                      </m:r>
                      <m:r>
                        <a:rPr lang="it-IT" sz="2000" b="0" i="1" smtClean="0">
                          <a:latin typeface="Cambria Math" panose="02040503050406030204" pitchFamily="18" charset="0"/>
                        </a:rPr>
                        <m:t>0</m:t>
                      </m:r>
                    </m:oMath>
                  </m:oMathPara>
                </a14:m>
                <a:endParaRPr lang="it-IT" sz="2000"/>
              </a:p>
            </p:txBody>
          </p:sp>
        </mc:Choice>
        <mc:Fallback xmlns="">
          <p:sp>
            <p:nvSpPr>
              <p:cNvPr id="3" name="Segnaposto contenuto 2">
                <a:extLst>
                  <a:ext uri="{FF2B5EF4-FFF2-40B4-BE49-F238E27FC236}">
                    <a16:creationId xmlns:a16="http://schemas.microsoft.com/office/drawing/2014/main" id="{D1CDF93F-FBA6-7D87-3BEA-C9CFDA843363}"/>
                  </a:ext>
                </a:extLst>
              </p:cNvPr>
              <p:cNvSpPr txBox="1">
                <a:spLocks noRot="1" noChangeAspect="1" noMove="1" noResize="1" noEditPoints="1" noAdjustHandles="1" noChangeArrowheads="1" noChangeShapeType="1" noTextEdit="1"/>
              </p:cNvSpPr>
              <p:nvPr/>
            </p:nvSpPr>
            <p:spPr>
              <a:xfrm>
                <a:off x="4021485" y="1877131"/>
                <a:ext cx="1140373" cy="718087"/>
              </a:xfrm>
              <a:prstGeom prst="rect">
                <a:avLst/>
              </a:prstGeom>
              <a:blipFill>
                <a:blip r:embed="rId3"/>
                <a:stretch>
                  <a:fillRect t="-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Segnaposto contenuto 2">
                <a:extLst>
                  <a:ext uri="{FF2B5EF4-FFF2-40B4-BE49-F238E27FC236}">
                    <a16:creationId xmlns:a16="http://schemas.microsoft.com/office/drawing/2014/main" id="{A10F4613-EE12-274C-48F1-B49724D73D35}"/>
                  </a:ext>
                </a:extLst>
              </p:cNvPr>
              <p:cNvSpPr txBox="1">
                <a:spLocks/>
              </p:cNvSpPr>
              <p:nvPr/>
            </p:nvSpPr>
            <p:spPr>
              <a:xfrm>
                <a:off x="6315610" y="1690689"/>
                <a:ext cx="2262352" cy="1090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it-IT" sz="2000" i="1" smtClean="0">
                          <a:latin typeface="Cambria Math" panose="02040503050406030204" pitchFamily="18" charset="0"/>
                        </a:rPr>
                        <m:t>h</m:t>
                      </m:r>
                      <m:r>
                        <a:rPr lang="it-IT" sz="2000" i="1" smtClean="0">
                          <a:latin typeface="Cambria Math" panose="02040503050406030204" pitchFamily="18" charset="0"/>
                        </a:rPr>
                        <m:t>=1000 </m:t>
                      </m:r>
                      <m:r>
                        <a:rPr lang="it-IT" sz="2000" i="1" smtClean="0">
                          <a:latin typeface="Cambria Math" panose="02040503050406030204" pitchFamily="18" charset="0"/>
                        </a:rPr>
                        <m:t>𝑚</m:t>
                      </m:r>
                    </m:oMath>
                  </m:oMathPara>
                </a14:m>
                <a:endParaRPr lang="it-IT" sz="200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it-IT" sz="2000" i="1" smtClean="0">
                          <a:latin typeface="Cambria Math" panose="02040503050406030204" pitchFamily="18" charset="0"/>
                        </a:rPr>
                        <m:t>𝑈</m:t>
                      </m:r>
                      <m:r>
                        <a:rPr lang="it-IT" sz="2000" i="1">
                          <a:latin typeface="Cambria Math" panose="02040503050406030204" pitchFamily="18" charset="0"/>
                        </a:rPr>
                        <m:t>=10</m:t>
                      </m:r>
                      <m:r>
                        <a:rPr lang="it-IT" sz="2000" i="1" smtClean="0">
                          <a:latin typeface="Cambria Math" panose="02040503050406030204" pitchFamily="18" charset="0"/>
                        </a:rPr>
                        <m:t> </m:t>
                      </m:r>
                      <m:r>
                        <a:rPr lang="it-IT" sz="2000" i="1">
                          <a:latin typeface="Cambria Math" panose="02040503050406030204" pitchFamily="18" charset="0"/>
                        </a:rPr>
                        <m:t>𝑚</m:t>
                      </m:r>
                      <m:r>
                        <a:rPr lang="it-IT" sz="2000" i="1" smtClean="0">
                          <a:latin typeface="Cambria Math" panose="02040503050406030204" pitchFamily="18" charset="0"/>
                        </a:rPr>
                        <m:t>/</m:t>
                      </m:r>
                      <m:r>
                        <a:rPr lang="it-IT" sz="2000" i="1" smtClean="0">
                          <a:latin typeface="Cambria Math" panose="02040503050406030204" pitchFamily="18" charset="0"/>
                        </a:rPr>
                        <m:t>𝑠</m:t>
                      </m:r>
                    </m:oMath>
                  </m:oMathPara>
                </a14:m>
                <a:endParaRPr lang="it-IT" sz="200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it-IT" sz="2000" i="1" smtClean="0">
                          <a:latin typeface="Cambria Math" panose="02040503050406030204" pitchFamily="18" charset="0"/>
                        </a:rPr>
                        <m:t>𝑁</m:t>
                      </m:r>
                      <m:r>
                        <a:rPr lang="it-IT" sz="2000" i="1">
                          <a:latin typeface="Cambria Math" panose="02040503050406030204" pitchFamily="18" charset="0"/>
                        </a:rPr>
                        <m:t>=</m:t>
                      </m:r>
                      <m:r>
                        <a:rPr lang="it-IT" sz="2000" i="1" smtClean="0">
                          <a:latin typeface="Cambria Math" panose="02040503050406030204" pitchFamily="18" charset="0"/>
                        </a:rPr>
                        <m:t>0.0</m:t>
                      </m:r>
                      <m:r>
                        <a:rPr lang="it-IT" sz="2000" i="1">
                          <a:latin typeface="Cambria Math" panose="02040503050406030204" pitchFamily="18" charset="0"/>
                        </a:rPr>
                        <m:t>1</m:t>
                      </m:r>
                      <m:r>
                        <a:rPr lang="it-IT" sz="2000" i="1" smtClean="0">
                          <a:latin typeface="Cambria Math" panose="02040503050406030204" pitchFamily="18" charset="0"/>
                        </a:rPr>
                        <m:t> 1/</m:t>
                      </m:r>
                      <m:r>
                        <a:rPr lang="it-IT" sz="2000" i="1" smtClean="0">
                          <a:latin typeface="Cambria Math" panose="02040503050406030204" pitchFamily="18" charset="0"/>
                        </a:rPr>
                        <m:t>𝑠</m:t>
                      </m:r>
                    </m:oMath>
                  </m:oMathPara>
                </a14:m>
                <a:endParaRPr lang="it-IT" sz="2000"/>
              </a:p>
              <a:p>
                <a:pPr marL="0" indent="0">
                  <a:buFont typeface="Arial" panose="020B0604020202020204" pitchFamily="34" charset="0"/>
                  <a:buNone/>
                </a:pPr>
                <a:endParaRPr lang="it-IT" sz="2000"/>
              </a:p>
            </p:txBody>
          </p:sp>
        </mc:Choice>
        <mc:Fallback xmlns="">
          <p:sp>
            <p:nvSpPr>
              <p:cNvPr id="5" name="Segnaposto contenuto 2">
                <a:extLst>
                  <a:ext uri="{FF2B5EF4-FFF2-40B4-BE49-F238E27FC236}">
                    <a16:creationId xmlns:a16="http://schemas.microsoft.com/office/drawing/2014/main" id="{A10F4613-EE12-274C-48F1-B49724D73D35}"/>
                  </a:ext>
                </a:extLst>
              </p:cNvPr>
              <p:cNvSpPr txBox="1">
                <a:spLocks noRot="1" noChangeAspect="1" noMove="1" noResize="1" noEditPoints="1" noAdjustHandles="1" noChangeArrowheads="1" noChangeShapeType="1" noTextEdit="1"/>
              </p:cNvSpPr>
              <p:nvPr/>
            </p:nvSpPr>
            <p:spPr>
              <a:xfrm>
                <a:off x="6315610" y="1690689"/>
                <a:ext cx="2262352" cy="109097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Segnaposto contenuto 2">
                <a:extLst>
                  <a:ext uri="{FF2B5EF4-FFF2-40B4-BE49-F238E27FC236}">
                    <a16:creationId xmlns:a16="http://schemas.microsoft.com/office/drawing/2014/main" id="{9C41D6CD-72BA-D6AF-12F9-90A304634464}"/>
                  </a:ext>
                </a:extLst>
              </p:cNvPr>
              <p:cNvSpPr txBox="1">
                <a:spLocks/>
              </p:cNvSpPr>
              <p:nvPr/>
            </p:nvSpPr>
            <p:spPr>
              <a:xfrm>
                <a:off x="8635768" y="1877131"/>
                <a:ext cx="1140373" cy="7180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left"/>
                    </m:oMathParaPr>
                    <m:oMath xmlns:m="http://schemas.openxmlformats.org/officeDocument/2006/math">
                      <m:acc>
                        <m:accPr>
                          <m:chr m:val="̂"/>
                          <m:ctrlPr>
                            <a:rPr lang="it-IT" sz="2000" i="1" smtClean="0">
                              <a:latin typeface="Cambria Math" panose="02040503050406030204" pitchFamily="18" charset="0"/>
                            </a:rPr>
                          </m:ctrlPr>
                        </m:accPr>
                        <m:e>
                          <m:r>
                            <a:rPr lang="it-IT" sz="2000" b="0" i="1" smtClean="0">
                              <a:latin typeface="Cambria Math" panose="02040503050406030204" pitchFamily="18" charset="0"/>
                            </a:rPr>
                            <m:t>h</m:t>
                          </m:r>
                        </m:e>
                      </m:acc>
                      <m:r>
                        <a:rPr lang="it-IT" sz="2000" b="0" i="1" smtClean="0">
                          <a:latin typeface="Cambria Math" panose="02040503050406030204" pitchFamily="18" charset="0"/>
                        </a:rPr>
                        <m:t>=1</m:t>
                      </m:r>
                    </m:oMath>
                  </m:oMathPara>
                </a14:m>
                <a:endParaRPr lang="it-IT" sz="2000" b="0" i="1">
                  <a:latin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acc>
                        <m:accPr>
                          <m:chr m:val="̂"/>
                          <m:ctrlPr>
                            <a:rPr lang="it-IT" sz="2000" i="1">
                              <a:latin typeface="Cambria Math" panose="02040503050406030204" pitchFamily="18" charset="0"/>
                            </a:rPr>
                          </m:ctrlPr>
                        </m:accPr>
                        <m:e>
                          <m:r>
                            <a:rPr lang="it-IT" sz="2000" b="0" i="1" smtClean="0">
                              <a:latin typeface="Cambria Math" panose="02040503050406030204" pitchFamily="18" charset="0"/>
                            </a:rPr>
                            <m:t>𝑏</m:t>
                          </m:r>
                        </m:e>
                      </m:acc>
                      <m:r>
                        <a:rPr lang="it-IT" sz="2000" i="1">
                          <a:latin typeface="Cambria Math" panose="02040503050406030204" pitchFamily="18" charset="0"/>
                        </a:rPr>
                        <m:t>=1</m:t>
                      </m:r>
                      <m:r>
                        <a:rPr lang="it-IT" sz="2000" b="0" i="1" smtClean="0">
                          <a:latin typeface="Cambria Math" panose="02040503050406030204" pitchFamily="18" charset="0"/>
                        </a:rPr>
                        <m:t>0</m:t>
                      </m:r>
                    </m:oMath>
                  </m:oMathPara>
                </a14:m>
                <a:endParaRPr lang="it-IT" sz="2000"/>
              </a:p>
            </p:txBody>
          </p:sp>
        </mc:Choice>
        <mc:Fallback xmlns="">
          <p:sp>
            <p:nvSpPr>
              <p:cNvPr id="6" name="Segnaposto contenuto 2">
                <a:extLst>
                  <a:ext uri="{FF2B5EF4-FFF2-40B4-BE49-F238E27FC236}">
                    <a16:creationId xmlns:a16="http://schemas.microsoft.com/office/drawing/2014/main" id="{9C41D6CD-72BA-D6AF-12F9-90A304634464}"/>
                  </a:ext>
                </a:extLst>
              </p:cNvPr>
              <p:cNvSpPr txBox="1">
                <a:spLocks noRot="1" noChangeAspect="1" noMove="1" noResize="1" noEditPoints="1" noAdjustHandles="1" noChangeArrowheads="1" noChangeShapeType="1" noTextEdit="1"/>
              </p:cNvSpPr>
              <p:nvPr/>
            </p:nvSpPr>
            <p:spPr>
              <a:xfrm>
                <a:off x="8635768" y="1877131"/>
                <a:ext cx="1140373" cy="718087"/>
              </a:xfrm>
              <a:prstGeom prst="rect">
                <a:avLst/>
              </a:prstGeom>
              <a:blipFill>
                <a:blip r:embed="rId5"/>
                <a:stretch>
                  <a:fillRect t="-8475"/>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63219FB0-277A-86FC-776D-548318B536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bwMode="auto">
          <a:xfrm>
            <a:off x="6403961" y="2888432"/>
            <a:ext cx="3365283" cy="3379076"/>
          </a:xfrm>
          <a:prstGeom prst="rect">
            <a:avLst/>
          </a:prstGeom>
          <a:noFill/>
          <a:extLst>
            <a:ext uri="{909E8E84-426E-40DD-AFC4-6F175D3DCCD1}">
              <a14:hiddenFill xmlns:a14="http://schemas.microsoft.com/office/drawing/2010/main">
                <a:solidFill>
                  <a:srgbClr val="FFFFFF"/>
                </a:solidFill>
              </a14:hiddenFill>
            </a:ext>
          </a:extLst>
        </p:spPr>
      </p:pic>
      <p:pic>
        <p:nvPicPr>
          <p:cNvPr id="10" name="Immagine 9">
            <a:extLst>
              <a:ext uri="{FF2B5EF4-FFF2-40B4-BE49-F238E27FC236}">
                <a16:creationId xmlns:a16="http://schemas.microsoft.com/office/drawing/2014/main" id="{33E5BB9E-5FD6-6A4C-C25C-C272C425A6D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17341" y="2874582"/>
            <a:ext cx="3379077" cy="3392926"/>
          </a:xfrm>
          <a:prstGeom prst="rect">
            <a:avLst/>
          </a:prstGeom>
        </p:spPr>
      </p:pic>
    </p:spTree>
    <p:extLst>
      <p:ext uri="{BB962C8B-B14F-4D97-AF65-F5344CB8AC3E}">
        <p14:creationId xmlns:p14="http://schemas.microsoft.com/office/powerpoint/2010/main" val="7224674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34AA6-695E-1901-36D3-9EBD188DFA0A}"/>
            </a:ext>
          </a:extLst>
        </p:cNvPr>
        <p:cNvGrpSpPr/>
        <p:nvPr/>
      </p:nvGrpSpPr>
      <p:grpSpPr>
        <a:xfrm>
          <a:off x="0" y="0"/>
          <a:ext cx="0" cy="0"/>
          <a:chOff x="0" y="0"/>
          <a:chExt cx="0" cy="0"/>
        </a:xfrm>
      </p:grpSpPr>
      <p:pic>
        <p:nvPicPr>
          <p:cNvPr id="14" name="Immagine 13">
            <a:extLst>
              <a:ext uri="{FF2B5EF4-FFF2-40B4-BE49-F238E27FC236}">
                <a16:creationId xmlns:a16="http://schemas.microsoft.com/office/drawing/2014/main" id="{8A998D90-F7BC-E5BF-44D2-34780F2C90C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84320" y="1623406"/>
            <a:ext cx="4621679" cy="4621679"/>
          </a:xfrm>
          <a:prstGeom prst="rect">
            <a:avLst/>
          </a:prstGeom>
        </p:spPr>
      </p:pic>
      <p:sp>
        <p:nvSpPr>
          <p:cNvPr id="7" name="Title 1">
            <a:extLst>
              <a:ext uri="{FF2B5EF4-FFF2-40B4-BE49-F238E27FC236}">
                <a16:creationId xmlns:a16="http://schemas.microsoft.com/office/drawing/2014/main" id="{8E10D8CB-D857-094A-C2C0-E0CB7FCA6924}"/>
              </a:ext>
            </a:extLst>
          </p:cNvPr>
          <p:cNvSpPr>
            <a:spLocks noGrp="1"/>
          </p:cNvSpPr>
          <p:nvPr>
            <p:ph type="title"/>
          </p:nvPr>
        </p:nvSpPr>
        <p:spPr>
          <a:xfrm>
            <a:off x="838200" y="365125"/>
            <a:ext cx="10515600" cy="1325563"/>
          </a:xfrm>
        </p:spPr>
        <p:txBody>
          <a:bodyPr/>
          <a:lstStyle/>
          <a:p>
            <a:r>
              <a:rPr lang="en-US">
                <a:ea typeface="Calibri Light"/>
                <a:cs typeface="Calibri Light"/>
              </a:rPr>
              <a:t>Part 1.2 – non-linear effects</a:t>
            </a:r>
            <a:endParaRPr lang="en-US"/>
          </a:p>
        </p:txBody>
      </p:sp>
      <p:sp>
        <p:nvSpPr>
          <p:cNvPr id="9" name="Segnaposto numero diapositiva 8">
            <a:extLst>
              <a:ext uri="{FF2B5EF4-FFF2-40B4-BE49-F238E27FC236}">
                <a16:creationId xmlns:a16="http://schemas.microsoft.com/office/drawing/2014/main" id="{5A1CC259-3897-DA09-A550-B9DA6AE37EB9}"/>
              </a:ext>
            </a:extLst>
          </p:cNvPr>
          <p:cNvSpPr>
            <a:spLocks noGrp="1"/>
          </p:cNvSpPr>
          <p:nvPr>
            <p:ph type="sldNum" sz="quarter" idx="12"/>
          </p:nvPr>
        </p:nvSpPr>
        <p:spPr/>
        <p:txBody>
          <a:bodyPr/>
          <a:lstStyle/>
          <a:p>
            <a:fld id="{48F63A3B-78C7-47BE-AE5E-E10140E04643}" type="slidenum">
              <a:rPr lang="en-US" smtClean="0"/>
              <a:t>56</a:t>
            </a:fld>
            <a:endParaRPr lang="en-US"/>
          </a:p>
        </p:txBody>
      </p:sp>
      <mc:AlternateContent xmlns:mc="http://schemas.openxmlformats.org/markup-compatibility/2006" xmlns:a14="http://schemas.microsoft.com/office/drawing/2010/main">
        <mc:Choice Requires="a14">
          <p:sp>
            <p:nvSpPr>
              <p:cNvPr id="4" name="Segnaposto contenuto 2">
                <a:extLst>
                  <a:ext uri="{FF2B5EF4-FFF2-40B4-BE49-F238E27FC236}">
                    <a16:creationId xmlns:a16="http://schemas.microsoft.com/office/drawing/2014/main" id="{F700B4ED-D2AA-F167-B1A4-2084B8368E5B}"/>
                  </a:ext>
                </a:extLst>
              </p:cNvPr>
              <p:cNvSpPr txBox="1">
                <a:spLocks/>
              </p:cNvSpPr>
              <p:nvPr/>
            </p:nvSpPr>
            <p:spPr>
              <a:xfrm>
                <a:off x="838200" y="1758810"/>
                <a:ext cx="5257800" cy="4486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it-IT"/>
                  <a:t>Domain setup</a:t>
                </a:r>
              </a:p>
              <a:p>
                <a:pPr marL="0" indent="0">
                  <a:buFont typeface="Arial" panose="020B0604020202020204" pitchFamily="34" charset="0"/>
                  <a:buNone/>
                </a:pPr>
                <a:endParaRPr lang="it-IT" sz="2400" i="1">
                  <a:latin typeface="Cambria Math" panose="02040503050406030204" pitchFamily="18" charset="0"/>
                  <a:ea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sSub>
                        <m:sSubPr>
                          <m:ctrlPr>
                            <a:rPr lang="it-IT" sz="2400" i="1" smtClean="0">
                              <a:latin typeface="Cambria Math" panose="02040503050406030204" pitchFamily="18" charset="0"/>
                              <a:ea typeface="Cambria Math" panose="02040503050406030204" pitchFamily="18" charset="0"/>
                            </a:rPr>
                          </m:ctrlPr>
                        </m:sSubPr>
                        <m:e>
                          <m:r>
                            <a:rPr lang="it-IT" sz="2400" i="1" smtClean="0">
                              <a:latin typeface="Cambria Math" panose="02040503050406030204" pitchFamily="18" charset="0"/>
                              <a:ea typeface="Cambria Math" panose="02040503050406030204" pitchFamily="18" charset="0"/>
                            </a:rPr>
                            <m:t>𝐿</m:t>
                          </m:r>
                        </m:e>
                        <m:sub>
                          <m:r>
                            <a:rPr lang="it-IT" sz="2400" i="1" smtClean="0">
                              <a:latin typeface="Cambria Math" panose="02040503050406030204" pitchFamily="18" charset="0"/>
                              <a:ea typeface="Cambria Math" panose="02040503050406030204" pitchFamily="18" charset="0"/>
                            </a:rPr>
                            <m:t>𝑥</m:t>
                          </m:r>
                        </m:sub>
                      </m:sSub>
                      <m:r>
                        <a:rPr lang="it-IT" sz="2400" i="1">
                          <a:latin typeface="Cambria Math" panose="02040503050406030204" pitchFamily="18" charset="0"/>
                          <a:ea typeface="Cambria Math" panose="02040503050406030204" pitchFamily="18" charset="0"/>
                        </a:rPr>
                        <m:t>=</m:t>
                      </m:r>
                      <m:r>
                        <a:rPr lang="it-IT" sz="2400" i="1" smtClean="0">
                          <a:latin typeface="Cambria Math" panose="02040503050406030204" pitchFamily="18" charset="0"/>
                          <a:ea typeface="Cambria Math" panose="02040503050406030204" pitchFamily="18" charset="0"/>
                        </a:rPr>
                        <m:t>402</m:t>
                      </m:r>
                      <m:r>
                        <a:rPr lang="it-IT" sz="2400" i="1">
                          <a:latin typeface="Cambria Math" panose="02040503050406030204" pitchFamily="18" charset="0"/>
                          <a:ea typeface="Cambria Math" panose="02040503050406030204" pitchFamily="18" charset="0"/>
                        </a:rPr>
                        <m:t> </m:t>
                      </m:r>
                      <m:r>
                        <a:rPr lang="it-IT" sz="2400" i="1">
                          <a:latin typeface="Cambria Math" panose="02040503050406030204" pitchFamily="18" charset="0"/>
                          <a:ea typeface="Cambria Math" panose="02040503050406030204" pitchFamily="18" charset="0"/>
                        </a:rPr>
                        <m:t>𝑘𝑚</m:t>
                      </m:r>
                    </m:oMath>
                  </m:oMathPara>
                </a14:m>
                <a:endParaRPr lang="it-IT" sz="2400"/>
              </a:p>
              <a:p>
                <a:pPr marL="0" indent="0">
                  <a:buNone/>
                </a:pPr>
                <a14:m>
                  <m:oMathPara xmlns:m="http://schemas.openxmlformats.org/officeDocument/2006/math">
                    <m:oMathParaPr>
                      <m:jc m:val="left"/>
                    </m:oMathParaPr>
                    <m:oMath xmlns:m="http://schemas.openxmlformats.org/officeDocument/2006/math">
                      <m:r>
                        <a:rPr lang="it-IT" sz="2400" i="1">
                          <a:latin typeface="Cambria Math" panose="02040503050406030204" pitchFamily="18" charset="0"/>
                          <a:ea typeface="Cambria Math" panose="02040503050406030204" pitchFamily="18" charset="0"/>
                        </a:rPr>
                        <m:t>2</m:t>
                      </m:r>
                      <m:r>
                        <a:rPr lang="it-IT" sz="2400" i="1">
                          <a:latin typeface="Cambria Math" panose="02040503050406030204" pitchFamily="18" charset="0"/>
                          <a:ea typeface="Cambria Math" panose="02040503050406030204" pitchFamily="18" charset="0"/>
                        </a:rPr>
                        <m:t>𝑏</m:t>
                      </m:r>
                      <m:r>
                        <a:rPr lang="it-IT" sz="2400" i="1">
                          <a:latin typeface="Cambria Math" panose="02040503050406030204" pitchFamily="18" charset="0"/>
                          <a:ea typeface="Cambria Math" panose="02040503050406030204" pitchFamily="18" charset="0"/>
                        </a:rPr>
                        <m:t>=20 </m:t>
                      </m:r>
                      <m:r>
                        <a:rPr lang="it-IT" sz="2400" i="1">
                          <a:latin typeface="Cambria Math" panose="02040503050406030204" pitchFamily="18" charset="0"/>
                          <a:ea typeface="Cambria Math" panose="02040503050406030204" pitchFamily="18" charset="0"/>
                        </a:rPr>
                        <m:t>𝑘𝑚</m:t>
                      </m:r>
                    </m:oMath>
                  </m:oMathPara>
                </a14:m>
                <a:endParaRPr lang="it-IT" sz="2400"/>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it-IT" sz="2400" i="1" smtClean="0">
                          <a:latin typeface="Cambria Math" panose="02040503050406030204" pitchFamily="18" charset="0"/>
                          <a:ea typeface="Cambria Math" panose="02040503050406030204" pitchFamily="18" charset="0"/>
                        </a:rPr>
                        <m:t>∆</m:t>
                      </m:r>
                      <m:r>
                        <a:rPr lang="it-IT" sz="2400" i="1" smtClean="0">
                          <a:latin typeface="Cambria Math" panose="02040503050406030204" pitchFamily="18" charset="0"/>
                          <a:ea typeface="Cambria Math" panose="02040503050406030204" pitchFamily="18" charset="0"/>
                        </a:rPr>
                        <m:t>𝑥</m:t>
                      </m:r>
                      <m:r>
                        <a:rPr lang="it-IT" sz="2400" i="1" smtClean="0">
                          <a:latin typeface="Cambria Math" panose="02040503050406030204" pitchFamily="18" charset="0"/>
                          <a:ea typeface="Cambria Math" panose="02040503050406030204" pitchFamily="18" charset="0"/>
                        </a:rPr>
                        <m:t>=∆</m:t>
                      </m:r>
                      <m:r>
                        <a:rPr lang="it-IT" sz="2400" i="1" smtClean="0">
                          <a:latin typeface="Cambria Math" panose="02040503050406030204" pitchFamily="18" charset="0"/>
                          <a:ea typeface="Cambria Math" panose="02040503050406030204" pitchFamily="18" charset="0"/>
                        </a:rPr>
                        <m:t>𝑦</m:t>
                      </m:r>
                      <m:r>
                        <a:rPr lang="it-IT" sz="2400" i="1" smtClean="0">
                          <a:latin typeface="Cambria Math" panose="02040503050406030204" pitchFamily="18" charset="0"/>
                          <a:ea typeface="Cambria Math" panose="02040503050406030204" pitchFamily="18" charset="0"/>
                        </a:rPr>
                        <m:t>=2 </m:t>
                      </m:r>
                      <m:r>
                        <a:rPr lang="it-IT" sz="2400" i="1" smtClean="0">
                          <a:latin typeface="Cambria Math" panose="02040503050406030204" pitchFamily="18" charset="0"/>
                          <a:ea typeface="Cambria Math" panose="02040503050406030204" pitchFamily="18" charset="0"/>
                        </a:rPr>
                        <m:t>𝑘𝑚</m:t>
                      </m:r>
                    </m:oMath>
                  </m:oMathPara>
                </a14:m>
                <a:endParaRPr lang="it-IT" sz="2400"/>
              </a:p>
              <a:p>
                <a:pPr marL="0" indent="0">
                  <a:buFont typeface="Arial" panose="020B0604020202020204" pitchFamily="34" charset="0"/>
                  <a:buNone/>
                </a:pPr>
                <a:r>
                  <a:rPr lang="it-IT" sz="2400"/>
                  <a:t>41 </a:t>
                </a:r>
                <a:r>
                  <a:rPr lang="it-IT" sz="2400" err="1"/>
                  <a:t>vertical</a:t>
                </a:r>
                <a:r>
                  <a:rPr lang="it-IT" sz="2400"/>
                  <a:t> </a:t>
                </a:r>
                <a:r>
                  <a:rPr lang="it-IT" sz="2400" err="1"/>
                  <a:t>levels</a:t>
                </a:r>
                <a:endParaRPr lang="it-IT" sz="2400"/>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it-IT" sz="2400" i="1" smtClean="0">
                          <a:latin typeface="Cambria Math" panose="02040503050406030204" pitchFamily="18" charset="0"/>
                          <a:ea typeface="Cambria Math" panose="02040503050406030204" pitchFamily="18" charset="0"/>
                        </a:rPr>
                        <m:t>𝑈</m:t>
                      </m:r>
                      <m:r>
                        <a:rPr lang="it-IT" sz="2400" i="1">
                          <a:latin typeface="Cambria Math" panose="02040503050406030204" pitchFamily="18" charset="0"/>
                          <a:ea typeface="Cambria Math" panose="02040503050406030204" pitchFamily="18" charset="0"/>
                        </a:rPr>
                        <m:t>=</m:t>
                      </m:r>
                      <m:r>
                        <a:rPr lang="it-IT" sz="2400" i="1" smtClean="0">
                          <a:latin typeface="Cambria Math" panose="02040503050406030204" pitchFamily="18" charset="0"/>
                          <a:ea typeface="Cambria Math" panose="02040503050406030204" pitchFamily="18" charset="0"/>
                        </a:rPr>
                        <m:t>1</m:t>
                      </m:r>
                      <m:r>
                        <a:rPr lang="it-IT" sz="2400" b="0" i="1" smtClean="0">
                          <a:latin typeface="Cambria Math" panose="02040503050406030204" pitchFamily="18" charset="0"/>
                          <a:ea typeface="Cambria Math" panose="02040503050406030204" pitchFamily="18" charset="0"/>
                        </a:rPr>
                        <m:t>0</m:t>
                      </m:r>
                      <m:r>
                        <a:rPr lang="it-IT" sz="2400" i="1">
                          <a:latin typeface="Cambria Math" panose="02040503050406030204" pitchFamily="18" charset="0"/>
                          <a:ea typeface="Cambria Math" panose="02040503050406030204" pitchFamily="18" charset="0"/>
                        </a:rPr>
                        <m:t> </m:t>
                      </m:r>
                      <m:r>
                        <a:rPr lang="it-IT" sz="2400" i="1">
                          <a:latin typeface="Cambria Math" panose="02040503050406030204" pitchFamily="18" charset="0"/>
                          <a:ea typeface="Cambria Math" panose="02040503050406030204" pitchFamily="18" charset="0"/>
                        </a:rPr>
                        <m:t>𝑚</m:t>
                      </m:r>
                      <m:r>
                        <a:rPr lang="it-IT" sz="2400" i="1" smtClean="0">
                          <a:latin typeface="Cambria Math" panose="02040503050406030204" pitchFamily="18" charset="0"/>
                          <a:ea typeface="Cambria Math" panose="02040503050406030204" pitchFamily="18" charset="0"/>
                        </a:rPr>
                        <m:t>/</m:t>
                      </m:r>
                      <m:r>
                        <a:rPr lang="it-IT" sz="2400" i="1" smtClean="0">
                          <a:latin typeface="Cambria Math" panose="02040503050406030204" pitchFamily="18" charset="0"/>
                          <a:ea typeface="Cambria Math" panose="02040503050406030204" pitchFamily="18" charset="0"/>
                        </a:rPr>
                        <m:t>𝑠</m:t>
                      </m:r>
                    </m:oMath>
                  </m:oMathPara>
                </a14:m>
                <a:endParaRPr lang="it-IT" sz="2400"/>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it-IT" sz="2400" i="1" smtClean="0">
                          <a:latin typeface="Cambria Math" panose="02040503050406030204" pitchFamily="18" charset="0"/>
                          <a:ea typeface="Cambria Math" panose="02040503050406030204" pitchFamily="18" charset="0"/>
                        </a:rPr>
                        <m:t>𝑁</m:t>
                      </m:r>
                      <m:r>
                        <a:rPr lang="it-IT" sz="2400" i="1">
                          <a:latin typeface="Cambria Math" panose="02040503050406030204" pitchFamily="18" charset="0"/>
                          <a:ea typeface="Cambria Math" panose="02040503050406030204" pitchFamily="18" charset="0"/>
                        </a:rPr>
                        <m:t>=</m:t>
                      </m:r>
                      <m:r>
                        <a:rPr lang="it-IT" sz="2400" i="1" smtClean="0">
                          <a:latin typeface="Cambria Math" panose="02040503050406030204" pitchFamily="18" charset="0"/>
                          <a:ea typeface="Cambria Math" panose="02040503050406030204" pitchFamily="18" charset="0"/>
                        </a:rPr>
                        <m:t>0.01</m:t>
                      </m:r>
                      <m:r>
                        <a:rPr lang="it-IT" sz="2400" i="1">
                          <a:latin typeface="Cambria Math" panose="02040503050406030204" pitchFamily="18" charset="0"/>
                          <a:ea typeface="Cambria Math" panose="02040503050406030204" pitchFamily="18" charset="0"/>
                        </a:rPr>
                        <m:t> </m:t>
                      </m:r>
                      <m:r>
                        <a:rPr lang="it-IT" sz="2400" i="1" smtClean="0">
                          <a:latin typeface="Cambria Math" panose="02040503050406030204" pitchFamily="18" charset="0"/>
                          <a:ea typeface="Cambria Math" panose="02040503050406030204" pitchFamily="18" charset="0"/>
                        </a:rPr>
                        <m:t>1/</m:t>
                      </m:r>
                      <m:r>
                        <a:rPr lang="it-IT" sz="2400" i="1" smtClean="0">
                          <a:latin typeface="Cambria Math" panose="02040503050406030204" pitchFamily="18" charset="0"/>
                          <a:ea typeface="Cambria Math" panose="02040503050406030204" pitchFamily="18" charset="0"/>
                        </a:rPr>
                        <m:t>𝑠</m:t>
                      </m:r>
                    </m:oMath>
                  </m:oMathPara>
                </a14:m>
                <a:endParaRPr lang="it-IT" sz="2400"/>
              </a:p>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it-IT" sz="2400" i="1" smtClean="0">
                          <a:latin typeface="Cambria Math" panose="02040503050406030204" pitchFamily="18" charset="0"/>
                          <a:ea typeface="Cambria Math" panose="02040503050406030204" pitchFamily="18" charset="0"/>
                        </a:rPr>
                        <m:t>h</m:t>
                      </m:r>
                      <m:r>
                        <a:rPr lang="it-IT" sz="2400" i="1">
                          <a:latin typeface="Cambria Math" panose="02040503050406030204" pitchFamily="18" charset="0"/>
                          <a:ea typeface="Cambria Math" panose="02040503050406030204" pitchFamily="18" charset="0"/>
                        </a:rPr>
                        <m:t>=</m:t>
                      </m:r>
                      <m:r>
                        <a:rPr lang="it-IT" sz="2400" i="1" smtClean="0">
                          <a:latin typeface="Cambria Math" panose="02040503050406030204" pitchFamily="18" charset="0"/>
                          <a:ea typeface="Cambria Math" panose="02040503050406030204" pitchFamily="18" charset="0"/>
                        </a:rPr>
                        <m:t>100</m:t>
                      </m:r>
                      <m:r>
                        <a:rPr lang="it-IT" sz="2400" b="0" i="1" smtClean="0">
                          <a:latin typeface="Cambria Math" panose="02040503050406030204" pitchFamily="18" charset="0"/>
                          <a:ea typeface="Cambria Math" panose="02040503050406030204" pitchFamily="18" charset="0"/>
                        </a:rPr>
                        <m:t>0</m:t>
                      </m:r>
                      <m:r>
                        <a:rPr lang="it-IT" sz="2400" i="1" smtClean="0">
                          <a:latin typeface="Cambria Math" panose="02040503050406030204" pitchFamily="18" charset="0"/>
                          <a:ea typeface="Cambria Math" panose="02040503050406030204" pitchFamily="18" charset="0"/>
                        </a:rPr>
                        <m:t> </m:t>
                      </m:r>
                      <m:r>
                        <a:rPr lang="it-IT" sz="2400" i="1">
                          <a:latin typeface="Cambria Math" panose="02040503050406030204" pitchFamily="18" charset="0"/>
                          <a:ea typeface="Cambria Math" panose="02040503050406030204" pitchFamily="18" charset="0"/>
                        </a:rPr>
                        <m:t>𝑚</m:t>
                      </m:r>
                    </m:oMath>
                  </m:oMathPara>
                </a14:m>
                <a:endParaRPr lang="it-IT" sz="240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acc>
                        <m:accPr>
                          <m:chr m:val="̂"/>
                          <m:ctrlPr>
                            <a:rPr lang="it-IT" sz="2400" i="1" smtClean="0">
                              <a:latin typeface="Cambria Math" panose="02040503050406030204" pitchFamily="18" charset="0"/>
                              <a:ea typeface="Cambria Math" panose="02040503050406030204" pitchFamily="18" charset="0"/>
                            </a:rPr>
                          </m:ctrlPr>
                        </m:accPr>
                        <m:e>
                          <m:r>
                            <a:rPr lang="it-IT" sz="2400" b="0" i="1" smtClean="0">
                              <a:latin typeface="Cambria Math" panose="02040503050406030204" pitchFamily="18" charset="0"/>
                              <a:ea typeface="Cambria Math" panose="02040503050406030204" pitchFamily="18" charset="0"/>
                            </a:rPr>
                            <m:t>h</m:t>
                          </m:r>
                        </m:e>
                      </m:acc>
                      <m:r>
                        <a:rPr lang="it-IT" sz="2400" b="0" i="1" smtClean="0">
                          <a:latin typeface="Cambria Math" panose="02040503050406030204" pitchFamily="18" charset="0"/>
                          <a:ea typeface="Cambria Math" panose="02040503050406030204" pitchFamily="18" charset="0"/>
                        </a:rPr>
                        <m:t>=</m:t>
                      </m:r>
                      <m:f>
                        <m:fPr>
                          <m:ctrlPr>
                            <a:rPr lang="it-IT" sz="2400" b="0" i="1" smtClean="0">
                              <a:latin typeface="Cambria Math" panose="02040503050406030204" pitchFamily="18" charset="0"/>
                              <a:ea typeface="Cambria Math" panose="02040503050406030204" pitchFamily="18" charset="0"/>
                            </a:rPr>
                          </m:ctrlPr>
                        </m:fPr>
                        <m:num>
                          <m:r>
                            <a:rPr lang="it-IT" sz="2400" i="1">
                              <a:latin typeface="Cambria Math" panose="02040503050406030204" pitchFamily="18" charset="0"/>
                              <a:ea typeface="Cambria Math" panose="02040503050406030204" pitchFamily="18" charset="0"/>
                            </a:rPr>
                            <m:t>𝑁</m:t>
                          </m:r>
                          <m:r>
                            <a:rPr lang="it-IT" sz="2400" b="0" i="1" smtClean="0">
                              <a:latin typeface="Cambria Math" panose="02040503050406030204" pitchFamily="18" charset="0"/>
                              <a:ea typeface="Cambria Math" panose="02040503050406030204" pitchFamily="18" charset="0"/>
                            </a:rPr>
                            <m:t>h</m:t>
                          </m:r>
                        </m:num>
                        <m:den>
                          <m:r>
                            <a:rPr lang="it-IT" sz="2400" b="0" i="1" smtClean="0">
                              <a:latin typeface="Cambria Math" panose="02040503050406030204" pitchFamily="18" charset="0"/>
                              <a:ea typeface="Cambria Math" panose="02040503050406030204" pitchFamily="18" charset="0"/>
                            </a:rPr>
                            <m:t>𝑈</m:t>
                          </m:r>
                        </m:den>
                      </m:f>
                      <m:r>
                        <a:rPr lang="it-IT" sz="2400" b="0" i="1" smtClean="0">
                          <a:latin typeface="Cambria Math" panose="02040503050406030204" pitchFamily="18" charset="0"/>
                          <a:ea typeface="Cambria Math" panose="02040503050406030204" pitchFamily="18" charset="0"/>
                        </a:rPr>
                        <m:t>=1</m:t>
                      </m:r>
                    </m:oMath>
                  </m:oMathPara>
                </a14:m>
                <a:endParaRPr lang="it-IT" sz="2400"/>
              </a:p>
            </p:txBody>
          </p:sp>
        </mc:Choice>
        <mc:Fallback xmlns="">
          <p:sp>
            <p:nvSpPr>
              <p:cNvPr id="4" name="Segnaposto contenuto 2">
                <a:extLst>
                  <a:ext uri="{FF2B5EF4-FFF2-40B4-BE49-F238E27FC236}">
                    <a16:creationId xmlns:a16="http://schemas.microsoft.com/office/drawing/2014/main" id="{F700B4ED-D2AA-F167-B1A4-2084B8368E5B}"/>
                  </a:ext>
                </a:extLst>
              </p:cNvPr>
              <p:cNvSpPr txBox="1">
                <a:spLocks noRot="1" noChangeAspect="1" noMove="1" noResize="1" noEditPoints="1" noAdjustHandles="1" noChangeArrowheads="1" noChangeShapeType="1" noTextEdit="1"/>
              </p:cNvSpPr>
              <p:nvPr/>
            </p:nvSpPr>
            <p:spPr>
              <a:xfrm>
                <a:off x="838200" y="1758810"/>
                <a:ext cx="5257800" cy="4486275"/>
              </a:xfrm>
              <a:prstGeom prst="rect">
                <a:avLst/>
              </a:prstGeom>
              <a:blipFill>
                <a:blip r:embed="rId3"/>
                <a:stretch>
                  <a:fillRect l="-2436" t="-2449"/>
                </a:stretch>
              </a:blipFill>
            </p:spPr>
            <p:txBody>
              <a:bodyPr/>
              <a:lstStyle/>
              <a:p>
                <a:r>
                  <a:rPr lang="en-US">
                    <a:noFill/>
                  </a:rPr>
                  <a:t> </a:t>
                </a:r>
              </a:p>
            </p:txBody>
          </p:sp>
        </mc:Fallback>
      </mc:AlternateContent>
      <p:sp>
        <p:nvSpPr>
          <p:cNvPr id="10" name="CasellaDiTesto 9">
            <a:extLst>
              <a:ext uri="{FF2B5EF4-FFF2-40B4-BE49-F238E27FC236}">
                <a16:creationId xmlns:a16="http://schemas.microsoft.com/office/drawing/2014/main" id="{D98EA128-6ABF-EF9C-86FD-C8B3097B3E8B}"/>
              </a:ext>
            </a:extLst>
          </p:cNvPr>
          <p:cNvSpPr txBox="1"/>
          <p:nvPr/>
        </p:nvSpPr>
        <p:spPr>
          <a:xfrm>
            <a:off x="10399986" y="2535799"/>
            <a:ext cx="1335368" cy="646331"/>
          </a:xfrm>
          <a:prstGeom prst="rect">
            <a:avLst/>
          </a:prstGeom>
          <a:noFill/>
        </p:spPr>
        <p:txBody>
          <a:bodyPr wrap="square">
            <a:spAutoFit/>
          </a:bodyPr>
          <a:lstStyle/>
          <a:p>
            <a:r>
              <a:rPr lang="it-IT" err="1">
                <a:latin typeface="Source Sans Pro" panose="020B0503030403020204" pitchFamily="34" charset="0"/>
                <a:ea typeface="Source Sans Pro" panose="020B0503030403020204" pitchFamily="34" charset="0"/>
              </a:rPr>
              <a:t>Wave</a:t>
            </a:r>
            <a:r>
              <a:rPr lang="it-IT">
                <a:latin typeface="Source Sans Pro" panose="020B0503030403020204" pitchFamily="34" charset="0"/>
                <a:ea typeface="Source Sans Pro" panose="020B0503030403020204" pitchFamily="34" charset="0"/>
              </a:rPr>
              <a:t> breaking</a:t>
            </a:r>
          </a:p>
        </p:txBody>
      </p:sp>
      <p:cxnSp>
        <p:nvCxnSpPr>
          <p:cNvPr id="12" name="Connettore diritto a freccia 11">
            <a:extLst>
              <a:ext uri="{FF2B5EF4-FFF2-40B4-BE49-F238E27FC236}">
                <a16:creationId xmlns:a16="http://schemas.microsoft.com/office/drawing/2014/main" id="{4F2712E7-1437-F1BE-6E6E-8537D9F6F0C5}"/>
              </a:ext>
            </a:extLst>
          </p:cNvPr>
          <p:cNvCxnSpPr/>
          <p:nvPr/>
        </p:nvCxnSpPr>
        <p:spPr>
          <a:xfrm flipH="1">
            <a:off x="8821271" y="2969045"/>
            <a:ext cx="1479176" cy="152227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82972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EE562-DCDB-5634-E807-790C972F7906}"/>
            </a:ext>
          </a:extLst>
        </p:cNvPr>
        <p:cNvGrpSpPr/>
        <p:nvPr/>
      </p:nvGrpSpPr>
      <p:grpSpPr>
        <a:xfrm>
          <a:off x="0" y="0"/>
          <a:ext cx="0" cy="0"/>
          <a:chOff x="0" y="0"/>
          <a:chExt cx="0" cy="0"/>
        </a:xfrm>
      </p:grpSpPr>
      <p:pic>
        <p:nvPicPr>
          <p:cNvPr id="14" name="Immagine 13">
            <a:extLst>
              <a:ext uri="{FF2B5EF4-FFF2-40B4-BE49-F238E27FC236}">
                <a16:creationId xmlns:a16="http://schemas.microsoft.com/office/drawing/2014/main" id="{6D19A04F-E4AC-382B-9F17-C324383426F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005903" y="1980983"/>
            <a:ext cx="2909904" cy="2909904"/>
          </a:xfrm>
          <a:prstGeom prst="rect">
            <a:avLst/>
          </a:prstGeom>
        </p:spPr>
      </p:pic>
      <p:sp>
        <p:nvSpPr>
          <p:cNvPr id="7" name="Title 1">
            <a:extLst>
              <a:ext uri="{FF2B5EF4-FFF2-40B4-BE49-F238E27FC236}">
                <a16:creationId xmlns:a16="http://schemas.microsoft.com/office/drawing/2014/main" id="{C9081ED8-77A9-41CB-4DEC-8DF518EF4BF0}"/>
              </a:ext>
            </a:extLst>
          </p:cNvPr>
          <p:cNvSpPr>
            <a:spLocks noGrp="1"/>
          </p:cNvSpPr>
          <p:nvPr>
            <p:ph type="title"/>
          </p:nvPr>
        </p:nvSpPr>
        <p:spPr>
          <a:xfrm>
            <a:off x="838200" y="365125"/>
            <a:ext cx="10515600" cy="1325563"/>
          </a:xfrm>
        </p:spPr>
        <p:txBody>
          <a:bodyPr/>
          <a:lstStyle/>
          <a:p>
            <a:r>
              <a:rPr lang="en-US">
                <a:ea typeface="Calibri Light"/>
                <a:cs typeface="Calibri Light"/>
              </a:rPr>
              <a:t>Part 1.2 – non-linear effects</a:t>
            </a:r>
            <a:endParaRPr lang="en-US"/>
          </a:p>
        </p:txBody>
      </p:sp>
      <p:sp>
        <p:nvSpPr>
          <p:cNvPr id="9" name="Segnaposto numero diapositiva 8">
            <a:extLst>
              <a:ext uri="{FF2B5EF4-FFF2-40B4-BE49-F238E27FC236}">
                <a16:creationId xmlns:a16="http://schemas.microsoft.com/office/drawing/2014/main" id="{141397EB-56AA-874A-E6F4-EA6214B76BE1}"/>
              </a:ext>
            </a:extLst>
          </p:cNvPr>
          <p:cNvSpPr>
            <a:spLocks noGrp="1"/>
          </p:cNvSpPr>
          <p:nvPr>
            <p:ph type="sldNum" sz="quarter" idx="12"/>
          </p:nvPr>
        </p:nvSpPr>
        <p:spPr/>
        <p:txBody>
          <a:bodyPr/>
          <a:lstStyle/>
          <a:p>
            <a:fld id="{48F63A3B-78C7-47BE-AE5E-E10140E04643}" type="slidenum">
              <a:rPr lang="en-US" smtClean="0"/>
              <a:t>57</a:t>
            </a:fld>
            <a:endParaRPr lang="en-US"/>
          </a:p>
        </p:txBody>
      </p:sp>
      <p:sp>
        <p:nvSpPr>
          <p:cNvPr id="10" name="CasellaDiTesto 9">
            <a:extLst>
              <a:ext uri="{FF2B5EF4-FFF2-40B4-BE49-F238E27FC236}">
                <a16:creationId xmlns:a16="http://schemas.microsoft.com/office/drawing/2014/main" id="{F21963CB-B483-22AA-D033-F94EA82C092A}"/>
              </a:ext>
            </a:extLst>
          </p:cNvPr>
          <p:cNvSpPr txBox="1"/>
          <p:nvPr/>
        </p:nvSpPr>
        <p:spPr>
          <a:xfrm>
            <a:off x="0" y="4996515"/>
            <a:ext cx="1335368" cy="369332"/>
          </a:xfrm>
          <a:prstGeom prst="rect">
            <a:avLst/>
          </a:prstGeom>
          <a:noFill/>
        </p:spPr>
        <p:txBody>
          <a:bodyPr wrap="square">
            <a:spAutoFit/>
          </a:bodyPr>
          <a:lstStyle/>
          <a:p>
            <a:r>
              <a:rPr lang="it-IT">
                <a:latin typeface="Source Sans Pro" panose="020B0503030403020204" pitchFamily="34" charset="0"/>
                <a:ea typeface="Source Sans Pro" panose="020B0503030403020204" pitchFamily="34" charset="0"/>
              </a:rPr>
              <a:t>Ut/a</a:t>
            </a:r>
          </a:p>
        </p:txBody>
      </p:sp>
      <p:pic>
        <p:nvPicPr>
          <p:cNvPr id="2" name="Immagine 1">
            <a:extLst>
              <a:ext uri="{FF2B5EF4-FFF2-40B4-BE49-F238E27FC236}">
                <a16:creationId xmlns:a16="http://schemas.microsoft.com/office/drawing/2014/main" id="{47BD5664-ADD3-C987-DA66-3210C414EEC4}"/>
              </a:ext>
            </a:extLst>
          </p:cNvPr>
          <p:cNvPicPr>
            <a:picLocks noChangeAspect="1"/>
          </p:cNvPicPr>
          <p:nvPr/>
        </p:nvPicPr>
        <p:blipFill>
          <a:blip r:embed="rId4"/>
          <a:stretch>
            <a:fillRect/>
          </a:stretch>
        </p:blipFill>
        <p:spPr>
          <a:xfrm>
            <a:off x="276194" y="1980983"/>
            <a:ext cx="2909903" cy="2909903"/>
          </a:xfrm>
          <a:prstGeom prst="rect">
            <a:avLst/>
          </a:prstGeom>
        </p:spPr>
      </p:pic>
      <p:pic>
        <p:nvPicPr>
          <p:cNvPr id="3" name="Immagine 2">
            <a:extLst>
              <a:ext uri="{FF2B5EF4-FFF2-40B4-BE49-F238E27FC236}">
                <a16:creationId xmlns:a16="http://schemas.microsoft.com/office/drawing/2014/main" id="{B68DB3AE-78B9-7134-F990-83A4CA1FB40E}"/>
              </a:ext>
            </a:extLst>
          </p:cNvPr>
          <p:cNvPicPr>
            <a:picLocks noChangeAspect="1"/>
          </p:cNvPicPr>
          <p:nvPr/>
        </p:nvPicPr>
        <p:blipFill>
          <a:blip r:embed="rId5"/>
          <a:stretch>
            <a:fillRect/>
          </a:stretch>
        </p:blipFill>
        <p:spPr>
          <a:xfrm>
            <a:off x="3186097" y="1980983"/>
            <a:ext cx="2909903" cy="2909903"/>
          </a:xfrm>
          <a:prstGeom prst="rect">
            <a:avLst/>
          </a:prstGeom>
        </p:spPr>
      </p:pic>
      <p:pic>
        <p:nvPicPr>
          <p:cNvPr id="5" name="Immagine 4">
            <a:extLst>
              <a:ext uri="{FF2B5EF4-FFF2-40B4-BE49-F238E27FC236}">
                <a16:creationId xmlns:a16="http://schemas.microsoft.com/office/drawing/2014/main" id="{2ED01664-45B5-3F6E-6C86-953A4D899093}"/>
              </a:ext>
            </a:extLst>
          </p:cNvPr>
          <p:cNvPicPr>
            <a:picLocks noChangeAspect="1"/>
          </p:cNvPicPr>
          <p:nvPr/>
        </p:nvPicPr>
        <p:blipFill>
          <a:blip r:embed="rId6"/>
          <a:stretch>
            <a:fillRect/>
          </a:stretch>
        </p:blipFill>
        <p:spPr>
          <a:xfrm>
            <a:off x="6096000" y="1980983"/>
            <a:ext cx="2909903" cy="2909903"/>
          </a:xfrm>
          <a:prstGeom prst="rect">
            <a:avLst/>
          </a:prstGeom>
        </p:spPr>
      </p:pic>
      <p:sp>
        <p:nvSpPr>
          <p:cNvPr id="6" name="CasellaDiTesto 5">
            <a:extLst>
              <a:ext uri="{FF2B5EF4-FFF2-40B4-BE49-F238E27FC236}">
                <a16:creationId xmlns:a16="http://schemas.microsoft.com/office/drawing/2014/main" id="{63BD27F3-1D3C-940E-D18F-687F97686C4D}"/>
              </a:ext>
            </a:extLst>
          </p:cNvPr>
          <p:cNvSpPr txBox="1"/>
          <p:nvPr/>
        </p:nvSpPr>
        <p:spPr>
          <a:xfrm>
            <a:off x="1603489" y="5002086"/>
            <a:ext cx="717765" cy="369332"/>
          </a:xfrm>
          <a:prstGeom prst="rect">
            <a:avLst/>
          </a:prstGeom>
          <a:noFill/>
        </p:spPr>
        <p:txBody>
          <a:bodyPr wrap="square">
            <a:spAutoFit/>
          </a:bodyPr>
          <a:lstStyle/>
          <a:p>
            <a:r>
              <a:rPr lang="it-IT">
                <a:latin typeface="Source Sans Pro" panose="020B0503030403020204" pitchFamily="34" charset="0"/>
                <a:ea typeface="Source Sans Pro" panose="020B0503030403020204" pitchFamily="34" charset="0"/>
              </a:rPr>
              <a:t>10.8</a:t>
            </a:r>
          </a:p>
        </p:txBody>
      </p:sp>
      <p:sp>
        <p:nvSpPr>
          <p:cNvPr id="8" name="CasellaDiTesto 7">
            <a:extLst>
              <a:ext uri="{FF2B5EF4-FFF2-40B4-BE49-F238E27FC236}">
                <a16:creationId xmlns:a16="http://schemas.microsoft.com/office/drawing/2014/main" id="{C35E98C9-2F04-80CB-7D4B-DA63421CB95C}"/>
              </a:ext>
            </a:extLst>
          </p:cNvPr>
          <p:cNvSpPr txBox="1"/>
          <p:nvPr/>
        </p:nvSpPr>
        <p:spPr>
          <a:xfrm>
            <a:off x="4641048" y="5012596"/>
            <a:ext cx="717765" cy="369332"/>
          </a:xfrm>
          <a:prstGeom prst="rect">
            <a:avLst/>
          </a:prstGeom>
          <a:noFill/>
        </p:spPr>
        <p:txBody>
          <a:bodyPr wrap="square">
            <a:spAutoFit/>
          </a:bodyPr>
          <a:lstStyle/>
          <a:p>
            <a:r>
              <a:rPr lang="it-IT">
                <a:latin typeface="Source Sans Pro" panose="020B0503030403020204" pitchFamily="34" charset="0"/>
                <a:ea typeface="Source Sans Pro" panose="020B0503030403020204" pitchFamily="34" charset="0"/>
              </a:rPr>
              <a:t>18</a:t>
            </a:r>
          </a:p>
        </p:txBody>
      </p:sp>
      <p:sp>
        <p:nvSpPr>
          <p:cNvPr id="11" name="CasellaDiTesto 10">
            <a:extLst>
              <a:ext uri="{FF2B5EF4-FFF2-40B4-BE49-F238E27FC236}">
                <a16:creationId xmlns:a16="http://schemas.microsoft.com/office/drawing/2014/main" id="{469842E1-4506-5E4F-302A-AC01D65E6426}"/>
              </a:ext>
            </a:extLst>
          </p:cNvPr>
          <p:cNvSpPr txBox="1"/>
          <p:nvPr/>
        </p:nvSpPr>
        <p:spPr>
          <a:xfrm>
            <a:off x="7550951" y="4996515"/>
            <a:ext cx="717765" cy="369332"/>
          </a:xfrm>
          <a:prstGeom prst="rect">
            <a:avLst/>
          </a:prstGeom>
          <a:noFill/>
        </p:spPr>
        <p:txBody>
          <a:bodyPr wrap="square">
            <a:spAutoFit/>
          </a:bodyPr>
          <a:lstStyle/>
          <a:p>
            <a:r>
              <a:rPr lang="it-IT">
                <a:latin typeface="Source Sans Pro" panose="020B0503030403020204" pitchFamily="34" charset="0"/>
                <a:ea typeface="Source Sans Pro" panose="020B0503030403020204" pitchFamily="34" charset="0"/>
              </a:rPr>
              <a:t>25.2</a:t>
            </a:r>
          </a:p>
        </p:txBody>
      </p:sp>
      <p:sp>
        <p:nvSpPr>
          <p:cNvPr id="13" name="CasellaDiTesto 12">
            <a:extLst>
              <a:ext uri="{FF2B5EF4-FFF2-40B4-BE49-F238E27FC236}">
                <a16:creationId xmlns:a16="http://schemas.microsoft.com/office/drawing/2014/main" id="{01C5B8C4-644E-D745-4439-FF6EA021E08C}"/>
              </a:ext>
            </a:extLst>
          </p:cNvPr>
          <p:cNvSpPr txBox="1"/>
          <p:nvPr/>
        </p:nvSpPr>
        <p:spPr>
          <a:xfrm>
            <a:off x="10435377" y="4890886"/>
            <a:ext cx="717765" cy="369332"/>
          </a:xfrm>
          <a:prstGeom prst="rect">
            <a:avLst/>
          </a:prstGeom>
          <a:noFill/>
        </p:spPr>
        <p:txBody>
          <a:bodyPr wrap="square">
            <a:spAutoFit/>
          </a:bodyPr>
          <a:lstStyle/>
          <a:p>
            <a:r>
              <a:rPr lang="it-IT">
                <a:latin typeface="Source Sans Pro" panose="020B0503030403020204" pitchFamily="34" charset="0"/>
                <a:ea typeface="Source Sans Pro" panose="020B0503030403020204" pitchFamily="34" charset="0"/>
              </a:rPr>
              <a:t>32.4</a:t>
            </a:r>
          </a:p>
        </p:txBody>
      </p:sp>
    </p:spTree>
    <p:extLst>
      <p:ext uri="{BB962C8B-B14F-4D97-AF65-F5344CB8AC3E}">
        <p14:creationId xmlns:p14="http://schemas.microsoft.com/office/powerpoint/2010/main" val="11745581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1700A-3A54-0778-8AA7-9D934F657D74}"/>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728DD93-27F1-9577-E256-9C4FA36EF221}"/>
              </a:ext>
            </a:extLst>
          </p:cNvPr>
          <p:cNvSpPr>
            <a:spLocks noGrp="1"/>
          </p:cNvSpPr>
          <p:nvPr>
            <p:ph idx="1"/>
          </p:nvPr>
        </p:nvSpPr>
        <p:spPr>
          <a:xfrm>
            <a:off x="838200" y="1690688"/>
            <a:ext cx="10274300" cy="4486275"/>
          </a:xfrm>
        </p:spPr>
        <p:txBody>
          <a:bodyPr>
            <a:normAutofit/>
          </a:bodyPr>
          <a:lstStyle/>
          <a:p>
            <a:pPr marL="0" indent="0">
              <a:buNone/>
            </a:pPr>
            <a:r>
              <a:rPr lang="it-IT" sz="2400"/>
              <a:t>h=1000m, U=10 m/</a:t>
            </a:r>
            <a:r>
              <a:rPr lang="it-IT" sz="2400" err="1"/>
              <a:t>s</a:t>
            </a:r>
            <a:endParaRPr lang="it-IT" sz="2400"/>
          </a:p>
        </p:txBody>
      </p:sp>
      <p:sp>
        <p:nvSpPr>
          <p:cNvPr id="7" name="Title 1">
            <a:extLst>
              <a:ext uri="{FF2B5EF4-FFF2-40B4-BE49-F238E27FC236}">
                <a16:creationId xmlns:a16="http://schemas.microsoft.com/office/drawing/2014/main" id="{1D38794B-A607-88C8-6212-665872CC2342}"/>
              </a:ext>
            </a:extLst>
          </p:cNvPr>
          <p:cNvSpPr>
            <a:spLocks noGrp="1"/>
          </p:cNvSpPr>
          <p:nvPr>
            <p:ph type="title"/>
          </p:nvPr>
        </p:nvSpPr>
        <p:spPr>
          <a:xfrm>
            <a:off x="838200" y="365125"/>
            <a:ext cx="10515600" cy="1325563"/>
          </a:xfrm>
        </p:spPr>
        <p:txBody>
          <a:bodyPr/>
          <a:lstStyle/>
          <a:p>
            <a:r>
              <a:rPr lang="en-US">
                <a:ea typeface="Calibri Light"/>
                <a:cs typeface="Calibri Light"/>
              </a:rPr>
              <a:t>Part 1.2 – non-linear effects</a:t>
            </a:r>
            <a:endParaRPr lang="en-US"/>
          </a:p>
        </p:txBody>
      </p:sp>
      <p:sp>
        <p:nvSpPr>
          <p:cNvPr id="9" name="Segnaposto numero diapositiva 8">
            <a:extLst>
              <a:ext uri="{FF2B5EF4-FFF2-40B4-BE49-F238E27FC236}">
                <a16:creationId xmlns:a16="http://schemas.microsoft.com/office/drawing/2014/main" id="{862C9E27-3109-A1F4-BCB9-5C8FECD1347B}"/>
              </a:ext>
            </a:extLst>
          </p:cNvPr>
          <p:cNvSpPr>
            <a:spLocks noGrp="1"/>
          </p:cNvSpPr>
          <p:nvPr>
            <p:ph type="sldNum" sz="quarter" idx="12"/>
          </p:nvPr>
        </p:nvSpPr>
        <p:spPr/>
        <p:txBody>
          <a:bodyPr/>
          <a:lstStyle/>
          <a:p>
            <a:fld id="{48F63A3B-78C7-47BE-AE5E-E10140E04643}" type="slidenum">
              <a:rPr lang="en-US" smtClean="0"/>
              <a:t>58</a:t>
            </a:fld>
            <a:endParaRPr lang="en-US"/>
          </a:p>
        </p:txBody>
      </p:sp>
      <p:pic>
        <p:nvPicPr>
          <p:cNvPr id="2" name="Immagine 1">
            <a:extLst>
              <a:ext uri="{FF2B5EF4-FFF2-40B4-BE49-F238E27FC236}">
                <a16:creationId xmlns:a16="http://schemas.microsoft.com/office/drawing/2014/main" id="{F04E6F21-7315-E44C-D036-F0B457EA006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40841" y="2250048"/>
            <a:ext cx="7917942" cy="3926914"/>
          </a:xfrm>
          <a:prstGeom prst="rect">
            <a:avLst/>
          </a:prstGeom>
        </p:spPr>
      </p:pic>
    </p:spTree>
    <p:extLst>
      <p:ext uri="{BB962C8B-B14F-4D97-AF65-F5344CB8AC3E}">
        <p14:creationId xmlns:p14="http://schemas.microsoft.com/office/powerpoint/2010/main" val="4256249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077F-ABF8-8E40-071D-67B85A47E0B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ED4491-85E0-CAC4-80A6-E48767E65C32}"/>
              </a:ext>
            </a:extLst>
          </p:cNvPr>
          <p:cNvSpPr txBox="1"/>
          <p:nvPr/>
        </p:nvSpPr>
        <p:spPr>
          <a:xfrm>
            <a:off x="840953" y="1694988"/>
            <a:ext cx="6743187" cy="2932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2400">
                <a:ea typeface="Calibri"/>
                <a:cs typeface="Calibri"/>
              </a:rPr>
              <a:t>Objective: investigate the development of topographic blocking and downslope windstorms.</a:t>
            </a:r>
          </a:p>
          <a:p>
            <a:pPr>
              <a:lnSpc>
                <a:spcPct val="90000"/>
              </a:lnSpc>
              <a:spcBef>
                <a:spcPts val="1000"/>
              </a:spcBef>
            </a:pPr>
            <a:endParaRPr lang="en-US" sz="2400">
              <a:ea typeface="Calibri"/>
              <a:cs typeface="Calibri"/>
            </a:endParaRPr>
          </a:p>
          <a:p>
            <a:pPr>
              <a:lnSpc>
                <a:spcPct val="90000"/>
              </a:lnSpc>
              <a:spcBef>
                <a:spcPts val="1000"/>
              </a:spcBef>
            </a:pPr>
            <a:r>
              <a:rPr lang="en-US" sz="2400">
                <a:ea typeface="Calibri"/>
                <a:cs typeface="Calibri"/>
              </a:rPr>
              <a:t>Which of the following two soundings produce the strongest downslope windstorm?</a:t>
            </a:r>
          </a:p>
          <a:p>
            <a:pPr marL="457200" indent="-457200">
              <a:lnSpc>
                <a:spcPct val="90000"/>
              </a:lnSpc>
              <a:spcBef>
                <a:spcPts val="1000"/>
              </a:spcBef>
              <a:buFont typeface="+mj-lt"/>
              <a:buAutoNum type="alphaLcParenR"/>
            </a:pPr>
            <a:r>
              <a:rPr lang="en-US" sz="2400">
                <a:ea typeface="Calibri"/>
                <a:cs typeface="Calibri"/>
              </a:rPr>
              <a:t>Inversion below mountain top (blue line);</a:t>
            </a:r>
          </a:p>
          <a:p>
            <a:pPr marL="457200" indent="-457200">
              <a:lnSpc>
                <a:spcPct val="90000"/>
              </a:lnSpc>
              <a:spcBef>
                <a:spcPts val="1000"/>
              </a:spcBef>
              <a:buFont typeface="+mj-lt"/>
              <a:buAutoNum type="alphaLcParenR"/>
            </a:pPr>
            <a:r>
              <a:rPr lang="en-US" sz="2400">
                <a:ea typeface="Calibri"/>
                <a:cs typeface="Calibri"/>
              </a:rPr>
              <a:t>Inversion at mountain top (orange line).</a:t>
            </a:r>
            <a:endParaRPr lang="en-US" sz="2400" i="1">
              <a:ea typeface="Calibri"/>
              <a:cs typeface="Calibri"/>
            </a:endParaRPr>
          </a:p>
        </p:txBody>
      </p:sp>
      <p:sp>
        <p:nvSpPr>
          <p:cNvPr id="7" name="Slide Number Placeholder 6">
            <a:extLst>
              <a:ext uri="{FF2B5EF4-FFF2-40B4-BE49-F238E27FC236}">
                <a16:creationId xmlns:a16="http://schemas.microsoft.com/office/drawing/2014/main" id="{DD5DD7ED-0269-85AF-0557-A7EA0F6A03F6}"/>
              </a:ext>
            </a:extLst>
          </p:cNvPr>
          <p:cNvSpPr>
            <a:spLocks noGrp="1"/>
          </p:cNvSpPr>
          <p:nvPr>
            <p:ph type="sldNum" sz="quarter" idx="12"/>
          </p:nvPr>
        </p:nvSpPr>
        <p:spPr/>
        <p:txBody>
          <a:bodyPr/>
          <a:lstStyle/>
          <a:p>
            <a:fld id="{48F63A3B-78C7-47BE-AE5E-E10140E04643}" type="slidenum">
              <a:rPr lang="en-US" dirty="0"/>
              <a:t>59</a:t>
            </a:fld>
            <a:endParaRPr lang="en-US"/>
          </a:p>
        </p:txBody>
      </p:sp>
      <p:sp>
        <p:nvSpPr>
          <p:cNvPr id="4" name="Title 1">
            <a:extLst>
              <a:ext uri="{FF2B5EF4-FFF2-40B4-BE49-F238E27FC236}">
                <a16:creationId xmlns:a16="http://schemas.microsoft.com/office/drawing/2014/main" id="{E8592551-C960-552D-451D-09E16528660A}"/>
              </a:ext>
            </a:extLst>
          </p:cNvPr>
          <p:cNvSpPr>
            <a:spLocks noGrp="1"/>
          </p:cNvSpPr>
          <p:nvPr>
            <p:ph type="title"/>
          </p:nvPr>
        </p:nvSpPr>
        <p:spPr>
          <a:xfrm>
            <a:off x="838200" y="365125"/>
            <a:ext cx="10515600" cy="1325563"/>
          </a:xfrm>
        </p:spPr>
        <p:txBody>
          <a:bodyPr/>
          <a:lstStyle/>
          <a:p>
            <a:r>
              <a:rPr lang="en-US">
                <a:ea typeface="Calibri Light"/>
                <a:cs typeface="Calibri Light"/>
              </a:rPr>
              <a:t>Part 2 –  3-layer atmosphere</a:t>
            </a:r>
            <a:endParaRPr lang="en-US"/>
          </a:p>
        </p:txBody>
      </p:sp>
      <p:pic>
        <p:nvPicPr>
          <p:cNvPr id="9" name="Immagine 8">
            <a:extLst>
              <a:ext uri="{FF2B5EF4-FFF2-40B4-BE49-F238E27FC236}">
                <a16:creationId xmlns:a16="http://schemas.microsoft.com/office/drawing/2014/main" id="{D0A625ED-A0A9-354C-47B6-D7B2ACA393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22186" y="1482167"/>
            <a:ext cx="3025421" cy="4143909"/>
          </a:xfrm>
          <a:prstGeom prst="rect">
            <a:avLst/>
          </a:prstGeom>
        </p:spPr>
      </p:pic>
    </p:spTree>
    <p:extLst>
      <p:ext uri="{BB962C8B-B14F-4D97-AF65-F5344CB8AC3E}">
        <p14:creationId xmlns:p14="http://schemas.microsoft.com/office/powerpoint/2010/main" val="34564840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F94CE-939C-9DD7-8D33-97393D084E7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F689B70-8069-F52D-CE6C-0DA10E4BA975}"/>
                  </a:ext>
                </a:extLst>
              </p:cNvPr>
              <p:cNvSpPr txBox="1"/>
              <p:nvPr/>
            </p:nvSpPr>
            <p:spPr>
              <a:xfrm>
                <a:off x="840953" y="1694988"/>
                <a:ext cx="6743187" cy="4514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a:cs typeface="Calibri"/>
                  </a:rPr>
                  <a:t>First, build the </a:t>
                </a:r>
                <a:r>
                  <a:rPr lang="it-IT" sz="2000" err="1">
                    <a:cs typeface="Calibri"/>
                  </a:rPr>
                  <a:t>cases</a:t>
                </a:r>
                <a:r>
                  <a:rPr lang="it-IT" sz="2000">
                    <a:cs typeface="Calibri"/>
                  </a:rPr>
                  <a:t>:</a:t>
                </a:r>
              </a:p>
              <a:p>
                <a:pPr/>
                <a14:m>
                  <m:oMathPara xmlns:m="http://schemas.openxmlformats.org/officeDocument/2006/math">
                    <m:oMathParaPr>
                      <m:jc m:val="centerGroup"/>
                    </m:oMathParaPr>
                    <m:oMath xmlns:m="http://schemas.openxmlformats.org/officeDocument/2006/math">
                      <m:r>
                        <a:rPr lang="it-IT" sz="2000" i="1" smtClean="0">
                          <a:latin typeface="Cambria Math" panose="02040503050406030204" pitchFamily="18" charset="0"/>
                        </a:rPr>
                        <m:t>h</m:t>
                      </m:r>
                      <m:r>
                        <a:rPr lang="it-IT" sz="2000" i="1" smtClean="0">
                          <a:latin typeface="Cambria Math" panose="02040503050406030204" pitchFamily="18" charset="0"/>
                        </a:rPr>
                        <m:t>=1000 </m:t>
                      </m:r>
                      <m:r>
                        <a:rPr lang="it-IT" sz="2000" i="1" smtClean="0">
                          <a:latin typeface="Cambria Math" panose="02040503050406030204" pitchFamily="18" charset="0"/>
                        </a:rPr>
                        <m:t>𝑚</m:t>
                      </m:r>
                    </m:oMath>
                  </m:oMathPara>
                </a14:m>
                <a:endParaRPr lang="it-IT" sz="2000"/>
              </a:p>
              <a:p>
                <a:pPr/>
                <a14:m>
                  <m:oMathPara xmlns:m="http://schemas.openxmlformats.org/officeDocument/2006/math">
                    <m:oMathParaPr>
                      <m:jc m:val="centerGroup"/>
                    </m:oMathParaPr>
                    <m:oMath xmlns:m="http://schemas.openxmlformats.org/officeDocument/2006/math">
                      <m:r>
                        <a:rPr lang="it-IT" sz="2000" i="1">
                          <a:latin typeface="Cambria Math" panose="02040503050406030204" pitchFamily="18" charset="0"/>
                        </a:rPr>
                        <m:t>𝑈</m:t>
                      </m:r>
                      <m:r>
                        <a:rPr lang="it-IT" sz="2000" i="1">
                          <a:latin typeface="Cambria Math" panose="02040503050406030204" pitchFamily="18" charset="0"/>
                        </a:rPr>
                        <m:t>=10 </m:t>
                      </m:r>
                      <m:r>
                        <a:rPr lang="it-IT" sz="2000" i="1">
                          <a:latin typeface="Cambria Math" panose="02040503050406030204" pitchFamily="18" charset="0"/>
                        </a:rPr>
                        <m:t>𝑚</m:t>
                      </m:r>
                      <m:r>
                        <a:rPr lang="it-IT" sz="2000" i="1">
                          <a:latin typeface="Cambria Math" panose="02040503050406030204" pitchFamily="18" charset="0"/>
                        </a:rPr>
                        <m:t>/</m:t>
                      </m:r>
                      <m:r>
                        <a:rPr lang="it-IT" sz="2000" i="1">
                          <a:latin typeface="Cambria Math" panose="02040503050406030204" pitchFamily="18" charset="0"/>
                        </a:rPr>
                        <m:t>𝑠</m:t>
                      </m:r>
                    </m:oMath>
                  </m:oMathPara>
                </a14:m>
                <a:endParaRPr lang="it-IT" sz="2000"/>
              </a:p>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𝑁</m:t>
                          </m:r>
                        </m:e>
                        <m:sub>
                          <m:r>
                            <a:rPr lang="it-IT" sz="2000" b="0" i="1" smtClean="0">
                              <a:latin typeface="Cambria Math" panose="02040503050406030204" pitchFamily="18" charset="0"/>
                            </a:rPr>
                            <m:t>𝐿</m:t>
                          </m:r>
                        </m:sub>
                      </m:sSub>
                      <m:r>
                        <a:rPr lang="it-IT" sz="2000" i="1">
                          <a:latin typeface="Cambria Math" panose="02040503050406030204" pitchFamily="18" charset="0"/>
                        </a:rPr>
                        <m:t>=0.0</m:t>
                      </m:r>
                      <m:r>
                        <a:rPr lang="it-IT" sz="2000" b="0" i="1" smtClean="0">
                          <a:latin typeface="Cambria Math" panose="02040503050406030204" pitchFamily="18" charset="0"/>
                        </a:rPr>
                        <m:t>02</m:t>
                      </m:r>
                      <m:r>
                        <a:rPr lang="it-IT" sz="2000" i="1">
                          <a:latin typeface="Cambria Math" panose="02040503050406030204" pitchFamily="18" charset="0"/>
                        </a:rPr>
                        <m:t> 1/</m:t>
                      </m:r>
                      <m:r>
                        <a:rPr lang="it-IT" sz="2000" i="1">
                          <a:latin typeface="Cambria Math" panose="02040503050406030204" pitchFamily="18" charset="0"/>
                        </a:rPr>
                        <m:t>𝑠</m:t>
                      </m:r>
                    </m:oMath>
                  </m:oMathPara>
                </a14:m>
                <a:endParaRPr lang="en-US" sz="2000">
                  <a:ea typeface="Calibri"/>
                  <a:cs typeface="Calibri"/>
                </a:endParaRPr>
              </a:p>
              <a:p>
                <a:pPr>
                  <a:lnSpc>
                    <a:spcPct val="90000"/>
                  </a:lnSpc>
                  <a:spcBef>
                    <a:spcPts val="1000"/>
                  </a:spcBef>
                </a:pPr>
                <a14:m>
                  <m:oMathPara xmlns:m="http://schemas.openxmlformats.org/officeDocument/2006/math">
                    <m:oMathParaPr>
                      <m:jc m:val="centerGroup"/>
                    </m:oMathParaPr>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𝑁</m:t>
                          </m:r>
                        </m:e>
                        <m:sub>
                          <m:r>
                            <a:rPr lang="it-IT" sz="2000" b="0" i="1" smtClean="0">
                              <a:latin typeface="Cambria Math" panose="02040503050406030204" pitchFamily="18" charset="0"/>
                            </a:rPr>
                            <m:t>𝑈</m:t>
                          </m:r>
                        </m:sub>
                      </m:sSub>
                      <m:r>
                        <a:rPr lang="it-IT" sz="2000" i="1">
                          <a:latin typeface="Cambria Math" panose="02040503050406030204" pitchFamily="18" charset="0"/>
                        </a:rPr>
                        <m:t>=0.01 1/</m:t>
                      </m:r>
                      <m:r>
                        <a:rPr lang="it-IT" sz="2000" i="1">
                          <a:latin typeface="Cambria Math" panose="02040503050406030204" pitchFamily="18" charset="0"/>
                        </a:rPr>
                        <m:t>𝑠</m:t>
                      </m:r>
                    </m:oMath>
                  </m:oMathPara>
                </a14:m>
                <a:endParaRPr lang="en-US" sz="2000">
                  <a:ea typeface="Calibri"/>
                  <a:cs typeface="Calibri"/>
                </a:endParaRPr>
              </a:p>
              <a:p>
                <a:pPr>
                  <a:lnSpc>
                    <a:spcPct val="90000"/>
                  </a:lnSpc>
                  <a:spcBef>
                    <a:spcPts val="1000"/>
                  </a:spcBef>
                </a:pPr>
                <a14:m>
                  <m:oMathPara xmlns:m="http://schemas.openxmlformats.org/officeDocument/2006/math">
                    <m:oMathParaPr>
                      <m:jc m:val="centerGroup"/>
                    </m:oMathParaPr>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𝑁</m:t>
                          </m:r>
                        </m:e>
                        <m:sub>
                          <m:r>
                            <a:rPr lang="it-IT" sz="2000" b="0" i="1" smtClean="0">
                              <a:latin typeface="Cambria Math" panose="02040503050406030204" pitchFamily="18" charset="0"/>
                            </a:rPr>
                            <m:t>𝑖𝑛𝑣</m:t>
                          </m:r>
                        </m:sub>
                      </m:sSub>
                      <m:r>
                        <a:rPr lang="it-IT" sz="2000" i="1">
                          <a:latin typeface="Cambria Math" panose="02040503050406030204" pitchFamily="18" charset="0"/>
                        </a:rPr>
                        <m:t>=0.0</m:t>
                      </m:r>
                      <m:r>
                        <a:rPr lang="it-IT" sz="2000" b="0" i="1" smtClean="0">
                          <a:latin typeface="Cambria Math" panose="02040503050406030204" pitchFamily="18" charset="0"/>
                        </a:rPr>
                        <m:t>25</m:t>
                      </m:r>
                      <m:r>
                        <a:rPr lang="it-IT" sz="2000" i="1">
                          <a:latin typeface="Cambria Math" panose="02040503050406030204" pitchFamily="18" charset="0"/>
                        </a:rPr>
                        <m:t> 1/</m:t>
                      </m:r>
                      <m:r>
                        <a:rPr lang="it-IT" sz="2000" i="1">
                          <a:latin typeface="Cambria Math" panose="02040503050406030204" pitchFamily="18" charset="0"/>
                        </a:rPr>
                        <m:t>𝑠</m:t>
                      </m:r>
                    </m:oMath>
                  </m:oMathPara>
                </a14:m>
                <a:endParaRPr lang="en-US" sz="2000">
                  <a:ea typeface="Calibri"/>
                  <a:cs typeface="Calibri"/>
                </a:endParaRPr>
              </a:p>
              <a:p>
                <a:pPr>
                  <a:lnSpc>
                    <a:spcPct val="90000"/>
                  </a:lnSpc>
                  <a:spcBef>
                    <a:spcPts val="1000"/>
                  </a:spcBef>
                </a:pPr>
                <a:r>
                  <a:rPr lang="en-US" sz="2000">
                    <a:ea typeface="Calibri"/>
                    <a:cs typeface="Calibri"/>
                  </a:rPr>
                  <a:t>Thickness of the inversion layer:</a:t>
                </a:r>
              </a:p>
              <a:p>
                <a:pPr>
                  <a:lnSpc>
                    <a:spcPct val="90000"/>
                  </a:lnSpc>
                  <a:spcBef>
                    <a:spcPts val="1000"/>
                  </a:spcBef>
                </a:pPr>
                <a14:m>
                  <m:oMathPara xmlns:m="http://schemas.openxmlformats.org/officeDocument/2006/math">
                    <m:oMathParaPr>
                      <m:jc m:val="centerGroup"/>
                    </m:oMathParaPr>
                    <m:oMath xmlns:m="http://schemas.openxmlformats.org/officeDocument/2006/math">
                      <m:sSub>
                        <m:sSubPr>
                          <m:ctrlPr>
                            <a:rPr lang="it-IT" sz="2000" i="1">
                              <a:latin typeface="Cambria Math" panose="02040503050406030204" pitchFamily="18" charset="0"/>
                            </a:rPr>
                          </m:ctrlPr>
                        </m:sSubPr>
                        <m:e>
                          <m:r>
                            <a:rPr lang="it-IT" sz="2000" b="0" i="1" smtClean="0">
                              <a:latin typeface="Cambria Math" panose="02040503050406030204" pitchFamily="18" charset="0"/>
                            </a:rPr>
                            <m:t>h</m:t>
                          </m:r>
                        </m:e>
                        <m:sub>
                          <m:r>
                            <a:rPr lang="it-IT" sz="2000" i="1">
                              <a:latin typeface="Cambria Math" panose="02040503050406030204" pitchFamily="18" charset="0"/>
                            </a:rPr>
                            <m:t>𝑖𝑛𝑣</m:t>
                          </m:r>
                        </m:sub>
                      </m:sSub>
                      <m:r>
                        <a:rPr lang="it-IT" sz="2000" b="0" i="1" smtClean="0">
                          <a:latin typeface="Cambria Math" panose="02040503050406030204" pitchFamily="18" charset="0"/>
                        </a:rPr>
                        <m:t>=</m:t>
                      </m:r>
                      <m:f>
                        <m:fPr>
                          <m:type m:val="skw"/>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4</m:t>
                          </m:r>
                        </m:den>
                      </m:f>
                      <m:r>
                        <a:rPr lang="it-IT" sz="2000" b="0" i="1" smtClean="0">
                          <a:latin typeface="Cambria Math" panose="02040503050406030204" pitchFamily="18" charset="0"/>
                        </a:rPr>
                        <m:t>h</m:t>
                      </m:r>
                    </m:oMath>
                  </m:oMathPara>
                </a14:m>
                <a:endParaRPr lang="en-US" sz="2400">
                  <a:ea typeface="Calibri"/>
                  <a:cs typeface="Calibri"/>
                </a:endParaRPr>
              </a:p>
              <a:p>
                <a:pPr marL="457200" indent="-457200">
                  <a:lnSpc>
                    <a:spcPct val="90000"/>
                  </a:lnSpc>
                  <a:spcBef>
                    <a:spcPts val="1000"/>
                  </a:spcBef>
                  <a:buFont typeface="+mj-lt"/>
                  <a:buAutoNum type="alphaLcParenR"/>
                </a:pPr>
                <a:r>
                  <a:rPr lang="en-US" sz="2000">
                    <a:ea typeface="Calibri"/>
                    <a:cs typeface="Calibri"/>
                  </a:rPr>
                  <a:t>Inversion below mountain top (blue line):</a:t>
                </a:r>
                <a:br>
                  <a:rPr lang="en-US" sz="2000">
                    <a:ea typeface="Calibri"/>
                    <a:cs typeface="Calibri"/>
                  </a:rPr>
                </a:br>
                <a14:m>
                  <m:oMath xmlns:m="http://schemas.openxmlformats.org/officeDocument/2006/math">
                    <m:sSub>
                      <m:sSubPr>
                        <m:ctrlPr>
                          <a:rPr lang="it-IT" i="1">
                            <a:latin typeface="Cambria Math" panose="02040503050406030204" pitchFamily="18" charset="0"/>
                          </a:rPr>
                        </m:ctrlPr>
                      </m:sSubPr>
                      <m:e>
                        <m:r>
                          <a:rPr lang="it-IT" b="0" i="1" smtClean="0">
                            <a:latin typeface="Cambria Math" panose="02040503050406030204" pitchFamily="18" charset="0"/>
                          </a:rPr>
                          <m:t>𝑧</m:t>
                        </m:r>
                      </m:e>
                      <m:sub>
                        <m:r>
                          <a:rPr lang="it-IT" b="0" i="1" smtClean="0">
                            <a:latin typeface="Cambria Math" panose="02040503050406030204" pitchFamily="18" charset="0"/>
                          </a:rPr>
                          <m:t>𝑖𝑛𝑣</m:t>
                        </m:r>
                      </m:sub>
                    </m:sSub>
                    <m:r>
                      <a:rPr lang="it-IT" i="1">
                        <a:latin typeface="Cambria Math" panose="02040503050406030204" pitchFamily="18" charset="0"/>
                      </a:rPr>
                      <m:t>=</m:t>
                    </m:r>
                    <m:f>
                      <m:fPr>
                        <m:type m:val="skw"/>
                        <m:ctrlPr>
                          <a:rPr lang="it-IT" i="1" smtClean="0">
                            <a:latin typeface="Cambria Math" panose="02040503050406030204" pitchFamily="18" charset="0"/>
                          </a:rPr>
                        </m:ctrlPr>
                      </m:fPr>
                      <m:num>
                        <m:r>
                          <a:rPr lang="it-IT" b="0" i="1" smtClean="0">
                            <a:latin typeface="Cambria Math" panose="02040503050406030204" pitchFamily="18" charset="0"/>
                          </a:rPr>
                          <m:t>5</m:t>
                        </m:r>
                      </m:num>
                      <m:den>
                        <m:r>
                          <a:rPr lang="it-IT" b="0" i="1" smtClean="0">
                            <a:latin typeface="Cambria Math" panose="02040503050406030204" pitchFamily="18" charset="0"/>
                          </a:rPr>
                          <m:t>8</m:t>
                        </m:r>
                      </m:den>
                    </m:f>
                    <m:r>
                      <a:rPr lang="it-IT" b="0" i="1" smtClean="0">
                        <a:latin typeface="Cambria Math" panose="02040503050406030204" pitchFamily="18" charset="0"/>
                      </a:rPr>
                      <m:t>h</m:t>
                    </m:r>
                  </m:oMath>
                </a14:m>
                <a:endParaRPr lang="en-US" sz="2000">
                  <a:ea typeface="Calibri"/>
                  <a:cs typeface="Calibri"/>
                </a:endParaRPr>
              </a:p>
              <a:p>
                <a:pPr marL="457200" indent="-457200">
                  <a:lnSpc>
                    <a:spcPct val="90000"/>
                  </a:lnSpc>
                  <a:spcBef>
                    <a:spcPts val="1000"/>
                  </a:spcBef>
                  <a:buFont typeface="+mj-lt"/>
                  <a:buAutoNum type="alphaLcParenR"/>
                </a:pPr>
                <a:r>
                  <a:rPr lang="en-US" sz="2000">
                    <a:ea typeface="Calibri"/>
                    <a:cs typeface="Calibri"/>
                  </a:rPr>
                  <a:t>Inversion at mountain top (orange line):</a:t>
                </a:r>
                <a:br>
                  <a:rPr lang="en-US" sz="2000">
                    <a:ea typeface="Calibri"/>
                    <a:cs typeface="Calibri"/>
                  </a:rPr>
                </a:b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𝑧</m:t>
                        </m:r>
                      </m:e>
                      <m:sub>
                        <m:r>
                          <a:rPr lang="it-IT" i="1">
                            <a:latin typeface="Cambria Math" panose="02040503050406030204" pitchFamily="18" charset="0"/>
                          </a:rPr>
                          <m:t>𝑖𝑛𝑣</m:t>
                        </m:r>
                      </m:sub>
                    </m:sSub>
                    <m:r>
                      <a:rPr lang="it-IT" i="1">
                        <a:latin typeface="Cambria Math" panose="02040503050406030204" pitchFamily="18" charset="0"/>
                      </a:rPr>
                      <m:t>=</m:t>
                    </m:r>
                    <m:f>
                      <m:fPr>
                        <m:type m:val="skw"/>
                        <m:ctrlPr>
                          <a:rPr lang="it-IT" i="1">
                            <a:latin typeface="Cambria Math" panose="02040503050406030204" pitchFamily="18" charset="0"/>
                          </a:rPr>
                        </m:ctrlPr>
                      </m:fPr>
                      <m:num>
                        <m:r>
                          <a:rPr lang="it-IT" b="0" i="1" smtClean="0">
                            <a:latin typeface="Cambria Math" panose="02040503050406030204" pitchFamily="18" charset="0"/>
                          </a:rPr>
                          <m:t>7</m:t>
                        </m:r>
                      </m:num>
                      <m:den>
                        <m:r>
                          <a:rPr lang="it-IT" i="1">
                            <a:latin typeface="Cambria Math" panose="02040503050406030204" pitchFamily="18" charset="0"/>
                          </a:rPr>
                          <m:t>8</m:t>
                        </m:r>
                      </m:den>
                    </m:f>
                    <m:r>
                      <a:rPr lang="it-IT" b="0" i="1" smtClean="0">
                        <a:latin typeface="Cambria Math" panose="02040503050406030204" pitchFamily="18" charset="0"/>
                      </a:rPr>
                      <m:t>h</m:t>
                    </m:r>
                  </m:oMath>
                </a14:m>
                <a:endParaRPr lang="en-US" sz="2000" i="1">
                  <a:ea typeface="Calibri"/>
                  <a:cs typeface="Calibri"/>
                </a:endParaRPr>
              </a:p>
              <a:p>
                <a:pPr>
                  <a:lnSpc>
                    <a:spcPct val="90000"/>
                  </a:lnSpc>
                  <a:spcBef>
                    <a:spcPts val="1000"/>
                  </a:spcBef>
                </a:pPr>
                <a:r>
                  <a:rPr lang="en-US" sz="2000">
                    <a:ea typeface="Calibri"/>
                    <a:cs typeface="Calibri"/>
                  </a:rPr>
                  <a:t>with </a:t>
                </a:r>
                <a14:m>
                  <m:oMath xmlns:m="http://schemas.openxmlformats.org/officeDocument/2006/math">
                    <m:sSub>
                      <m:sSubPr>
                        <m:ctrlPr>
                          <a:rPr lang="it-IT" sz="2000" i="1">
                            <a:latin typeface="Cambria Math" panose="02040503050406030204" pitchFamily="18" charset="0"/>
                          </a:rPr>
                        </m:ctrlPr>
                      </m:sSubPr>
                      <m:e>
                        <m:r>
                          <a:rPr lang="it-IT" sz="2000" i="1">
                            <a:latin typeface="Cambria Math" panose="02040503050406030204" pitchFamily="18" charset="0"/>
                          </a:rPr>
                          <m:t>𝑧</m:t>
                        </m:r>
                      </m:e>
                      <m:sub>
                        <m:r>
                          <a:rPr lang="it-IT" sz="2000" i="1">
                            <a:latin typeface="Cambria Math" panose="02040503050406030204" pitchFamily="18" charset="0"/>
                          </a:rPr>
                          <m:t>𝑖𝑛𝑣</m:t>
                        </m:r>
                      </m:sub>
                    </m:sSub>
                  </m:oMath>
                </a14:m>
                <a:r>
                  <a:rPr lang="en-US" sz="2000">
                    <a:ea typeface="Calibri"/>
                    <a:cs typeface="Calibri"/>
                  </a:rPr>
                  <a:t> being the center of the inversion.</a:t>
                </a:r>
              </a:p>
            </p:txBody>
          </p:sp>
        </mc:Choice>
        <mc:Fallback xmlns="">
          <p:sp>
            <p:nvSpPr>
              <p:cNvPr id="6" name="TextBox 5">
                <a:extLst>
                  <a:ext uri="{FF2B5EF4-FFF2-40B4-BE49-F238E27FC236}">
                    <a16:creationId xmlns:a16="http://schemas.microsoft.com/office/drawing/2014/main" id="{5F689B70-8069-F52D-CE6C-0DA10E4BA975}"/>
                  </a:ext>
                </a:extLst>
              </p:cNvPr>
              <p:cNvSpPr txBox="1">
                <a:spLocks noRot="1" noChangeAspect="1" noMove="1" noResize="1" noEditPoints="1" noAdjustHandles="1" noChangeArrowheads="1" noChangeShapeType="1" noTextEdit="1"/>
              </p:cNvSpPr>
              <p:nvPr/>
            </p:nvSpPr>
            <p:spPr>
              <a:xfrm>
                <a:off x="840953" y="1694988"/>
                <a:ext cx="6743187" cy="4514826"/>
              </a:xfrm>
              <a:prstGeom prst="rect">
                <a:avLst/>
              </a:prstGeom>
              <a:blipFill>
                <a:blip r:embed="rId3"/>
                <a:stretch>
                  <a:fillRect l="-995" t="-675" b="-9042"/>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C2192340-C104-A413-1D5E-829336A33793}"/>
              </a:ext>
            </a:extLst>
          </p:cNvPr>
          <p:cNvSpPr>
            <a:spLocks noGrp="1"/>
          </p:cNvSpPr>
          <p:nvPr>
            <p:ph type="sldNum" sz="quarter" idx="12"/>
          </p:nvPr>
        </p:nvSpPr>
        <p:spPr/>
        <p:txBody>
          <a:bodyPr/>
          <a:lstStyle/>
          <a:p>
            <a:fld id="{48F63A3B-78C7-47BE-AE5E-E10140E04643}" type="slidenum">
              <a:rPr lang="en-US" dirty="0"/>
              <a:t>60</a:t>
            </a:fld>
            <a:endParaRPr lang="en-US"/>
          </a:p>
        </p:txBody>
      </p:sp>
      <p:sp>
        <p:nvSpPr>
          <p:cNvPr id="4" name="Title 1">
            <a:extLst>
              <a:ext uri="{FF2B5EF4-FFF2-40B4-BE49-F238E27FC236}">
                <a16:creationId xmlns:a16="http://schemas.microsoft.com/office/drawing/2014/main" id="{B4F9B873-4625-C1F8-9C55-A12947654E6B}"/>
              </a:ext>
            </a:extLst>
          </p:cNvPr>
          <p:cNvSpPr>
            <a:spLocks noGrp="1"/>
          </p:cNvSpPr>
          <p:nvPr>
            <p:ph type="title"/>
          </p:nvPr>
        </p:nvSpPr>
        <p:spPr>
          <a:xfrm>
            <a:off x="838200" y="365125"/>
            <a:ext cx="10515600" cy="1325563"/>
          </a:xfrm>
        </p:spPr>
        <p:txBody>
          <a:bodyPr/>
          <a:lstStyle/>
          <a:p>
            <a:r>
              <a:rPr lang="en-US">
                <a:ea typeface="Calibri Light"/>
                <a:cs typeface="Calibri Light"/>
              </a:rPr>
              <a:t>Part 2 –  3-layer atmosphere</a:t>
            </a:r>
            <a:endParaRPr lang="en-US"/>
          </a:p>
        </p:txBody>
      </p:sp>
      <p:pic>
        <p:nvPicPr>
          <p:cNvPr id="9" name="Immagine 8">
            <a:extLst>
              <a:ext uri="{FF2B5EF4-FFF2-40B4-BE49-F238E27FC236}">
                <a16:creationId xmlns:a16="http://schemas.microsoft.com/office/drawing/2014/main" id="{E7FDC50F-BA9A-4D0B-7759-AAC36DFA4A9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22186" y="1482167"/>
            <a:ext cx="3025421" cy="4143909"/>
          </a:xfrm>
          <a:prstGeom prst="rect">
            <a:avLst/>
          </a:prstGeom>
        </p:spPr>
      </p:pic>
    </p:spTree>
    <p:extLst>
      <p:ext uri="{BB962C8B-B14F-4D97-AF65-F5344CB8AC3E}">
        <p14:creationId xmlns:p14="http://schemas.microsoft.com/office/powerpoint/2010/main" val="29512483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FDD5-3915-E44C-506F-C0A9266EDC1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8ADB0E6-BD8C-66B6-593D-2C0A43775B43}"/>
              </a:ext>
            </a:extLst>
          </p:cNvPr>
          <p:cNvSpPr>
            <a:spLocks noGrp="1"/>
          </p:cNvSpPr>
          <p:nvPr>
            <p:ph type="sldNum" sz="quarter" idx="12"/>
          </p:nvPr>
        </p:nvSpPr>
        <p:spPr/>
        <p:txBody>
          <a:bodyPr/>
          <a:lstStyle/>
          <a:p>
            <a:fld id="{48F63A3B-78C7-47BE-AE5E-E10140E04643}" type="slidenum">
              <a:rPr lang="en-US" dirty="0"/>
              <a:t>61</a:t>
            </a:fld>
            <a:endParaRPr lang="en-US"/>
          </a:p>
        </p:txBody>
      </p:sp>
      <p:sp>
        <p:nvSpPr>
          <p:cNvPr id="4" name="Title 1">
            <a:extLst>
              <a:ext uri="{FF2B5EF4-FFF2-40B4-BE49-F238E27FC236}">
                <a16:creationId xmlns:a16="http://schemas.microsoft.com/office/drawing/2014/main" id="{B6E68763-B3BA-9DB1-9889-73ADAA160FC7}"/>
              </a:ext>
            </a:extLst>
          </p:cNvPr>
          <p:cNvSpPr>
            <a:spLocks noGrp="1"/>
          </p:cNvSpPr>
          <p:nvPr>
            <p:ph type="title"/>
          </p:nvPr>
        </p:nvSpPr>
        <p:spPr>
          <a:xfrm>
            <a:off x="838200" y="365125"/>
            <a:ext cx="10515600" cy="1325563"/>
          </a:xfrm>
        </p:spPr>
        <p:txBody>
          <a:bodyPr/>
          <a:lstStyle/>
          <a:p>
            <a:r>
              <a:rPr lang="en-US">
                <a:ea typeface="Calibri Light"/>
                <a:cs typeface="Calibri Light"/>
              </a:rPr>
              <a:t>Part 2 –  3-layer atmosphere</a:t>
            </a:r>
            <a:endParaRPr lang="en-US"/>
          </a:p>
        </p:txBody>
      </p:sp>
      <p:pic>
        <p:nvPicPr>
          <p:cNvPr id="2" name="Immagine 1">
            <a:extLst>
              <a:ext uri="{FF2B5EF4-FFF2-40B4-BE49-F238E27FC236}">
                <a16:creationId xmlns:a16="http://schemas.microsoft.com/office/drawing/2014/main" id="{ADE48981-0755-69EF-B7BB-57945F28972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93006" y="2361939"/>
            <a:ext cx="9370123" cy="3592614"/>
          </a:xfrm>
          <a:prstGeom prst="rect">
            <a:avLst/>
          </a:prstGeom>
        </p:spPr>
      </p:pic>
      <p:sp>
        <p:nvSpPr>
          <p:cNvPr id="3" name="Segnaposto contenuto 2">
            <a:extLst>
              <a:ext uri="{FF2B5EF4-FFF2-40B4-BE49-F238E27FC236}">
                <a16:creationId xmlns:a16="http://schemas.microsoft.com/office/drawing/2014/main" id="{6BEF5313-357E-DA52-6539-BD2FB1905AC0}"/>
              </a:ext>
            </a:extLst>
          </p:cNvPr>
          <p:cNvSpPr>
            <a:spLocks noGrp="1"/>
          </p:cNvSpPr>
          <p:nvPr>
            <p:ph idx="1"/>
          </p:nvPr>
        </p:nvSpPr>
        <p:spPr>
          <a:xfrm>
            <a:off x="838200" y="1690688"/>
            <a:ext cx="9933923" cy="4486275"/>
          </a:xfrm>
        </p:spPr>
        <p:txBody>
          <a:bodyPr>
            <a:normAutofit/>
          </a:bodyPr>
          <a:lstStyle/>
          <a:p>
            <a:pPr marL="0" indent="0">
              <a:buNone/>
            </a:pPr>
            <a:r>
              <a:rPr lang="it-IT" sz="2200"/>
              <a:t>Case (a): </a:t>
            </a:r>
            <a:r>
              <a:rPr lang="it-IT" sz="2200" err="1"/>
              <a:t>inversion</a:t>
            </a:r>
            <a:r>
              <a:rPr lang="it-IT" sz="2200"/>
              <a:t> </a:t>
            </a:r>
            <a:r>
              <a:rPr lang="it-IT" sz="2200" err="1"/>
              <a:t>below</a:t>
            </a:r>
            <a:r>
              <a:rPr lang="it-IT" sz="2200"/>
              <a:t> mountain top.</a:t>
            </a:r>
          </a:p>
        </p:txBody>
      </p:sp>
    </p:spTree>
    <p:extLst>
      <p:ext uri="{BB962C8B-B14F-4D97-AF65-F5344CB8AC3E}">
        <p14:creationId xmlns:p14="http://schemas.microsoft.com/office/powerpoint/2010/main" val="4716306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F0D1-BB6C-527C-B019-A0646E57036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FCF72A1-5478-49D5-0BD5-ECF5BD082E21}"/>
              </a:ext>
            </a:extLst>
          </p:cNvPr>
          <p:cNvSpPr>
            <a:spLocks noGrp="1"/>
          </p:cNvSpPr>
          <p:nvPr>
            <p:ph type="sldNum" sz="quarter" idx="12"/>
          </p:nvPr>
        </p:nvSpPr>
        <p:spPr/>
        <p:txBody>
          <a:bodyPr/>
          <a:lstStyle/>
          <a:p>
            <a:fld id="{48F63A3B-78C7-47BE-AE5E-E10140E04643}" type="slidenum">
              <a:rPr lang="en-US" dirty="0"/>
              <a:t>62</a:t>
            </a:fld>
            <a:endParaRPr lang="en-US"/>
          </a:p>
        </p:txBody>
      </p:sp>
      <p:sp>
        <p:nvSpPr>
          <p:cNvPr id="4" name="Title 1">
            <a:extLst>
              <a:ext uri="{FF2B5EF4-FFF2-40B4-BE49-F238E27FC236}">
                <a16:creationId xmlns:a16="http://schemas.microsoft.com/office/drawing/2014/main" id="{8D91DA16-72DD-977E-C098-66CCDFE5813C}"/>
              </a:ext>
            </a:extLst>
          </p:cNvPr>
          <p:cNvSpPr>
            <a:spLocks noGrp="1"/>
          </p:cNvSpPr>
          <p:nvPr>
            <p:ph type="title"/>
          </p:nvPr>
        </p:nvSpPr>
        <p:spPr>
          <a:xfrm>
            <a:off x="838200" y="365125"/>
            <a:ext cx="10515600" cy="1325563"/>
          </a:xfrm>
        </p:spPr>
        <p:txBody>
          <a:bodyPr/>
          <a:lstStyle/>
          <a:p>
            <a:r>
              <a:rPr lang="en-US">
                <a:ea typeface="Calibri Light"/>
                <a:cs typeface="Calibri Light"/>
              </a:rPr>
              <a:t>Part 2 –  3-layer atmosphere</a:t>
            </a:r>
            <a:endParaRPr lang="en-US"/>
          </a:p>
        </p:txBody>
      </p:sp>
      <p:pic>
        <p:nvPicPr>
          <p:cNvPr id="2" name="Immagine 1">
            <a:extLst>
              <a:ext uri="{FF2B5EF4-FFF2-40B4-BE49-F238E27FC236}">
                <a16:creationId xmlns:a16="http://schemas.microsoft.com/office/drawing/2014/main" id="{70B24060-2286-956F-818D-550487B0E3D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93006" y="2361939"/>
            <a:ext cx="9370123" cy="3592614"/>
          </a:xfrm>
          <a:prstGeom prst="rect">
            <a:avLst/>
          </a:prstGeom>
        </p:spPr>
      </p:pic>
      <p:sp>
        <p:nvSpPr>
          <p:cNvPr id="3" name="Segnaposto contenuto 2">
            <a:extLst>
              <a:ext uri="{FF2B5EF4-FFF2-40B4-BE49-F238E27FC236}">
                <a16:creationId xmlns:a16="http://schemas.microsoft.com/office/drawing/2014/main" id="{21ED78D1-E9A1-8B31-D3BF-2DD27CE32E84}"/>
              </a:ext>
            </a:extLst>
          </p:cNvPr>
          <p:cNvSpPr>
            <a:spLocks noGrp="1"/>
          </p:cNvSpPr>
          <p:nvPr>
            <p:ph idx="1"/>
          </p:nvPr>
        </p:nvSpPr>
        <p:spPr>
          <a:xfrm>
            <a:off x="838200" y="1690688"/>
            <a:ext cx="9933923" cy="4486275"/>
          </a:xfrm>
        </p:spPr>
        <p:txBody>
          <a:bodyPr>
            <a:normAutofit/>
          </a:bodyPr>
          <a:lstStyle/>
          <a:p>
            <a:pPr marL="0" indent="0">
              <a:buNone/>
            </a:pPr>
            <a:r>
              <a:rPr lang="it-IT" sz="2200"/>
              <a:t>Case (b): </a:t>
            </a:r>
            <a:r>
              <a:rPr lang="it-IT" sz="2200" err="1"/>
              <a:t>inversion</a:t>
            </a:r>
            <a:r>
              <a:rPr lang="it-IT" sz="2200"/>
              <a:t> </a:t>
            </a:r>
            <a:r>
              <a:rPr lang="it-IT" sz="2200" err="1"/>
              <a:t>at</a:t>
            </a:r>
            <a:r>
              <a:rPr lang="it-IT" sz="2200"/>
              <a:t> mountain top.</a:t>
            </a:r>
          </a:p>
        </p:txBody>
      </p:sp>
    </p:spTree>
    <p:extLst>
      <p:ext uri="{BB962C8B-B14F-4D97-AF65-F5344CB8AC3E}">
        <p14:creationId xmlns:p14="http://schemas.microsoft.com/office/powerpoint/2010/main" val="22118611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BC797-C742-F826-3D4B-984E62835F0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D42D030-D550-E684-D0B5-5382CD4497A3}"/>
              </a:ext>
            </a:extLst>
          </p:cNvPr>
          <p:cNvSpPr>
            <a:spLocks noGrp="1"/>
          </p:cNvSpPr>
          <p:nvPr>
            <p:ph type="title"/>
          </p:nvPr>
        </p:nvSpPr>
        <p:spPr>
          <a:xfrm>
            <a:off x="838200" y="365125"/>
            <a:ext cx="10515600" cy="1325563"/>
          </a:xfrm>
        </p:spPr>
        <p:txBody>
          <a:bodyPr/>
          <a:lstStyle/>
          <a:p>
            <a:r>
              <a:rPr lang="en-US">
                <a:ea typeface="Calibri Light"/>
                <a:cs typeface="Calibri Light"/>
              </a:rPr>
              <a:t>Part 2 –  3-layer atmosphere</a:t>
            </a:r>
            <a:endParaRPr lang="en-US"/>
          </a:p>
        </p:txBody>
      </p:sp>
      <p:sp>
        <p:nvSpPr>
          <p:cNvPr id="9" name="Segnaposto numero diapositiva 8">
            <a:extLst>
              <a:ext uri="{FF2B5EF4-FFF2-40B4-BE49-F238E27FC236}">
                <a16:creationId xmlns:a16="http://schemas.microsoft.com/office/drawing/2014/main" id="{799590A1-0741-8FE9-A34F-46A6877E296F}"/>
              </a:ext>
            </a:extLst>
          </p:cNvPr>
          <p:cNvSpPr>
            <a:spLocks noGrp="1"/>
          </p:cNvSpPr>
          <p:nvPr>
            <p:ph type="sldNum" sz="quarter" idx="12"/>
          </p:nvPr>
        </p:nvSpPr>
        <p:spPr/>
        <p:txBody>
          <a:bodyPr/>
          <a:lstStyle/>
          <a:p>
            <a:fld id="{48F63A3B-78C7-47BE-AE5E-E10140E04643}" type="slidenum">
              <a:rPr lang="en-US" smtClean="0"/>
              <a:t>63</a:t>
            </a:fld>
            <a:endParaRPr lang="en-US"/>
          </a:p>
        </p:txBody>
      </p:sp>
      <p:pic>
        <p:nvPicPr>
          <p:cNvPr id="5" name="Immagine 4">
            <a:extLst>
              <a:ext uri="{FF2B5EF4-FFF2-40B4-BE49-F238E27FC236}">
                <a16:creationId xmlns:a16="http://schemas.microsoft.com/office/drawing/2014/main" id="{650A0BD5-153D-9C35-1E1B-426DFD5749F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078765" y="2493391"/>
            <a:ext cx="3865847" cy="3479262"/>
          </a:xfrm>
          <a:prstGeom prst="rect">
            <a:avLst/>
          </a:prstGeom>
        </p:spPr>
      </p:pic>
      <p:pic>
        <p:nvPicPr>
          <p:cNvPr id="10" name="Immagine 9">
            <a:extLst>
              <a:ext uri="{FF2B5EF4-FFF2-40B4-BE49-F238E27FC236}">
                <a16:creationId xmlns:a16="http://schemas.microsoft.com/office/drawing/2014/main" id="{E2B80EC4-F112-180D-55BA-1E8FE66FE12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516942" y="2493391"/>
            <a:ext cx="3865848" cy="3479263"/>
          </a:xfrm>
          <a:prstGeom prst="rect">
            <a:avLst/>
          </a:prstGeom>
        </p:spPr>
      </p:pic>
      <p:sp>
        <p:nvSpPr>
          <p:cNvPr id="11" name="Segnaposto contenuto 2">
            <a:extLst>
              <a:ext uri="{FF2B5EF4-FFF2-40B4-BE49-F238E27FC236}">
                <a16:creationId xmlns:a16="http://schemas.microsoft.com/office/drawing/2014/main" id="{7112541F-9E66-7E3A-A53C-D8EEC3ADBF0A}"/>
              </a:ext>
            </a:extLst>
          </p:cNvPr>
          <p:cNvSpPr>
            <a:spLocks noGrp="1"/>
          </p:cNvSpPr>
          <p:nvPr>
            <p:ph idx="1"/>
          </p:nvPr>
        </p:nvSpPr>
        <p:spPr>
          <a:xfrm>
            <a:off x="838200" y="1690688"/>
            <a:ext cx="9933923" cy="4486275"/>
          </a:xfrm>
        </p:spPr>
        <p:txBody>
          <a:bodyPr>
            <a:normAutofit/>
          </a:bodyPr>
          <a:lstStyle/>
          <a:p>
            <a:pPr marL="0" indent="0">
              <a:buNone/>
            </a:pPr>
            <a:r>
              <a:rPr lang="it-IT" sz="2200" err="1"/>
              <a:t>Difference</a:t>
            </a:r>
            <a:r>
              <a:rPr lang="it-IT" sz="2200"/>
              <a:t> </a:t>
            </a:r>
            <a:r>
              <a:rPr lang="it-IT" sz="2200" err="1"/>
              <a:t>between</a:t>
            </a:r>
            <a:r>
              <a:rPr lang="it-IT" sz="2200"/>
              <a:t> the </a:t>
            </a:r>
            <a:r>
              <a:rPr lang="it-IT" sz="2200" err="1"/>
              <a:t>inversion</a:t>
            </a:r>
            <a:r>
              <a:rPr lang="it-IT" sz="2200"/>
              <a:t> </a:t>
            </a:r>
            <a:r>
              <a:rPr lang="it-IT" sz="2200" err="1"/>
              <a:t>layer</a:t>
            </a:r>
            <a:r>
              <a:rPr lang="it-IT" sz="2200"/>
              <a:t> position </a:t>
            </a:r>
            <a:r>
              <a:rPr lang="it-IT" sz="2200" err="1"/>
              <a:t>respect</a:t>
            </a:r>
            <a:r>
              <a:rPr lang="it-IT" sz="2200"/>
              <a:t> to mountain </a:t>
            </a:r>
            <a:r>
              <a:rPr lang="it-IT" sz="2200" err="1"/>
              <a:t>peak</a:t>
            </a:r>
            <a:r>
              <a:rPr lang="it-IT" sz="2200"/>
              <a:t>: (a) </a:t>
            </a:r>
            <a:r>
              <a:rPr lang="it-IT" sz="2200" err="1"/>
              <a:t>below</a:t>
            </a:r>
            <a:r>
              <a:rPr lang="it-IT" sz="2200"/>
              <a:t> mountain top, (b) </a:t>
            </a:r>
            <a:r>
              <a:rPr lang="it-IT" sz="2200" err="1"/>
              <a:t>at</a:t>
            </a:r>
            <a:r>
              <a:rPr lang="it-IT" sz="2200"/>
              <a:t> mountain top.</a:t>
            </a:r>
          </a:p>
        </p:txBody>
      </p:sp>
      <p:sp>
        <p:nvSpPr>
          <p:cNvPr id="18" name="CasellaDiTesto 17">
            <a:extLst>
              <a:ext uri="{FF2B5EF4-FFF2-40B4-BE49-F238E27FC236}">
                <a16:creationId xmlns:a16="http://schemas.microsoft.com/office/drawing/2014/main" id="{CEB20F57-A732-6637-776C-1BE7E2BD935E}"/>
              </a:ext>
            </a:extLst>
          </p:cNvPr>
          <p:cNvSpPr txBox="1"/>
          <p:nvPr/>
        </p:nvSpPr>
        <p:spPr>
          <a:xfrm>
            <a:off x="7165487" y="2439004"/>
            <a:ext cx="455064" cy="369332"/>
          </a:xfrm>
          <a:prstGeom prst="rect">
            <a:avLst/>
          </a:prstGeom>
          <a:noFill/>
        </p:spPr>
        <p:txBody>
          <a:bodyPr wrap="square">
            <a:spAutoFit/>
          </a:bodyPr>
          <a:lstStyle/>
          <a:p>
            <a:r>
              <a:rPr lang="it-IT" sz="1800">
                <a:solidFill>
                  <a:srgbClr val="4976C6"/>
                </a:solidFill>
              </a:rPr>
              <a:t>(b)</a:t>
            </a:r>
            <a:endParaRPr lang="it-IT">
              <a:solidFill>
                <a:srgbClr val="4976C6"/>
              </a:solidFill>
            </a:endParaRPr>
          </a:p>
        </p:txBody>
      </p:sp>
      <p:sp>
        <p:nvSpPr>
          <p:cNvPr id="19" name="CasellaDiTesto 18">
            <a:extLst>
              <a:ext uri="{FF2B5EF4-FFF2-40B4-BE49-F238E27FC236}">
                <a16:creationId xmlns:a16="http://schemas.microsoft.com/office/drawing/2014/main" id="{2F5DF7FE-EB39-D505-35E3-1642A31C573B}"/>
              </a:ext>
            </a:extLst>
          </p:cNvPr>
          <p:cNvSpPr txBox="1"/>
          <p:nvPr/>
        </p:nvSpPr>
        <p:spPr>
          <a:xfrm>
            <a:off x="2638215" y="2439004"/>
            <a:ext cx="455064" cy="369332"/>
          </a:xfrm>
          <a:prstGeom prst="rect">
            <a:avLst/>
          </a:prstGeom>
          <a:noFill/>
        </p:spPr>
        <p:txBody>
          <a:bodyPr wrap="square">
            <a:spAutoFit/>
          </a:bodyPr>
          <a:lstStyle/>
          <a:p>
            <a:r>
              <a:rPr lang="it-IT" sz="1800">
                <a:solidFill>
                  <a:srgbClr val="4976C6"/>
                </a:solidFill>
              </a:rPr>
              <a:t>(a)</a:t>
            </a:r>
            <a:endParaRPr lang="it-IT">
              <a:solidFill>
                <a:srgbClr val="4976C6"/>
              </a:solidFill>
            </a:endParaRPr>
          </a:p>
        </p:txBody>
      </p:sp>
      <p:pic>
        <p:nvPicPr>
          <p:cNvPr id="4" name="Immagine 3">
            <a:extLst>
              <a:ext uri="{FF2B5EF4-FFF2-40B4-BE49-F238E27FC236}">
                <a16:creationId xmlns:a16="http://schemas.microsoft.com/office/drawing/2014/main" id="{ED29231B-ED41-5C92-DCF1-D49E4921A01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5459" y="2848086"/>
            <a:ext cx="2248232" cy="3079396"/>
          </a:xfrm>
          <a:prstGeom prst="rect">
            <a:avLst/>
          </a:prstGeom>
        </p:spPr>
      </p:pic>
      <p:sp>
        <p:nvSpPr>
          <p:cNvPr id="6" name="TextBox 4">
            <a:extLst>
              <a:ext uri="{FF2B5EF4-FFF2-40B4-BE49-F238E27FC236}">
                <a16:creationId xmlns:a16="http://schemas.microsoft.com/office/drawing/2014/main" id="{BC3EE10D-71F3-7F1C-50EF-0BF62C2894DC}"/>
              </a:ext>
            </a:extLst>
          </p:cNvPr>
          <p:cNvSpPr txBox="1"/>
          <p:nvPr/>
        </p:nvSpPr>
        <p:spPr>
          <a:xfrm>
            <a:off x="4166307" y="5992297"/>
            <a:ext cx="11675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Below MT</a:t>
            </a:r>
          </a:p>
        </p:txBody>
      </p:sp>
      <p:sp>
        <p:nvSpPr>
          <p:cNvPr id="8" name="TextBox 4">
            <a:extLst>
              <a:ext uri="{FF2B5EF4-FFF2-40B4-BE49-F238E27FC236}">
                <a16:creationId xmlns:a16="http://schemas.microsoft.com/office/drawing/2014/main" id="{548ED449-2F83-924E-937E-225499663AC6}"/>
              </a:ext>
            </a:extLst>
          </p:cNvPr>
          <p:cNvSpPr txBox="1"/>
          <p:nvPr/>
        </p:nvSpPr>
        <p:spPr>
          <a:xfrm>
            <a:off x="8814630" y="5976751"/>
            <a:ext cx="11675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 MT</a:t>
            </a:r>
          </a:p>
        </p:txBody>
      </p:sp>
    </p:spTree>
    <p:extLst>
      <p:ext uri="{BB962C8B-B14F-4D97-AF65-F5344CB8AC3E}">
        <p14:creationId xmlns:p14="http://schemas.microsoft.com/office/powerpoint/2010/main" val="6758819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72C8-BC90-7557-0309-E761C78FE2E9}"/>
            </a:ext>
          </a:extLst>
        </p:cNvPr>
        <p:cNvGrpSpPr/>
        <p:nvPr/>
      </p:nvGrpSpPr>
      <p:grpSpPr>
        <a:xfrm>
          <a:off x="0" y="0"/>
          <a:ext cx="0" cy="0"/>
          <a:chOff x="0" y="0"/>
          <a:chExt cx="0" cy="0"/>
        </a:xfrm>
      </p:grpSpPr>
      <p:pic>
        <p:nvPicPr>
          <p:cNvPr id="15" name="Immagine 14">
            <a:extLst>
              <a:ext uri="{FF2B5EF4-FFF2-40B4-BE49-F238E27FC236}">
                <a16:creationId xmlns:a16="http://schemas.microsoft.com/office/drawing/2014/main" id="{6BD281AB-541E-4B6E-A724-A7542729ABE4}"/>
              </a:ext>
            </a:extLst>
          </p:cNvPr>
          <p:cNvPicPr>
            <a:picLocks noChangeAspect="1"/>
          </p:cNvPicPr>
          <p:nvPr/>
        </p:nvPicPr>
        <p:blipFill>
          <a:blip r:embed="rId3">
            <a:extLst>
              <a:ext uri="{28A0092B-C50C-407E-A947-70E740481C1C}">
                <a14:useLocalDpi xmlns:a14="http://schemas.microsoft.com/office/drawing/2010/main" val="0"/>
              </a:ext>
            </a:extLst>
          </a:blip>
          <a:srcRect r="49886"/>
          <a:stretch>
            <a:fillRect/>
          </a:stretch>
        </p:blipFill>
        <p:spPr>
          <a:xfrm>
            <a:off x="7279866" y="2504250"/>
            <a:ext cx="4422941" cy="3383908"/>
          </a:xfrm>
          <a:prstGeom prst="rect">
            <a:avLst/>
          </a:prstGeom>
        </p:spPr>
      </p:pic>
      <p:pic>
        <p:nvPicPr>
          <p:cNvPr id="14" name="Immagine 13">
            <a:extLst>
              <a:ext uri="{FF2B5EF4-FFF2-40B4-BE49-F238E27FC236}">
                <a16:creationId xmlns:a16="http://schemas.microsoft.com/office/drawing/2014/main" id="{A9C5F2DF-2A04-D79F-B325-3F6921E37B72}"/>
              </a:ext>
            </a:extLst>
          </p:cNvPr>
          <p:cNvPicPr>
            <a:picLocks noChangeAspect="1"/>
          </p:cNvPicPr>
          <p:nvPr/>
        </p:nvPicPr>
        <p:blipFill>
          <a:blip r:embed="rId4"/>
          <a:srcRect r="50000"/>
          <a:stretch>
            <a:fillRect/>
          </a:stretch>
        </p:blipFill>
        <p:spPr>
          <a:xfrm>
            <a:off x="2752594" y="2504250"/>
            <a:ext cx="4412893" cy="3383908"/>
          </a:xfrm>
          <a:prstGeom prst="rect">
            <a:avLst/>
          </a:prstGeom>
        </p:spPr>
      </p:pic>
      <p:sp>
        <p:nvSpPr>
          <p:cNvPr id="7" name="Title 1">
            <a:extLst>
              <a:ext uri="{FF2B5EF4-FFF2-40B4-BE49-F238E27FC236}">
                <a16:creationId xmlns:a16="http://schemas.microsoft.com/office/drawing/2014/main" id="{51E53562-CEDA-FEF0-B8BA-FBE2E9D77CFF}"/>
              </a:ext>
            </a:extLst>
          </p:cNvPr>
          <p:cNvSpPr>
            <a:spLocks noGrp="1"/>
          </p:cNvSpPr>
          <p:nvPr>
            <p:ph type="title"/>
          </p:nvPr>
        </p:nvSpPr>
        <p:spPr>
          <a:xfrm>
            <a:off x="838200" y="365125"/>
            <a:ext cx="10515600" cy="1325563"/>
          </a:xfrm>
        </p:spPr>
        <p:txBody>
          <a:bodyPr/>
          <a:lstStyle/>
          <a:p>
            <a:r>
              <a:rPr lang="en-US">
                <a:ea typeface="Calibri Light"/>
                <a:cs typeface="Calibri Light"/>
              </a:rPr>
              <a:t>Part 2 –  3-layer atmosphere</a:t>
            </a:r>
            <a:endParaRPr lang="en-US"/>
          </a:p>
        </p:txBody>
      </p:sp>
      <p:sp>
        <p:nvSpPr>
          <p:cNvPr id="9" name="Segnaposto numero diapositiva 8">
            <a:extLst>
              <a:ext uri="{FF2B5EF4-FFF2-40B4-BE49-F238E27FC236}">
                <a16:creationId xmlns:a16="http://schemas.microsoft.com/office/drawing/2014/main" id="{B4AD3D78-D715-B332-6577-451208E50D89}"/>
              </a:ext>
            </a:extLst>
          </p:cNvPr>
          <p:cNvSpPr>
            <a:spLocks noGrp="1"/>
          </p:cNvSpPr>
          <p:nvPr>
            <p:ph type="sldNum" sz="quarter" idx="12"/>
          </p:nvPr>
        </p:nvSpPr>
        <p:spPr/>
        <p:txBody>
          <a:bodyPr/>
          <a:lstStyle/>
          <a:p>
            <a:fld id="{48F63A3B-78C7-47BE-AE5E-E10140E04643}" type="slidenum">
              <a:rPr lang="en-US" smtClean="0"/>
              <a:t>64</a:t>
            </a:fld>
            <a:endParaRPr lang="en-US"/>
          </a:p>
        </p:txBody>
      </p:sp>
      <p:sp>
        <p:nvSpPr>
          <p:cNvPr id="11" name="Segnaposto contenuto 2">
            <a:extLst>
              <a:ext uri="{FF2B5EF4-FFF2-40B4-BE49-F238E27FC236}">
                <a16:creationId xmlns:a16="http://schemas.microsoft.com/office/drawing/2014/main" id="{080D28EB-D64F-DBAB-9322-01693862C623}"/>
              </a:ext>
            </a:extLst>
          </p:cNvPr>
          <p:cNvSpPr>
            <a:spLocks noGrp="1"/>
          </p:cNvSpPr>
          <p:nvPr>
            <p:ph idx="1"/>
          </p:nvPr>
        </p:nvSpPr>
        <p:spPr>
          <a:xfrm>
            <a:off x="838200" y="1690688"/>
            <a:ext cx="9933923" cy="4486275"/>
          </a:xfrm>
        </p:spPr>
        <p:txBody>
          <a:bodyPr>
            <a:normAutofit/>
          </a:bodyPr>
          <a:lstStyle/>
          <a:p>
            <a:pPr marL="0" indent="0">
              <a:buNone/>
            </a:pPr>
            <a:r>
              <a:rPr lang="it-IT" sz="2200" err="1"/>
              <a:t>Difference</a:t>
            </a:r>
            <a:r>
              <a:rPr lang="it-IT" sz="2200"/>
              <a:t> </a:t>
            </a:r>
            <a:r>
              <a:rPr lang="it-IT" sz="2200" err="1"/>
              <a:t>between</a:t>
            </a:r>
            <a:r>
              <a:rPr lang="it-IT" sz="2200"/>
              <a:t> the </a:t>
            </a:r>
            <a:r>
              <a:rPr lang="it-IT" sz="2200" err="1"/>
              <a:t>inversion</a:t>
            </a:r>
            <a:r>
              <a:rPr lang="it-IT" sz="2200"/>
              <a:t> </a:t>
            </a:r>
            <a:r>
              <a:rPr lang="it-IT" sz="2200" err="1"/>
              <a:t>layer</a:t>
            </a:r>
            <a:r>
              <a:rPr lang="it-IT" sz="2200"/>
              <a:t> position </a:t>
            </a:r>
            <a:r>
              <a:rPr lang="it-IT" sz="2200" err="1"/>
              <a:t>respect</a:t>
            </a:r>
            <a:r>
              <a:rPr lang="it-IT" sz="2200"/>
              <a:t> to mountain </a:t>
            </a:r>
            <a:r>
              <a:rPr lang="it-IT" sz="2200" err="1"/>
              <a:t>peak</a:t>
            </a:r>
            <a:r>
              <a:rPr lang="it-IT" sz="2200"/>
              <a:t>: (a) </a:t>
            </a:r>
            <a:r>
              <a:rPr lang="it-IT" sz="2200" err="1"/>
              <a:t>below</a:t>
            </a:r>
            <a:r>
              <a:rPr lang="it-IT" sz="2200"/>
              <a:t> mountain top, (b) </a:t>
            </a:r>
            <a:r>
              <a:rPr lang="it-IT" sz="2200" err="1"/>
              <a:t>at</a:t>
            </a:r>
            <a:r>
              <a:rPr lang="it-IT" sz="2200"/>
              <a:t> mountain top.</a:t>
            </a:r>
          </a:p>
        </p:txBody>
      </p:sp>
      <p:sp>
        <p:nvSpPr>
          <p:cNvPr id="18" name="CasellaDiTesto 17">
            <a:extLst>
              <a:ext uri="{FF2B5EF4-FFF2-40B4-BE49-F238E27FC236}">
                <a16:creationId xmlns:a16="http://schemas.microsoft.com/office/drawing/2014/main" id="{6A1CAEC3-E617-EB21-4EFF-E12205B56D07}"/>
              </a:ext>
            </a:extLst>
          </p:cNvPr>
          <p:cNvSpPr txBox="1"/>
          <p:nvPr/>
        </p:nvSpPr>
        <p:spPr>
          <a:xfrm>
            <a:off x="7165487" y="2439004"/>
            <a:ext cx="455064" cy="369332"/>
          </a:xfrm>
          <a:prstGeom prst="rect">
            <a:avLst/>
          </a:prstGeom>
          <a:noFill/>
        </p:spPr>
        <p:txBody>
          <a:bodyPr wrap="square">
            <a:spAutoFit/>
          </a:bodyPr>
          <a:lstStyle/>
          <a:p>
            <a:r>
              <a:rPr lang="it-IT" sz="1800">
                <a:solidFill>
                  <a:srgbClr val="4976C6"/>
                </a:solidFill>
              </a:rPr>
              <a:t>(b)</a:t>
            </a:r>
            <a:endParaRPr lang="it-IT">
              <a:solidFill>
                <a:srgbClr val="4976C6"/>
              </a:solidFill>
            </a:endParaRPr>
          </a:p>
        </p:txBody>
      </p:sp>
      <p:sp>
        <p:nvSpPr>
          <p:cNvPr id="19" name="CasellaDiTesto 18">
            <a:extLst>
              <a:ext uri="{FF2B5EF4-FFF2-40B4-BE49-F238E27FC236}">
                <a16:creationId xmlns:a16="http://schemas.microsoft.com/office/drawing/2014/main" id="{4275A894-240D-2C53-D022-17191D427103}"/>
              </a:ext>
            </a:extLst>
          </p:cNvPr>
          <p:cNvSpPr txBox="1"/>
          <p:nvPr/>
        </p:nvSpPr>
        <p:spPr>
          <a:xfrm>
            <a:off x="2638215" y="2439004"/>
            <a:ext cx="455064" cy="369332"/>
          </a:xfrm>
          <a:prstGeom prst="rect">
            <a:avLst/>
          </a:prstGeom>
          <a:noFill/>
        </p:spPr>
        <p:txBody>
          <a:bodyPr wrap="square">
            <a:spAutoFit/>
          </a:bodyPr>
          <a:lstStyle/>
          <a:p>
            <a:r>
              <a:rPr lang="it-IT" sz="1800">
                <a:solidFill>
                  <a:srgbClr val="4976C6"/>
                </a:solidFill>
              </a:rPr>
              <a:t>(a)</a:t>
            </a:r>
            <a:endParaRPr lang="it-IT">
              <a:solidFill>
                <a:srgbClr val="4976C6"/>
              </a:solidFill>
            </a:endParaRPr>
          </a:p>
        </p:txBody>
      </p:sp>
      <p:pic>
        <p:nvPicPr>
          <p:cNvPr id="4" name="Immagine 3">
            <a:extLst>
              <a:ext uri="{FF2B5EF4-FFF2-40B4-BE49-F238E27FC236}">
                <a16:creationId xmlns:a16="http://schemas.microsoft.com/office/drawing/2014/main" id="{7516BB4D-4ACB-CF4D-EDDA-04FC7E2A9A6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5459" y="2848086"/>
            <a:ext cx="2248232" cy="3079396"/>
          </a:xfrm>
          <a:prstGeom prst="rect">
            <a:avLst/>
          </a:prstGeom>
        </p:spPr>
      </p:pic>
      <p:sp>
        <p:nvSpPr>
          <p:cNvPr id="6" name="TextBox 4">
            <a:extLst>
              <a:ext uri="{FF2B5EF4-FFF2-40B4-BE49-F238E27FC236}">
                <a16:creationId xmlns:a16="http://schemas.microsoft.com/office/drawing/2014/main" id="{91A333C2-D98E-FE3B-4A9F-46767BBEBBCF}"/>
              </a:ext>
            </a:extLst>
          </p:cNvPr>
          <p:cNvSpPr txBox="1"/>
          <p:nvPr/>
        </p:nvSpPr>
        <p:spPr>
          <a:xfrm>
            <a:off x="4166307" y="5992297"/>
            <a:ext cx="11675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Below MT</a:t>
            </a:r>
          </a:p>
        </p:txBody>
      </p:sp>
      <p:sp>
        <p:nvSpPr>
          <p:cNvPr id="8" name="TextBox 4">
            <a:extLst>
              <a:ext uri="{FF2B5EF4-FFF2-40B4-BE49-F238E27FC236}">
                <a16:creationId xmlns:a16="http://schemas.microsoft.com/office/drawing/2014/main" id="{E81FC42F-4CC4-B9CB-13AD-71FFF80C90E9}"/>
              </a:ext>
            </a:extLst>
          </p:cNvPr>
          <p:cNvSpPr txBox="1"/>
          <p:nvPr/>
        </p:nvSpPr>
        <p:spPr>
          <a:xfrm>
            <a:off x="8814630" y="5976751"/>
            <a:ext cx="11675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 MT</a:t>
            </a:r>
          </a:p>
        </p:txBody>
      </p:sp>
    </p:spTree>
    <p:extLst>
      <p:ext uri="{BB962C8B-B14F-4D97-AF65-F5344CB8AC3E}">
        <p14:creationId xmlns:p14="http://schemas.microsoft.com/office/powerpoint/2010/main" val="39203416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DD53D-9C54-DCDD-BD39-163DCBBCD2D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B78B5E1-3059-C835-B52B-82AA42C99CEA}"/>
              </a:ext>
            </a:extLst>
          </p:cNvPr>
          <p:cNvSpPr>
            <a:spLocks noGrp="1"/>
          </p:cNvSpPr>
          <p:nvPr>
            <p:ph type="title"/>
          </p:nvPr>
        </p:nvSpPr>
        <p:spPr>
          <a:xfrm>
            <a:off x="838200" y="365125"/>
            <a:ext cx="10515600" cy="1325563"/>
          </a:xfrm>
        </p:spPr>
        <p:txBody>
          <a:bodyPr/>
          <a:lstStyle/>
          <a:p>
            <a:r>
              <a:rPr lang="en-US">
                <a:ea typeface="Calibri Light"/>
                <a:cs typeface="Calibri Light"/>
              </a:rPr>
              <a:t>Part 2 –  3-layer atmosphere</a:t>
            </a:r>
            <a:endParaRPr lang="en-US"/>
          </a:p>
        </p:txBody>
      </p:sp>
      <p:sp>
        <p:nvSpPr>
          <p:cNvPr id="9" name="Segnaposto numero diapositiva 8">
            <a:extLst>
              <a:ext uri="{FF2B5EF4-FFF2-40B4-BE49-F238E27FC236}">
                <a16:creationId xmlns:a16="http://schemas.microsoft.com/office/drawing/2014/main" id="{CD6ED596-6CB0-8FAF-E829-AF9187875486}"/>
              </a:ext>
            </a:extLst>
          </p:cNvPr>
          <p:cNvSpPr>
            <a:spLocks noGrp="1"/>
          </p:cNvSpPr>
          <p:nvPr>
            <p:ph type="sldNum" sz="quarter" idx="12"/>
          </p:nvPr>
        </p:nvSpPr>
        <p:spPr/>
        <p:txBody>
          <a:bodyPr/>
          <a:lstStyle/>
          <a:p>
            <a:fld id="{48F63A3B-78C7-47BE-AE5E-E10140E04643}" type="slidenum">
              <a:rPr lang="en-US" smtClean="0"/>
              <a:t>65</a:t>
            </a:fld>
            <a:endParaRPr lang="en-US"/>
          </a:p>
        </p:txBody>
      </p:sp>
      <p:pic>
        <p:nvPicPr>
          <p:cNvPr id="5" name="Immagine 4">
            <a:extLst>
              <a:ext uri="{FF2B5EF4-FFF2-40B4-BE49-F238E27FC236}">
                <a16:creationId xmlns:a16="http://schemas.microsoft.com/office/drawing/2014/main" id="{04D0B413-1BD1-0260-3BF4-BB65CC2324E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078765" y="2493391"/>
            <a:ext cx="3865846" cy="3479262"/>
          </a:xfrm>
          <a:prstGeom prst="rect">
            <a:avLst/>
          </a:prstGeom>
        </p:spPr>
      </p:pic>
      <p:pic>
        <p:nvPicPr>
          <p:cNvPr id="10" name="Immagine 9">
            <a:extLst>
              <a:ext uri="{FF2B5EF4-FFF2-40B4-BE49-F238E27FC236}">
                <a16:creationId xmlns:a16="http://schemas.microsoft.com/office/drawing/2014/main" id="{262A0AF5-A478-0E4F-09E2-E8D2D11AA83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516942" y="2493391"/>
            <a:ext cx="3865847" cy="3479263"/>
          </a:xfrm>
          <a:prstGeom prst="rect">
            <a:avLst/>
          </a:prstGeom>
        </p:spPr>
      </p:pic>
      <p:sp>
        <p:nvSpPr>
          <p:cNvPr id="11" name="Segnaposto contenuto 2">
            <a:extLst>
              <a:ext uri="{FF2B5EF4-FFF2-40B4-BE49-F238E27FC236}">
                <a16:creationId xmlns:a16="http://schemas.microsoft.com/office/drawing/2014/main" id="{1834AB51-94DE-38CF-A7F5-3A5E6AC62C74}"/>
              </a:ext>
            </a:extLst>
          </p:cNvPr>
          <p:cNvSpPr>
            <a:spLocks noGrp="1"/>
          </p:cNvSpPr>
          <p:nvPr>
            <p:ph idx="1"/>
          </p:nvPr>
        </p:nvSpPr>
        <p:spPr>
          <a:xfrm>
            <a:off x="838200" y="1690688"/>
            <a:ext cx="9933923" cy="4486275"/>
          </a:xfrm>
        </p:spPr>
        <p:txBody>
          <a:bodyPr>
            <a:normAutofit/>
          </a:bodyPr>
          <a:lstStyle/>
          <a:p>
            <a:pPr marL="0" indent="0">
              <a:buNone/>
            </a:pPr>
            <a:r>
              <a:rPr lang="it-IT" sz="2200" err="1"/>
              <a:t>Difference</a:t>
            </a:r>
            <a:r>
              <a:rPr lang="it-IT" sz="2200"/>
              <a:t> </a:t>
            </a:r>
            <a:r>
              <a:rPr lang="it-IT" sz="2200" err="1"/>
              <a:t>between</a:t>
            </a:r>
            <a:r>
              <a:rPr lang="it-IT" sz="2200"/>
              <a:t> the </a:t>
            </a:r>
            <a:r>
              <a:rPr lang="it-IT" sz="2200" err="1"/>
              <a:t>inversion</a:t>
            </a:r>
            <a:r>
              <a:rPr lang="it-IT" sz="2200"/>
              <a:t> </a:t>
            </a:r>
            <a:r>
              <a:rPr lang="it-IT" sz="2200" err="1"/>
              <a:t>layer</a:t>
            </a:r>
            <a:r>
              <a:rPr lang="it-IT" sz="2200"/>
              <a:t> position </a:t>
            </a:r>
            <a:r>
              <a:rPr lang="it-IT" sz="2200" err="1"/>
              <a:t>respect</a:t>
            </a:r>
            <a:r>
              <a:rPr lang="it-IT" sz="2200"/>
              <a:t> to mountain </a:t>
            </a:r>
            <a:r>
              <a:rPr lang="it-IT" sz="2200" err="1"/>
              <a:t>peak</a:t>
            </a:r>
            <a:r>
              <a:rPr lang="it-IT" sz="2200"/>
              <a:t>: (a) </a:t>
            </a:r>
            <a:r>
              <a:rPr lang="it-IT" sz="2200" err="1"/>
              <a:t>below</a:t>
            </a:r>
            <a:r>
              <a:rPr lang="it-IT" sz="2200"/>
              <a:t> mountain top, (b) </a:t>
            </a:r>
            <a:r>
              <a:rPr lang="it-IT" sz="2200" err="1"/>
              <a:t>at</a:t>
            </a:r>
            <a:r>
              <a:rPr lang="it-IT" sz="2200"/>
              <a:t> mountain top.</a:t>
            </a:r>
          </a:p>
        </p:txBody>
      </p:sp>
      <p:sp>
        <p:nvSpPr>
          <p:cNvPr id="18" name="CasellaDiTesto 17">
            <a:extLst>
              <a:ext uri="{FF2B5EF4-FFF2-40B4-BE49-F238E27FC236}">
                <a16:creationId xmlns:a16="http://schemas.microsoft.com/office/drawing/2014/main" id="{85EBD450-3089-DC89-354F-6F381B56B6C8}"/>
              </a:ext>
            </a:extLst>
          </p:cNvPr>
          <p:cNvSpPr txBox="1"/>
          <p:nvPr/>
        </p:nvSpPr>
        <p:spPr>
          <a:xfrm>
            <a:off x="6853414" y="2439004"/>
            <a:ext cx="455064" cy="369332"/>
          </a:xfrm>
          <a:prstGeom prst="rect">
            <a:avLst/>
          </a:prstGeom>
          <a:noFill/>
        </p:spPr>
        <p:txBody>
          <a:bodyPr wrap="square">
            <a:spAutoFit/>
          </a:bodyPr>
          <a:lstStyle/>
          <a:p>
            <a:r>
              <a:rPr lang="it-IT" sz="1800">
                <a:solidFill>
                  <a:srgbClr val="4976C6"/>
                </a:solidFill>
              </a:rPr>
              <a:t>(b)</a:t>
            </a:r>
            <a:endParaRPr lang="it-IT">
              <a:solidFill>
                <a:srgbClr val="4976C6"/>
              </a:solidFill>
            </a:endParaRPr>
          </a:p>
        </p:txBody>
      </p:sp>
      <p:sp>
        <p:nvSpPr>
          <p:cNvPr id="19" name="CasellaDiTesto 18">
            <a:extLst>
              <a:ext uri="{FF2B5EF4-FFF2-40B4-BE49-F238E27FC236}">
                <a16:creationId xmlns:a16="http://schemas.microsoft.com/office/drawing/2014/main" id="{A567D05E-3F3C-1056-01A8-A54E3BC8C538}"/>
              </a:ext>
            </a:extLst>
          </p:cNvPr>
          <p:cNvSpPr txBox="1"/>
          <p:nvPr/>
        </p:nvSpPr>
        <p:spPr>
          <a:xfrm>
            <a:off x="2333691" y="2439004"/>
            <a:ext cx="455064" cy="369332"/>
          </a:xfrm>
          <a:prstGeom prst="rect">
            <a:avLst/>
          </a:prstGeom>
          <a:noFill/>
        </p:spPr>
        <p:txBody>
          <a:bodyPr wrap="square">
            <a:spAutoFit/>
          </a:bodyPr>
          <a:lstStyle/>
          <a:p>
            <a:r>
              <a:rPr lang="it-IT" sz="1800">
                <a:solidFill>
                  <a:srgbClr val="4976C6"/>
                </a:solidFill>
              </a:rPr>
              <a:t>(a)</a:t>
            </a:r>
            <a:endParaRPr lang="it-IT">
              <a:solidFill>
                <a:srgbClr val="4976C6"/>
              </a:solidFill>
            </a:endParaRPr>
          </a:p>
        </p:txBody>
      </p:sp>
      <p:pic>
        <p:nvPicPr>
          <p:cNvPr id="4" name="Immagine 3">
            <a:extLst>
              <a:ext uri="{FF2B5EF4-FFF2-40B4-BE49-F238E27FC236}">
                <a16:creationId xmlns:a16="http://schemas.microsoft.com/office/drawing/2014/main" id="{4B3EE145-109C-58B3-D502-387947CA7D9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5459" y="2848086"/>
            <a:ext cx="2248232" cy="3079396"/>
          </a:xfrm>
          <a:prstGeom prst="rect">
            <a:avLst/>
          </a:prstGeom>
        </p:spPr>
      </p:pic>
      <p:sp>
        <p:nvSpPr>
          <p:cNvPr id="6" name="TextBox 4">
            <a:extLst>
              <a:ext uri="{FF2B5EF4-FFF2-40B4-BE49-F238E27FC236}">
                <a16:creationId xmlns:a16="http://schemas.microsoft.com/office/drawing/2014/main" id="{56AD6803-556F-2DE3-C1E0-1DBED9579F74}"/>
              </a:ext>
            </a:extLst>
          </p:cNvPr>
          <p:cNvSpPr txBox="1"/>
          <p:nvPr/>
        </p:nvSpPr>
        <p:spPr>
          <a:xfrm>
            <a:off x="4166307" y="5992297"/>
            <a:ext cx="11675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Below MT</a:t>
            </a:r>
          </a:p>
        </p:txBody>
      </p:sp>
      <p:sp>
        <p:nvSpPr>
          <p:cNvPr id="8" name="TextBox 4">
            <a:extLst>
              <a:ext uri="{FF2B5EF4-FFF2-40B4-BE49-F238E27FC236}">
                <a16:creationId xmlns:a16="http://schemas.microsoft.com/office/drawing/2014/main" id="{DA3D6D08-603F-2DC6-EF32-3D2D2E976794}"/>
              </a:ext>
            </a:extLst>
          </p:cNvPr>
          <p:cNvSpPr txBox="1"/>
          <p:nvPr/>
        </p:nvSpPr>
        <p:spPr>
          <a:xfrm>
            <a:off x="8814630" y="5976751"/>
            <a:ext cx="11675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 MT</a:t>
            </a:r>
          </a:p>
        </p:txBody>
      </p:sp>
    </p:spTree>
    <p:extLst>
      <p:ext uri="{BB962C8B-B14F-4D97-AF65-F5344CB8AC3E}">
        <p14:creationId xmlns:p14="http://schemas.microsoft.com/office/powerpoint/2010/main" val="557692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28F84-90D3-5175-6F17-2F0DF94FD634}"/>
              </a:ext>
            </a:extLst>
          </p:cNvPr>
          <p:cNvSpPr>
            <a:spLocks noGrp="1"/>
          </p:cNvSpPr>
          <p:nvPr>
            <p:ph type="title"/>
          </p:nvPr>
        </p:nvSpPr>
        <p:spPr/>
        <p:txBody>
          <a:bodyPr/>
          <a:lstStyle/>
          <a:p>
            <a:r>
              <a:rPr lang="en-US">
                <a:ea typeface="Calibri Light"/>
                <a:cs typeface="Calibri Light"/>
              </a:rPr>
              <a:t>Part 0.1 - Atmosphere with uniform stability</a:t>
            </a:r>
            <a:endParaRPr lang="en-US"/>
          </a:p>
        </p:txBody>
      </p:sp>
      <p:sp>
        <p:nvSpPr>
          <p:cNvPr id="3" name="Content Placeholder 2">
            <a:extLst>
              <a:ext uri="{FF2B5EF4-FFF2-40B4-BE49-F238E27FC236}">
                <a16:creationId xmlns:a16="http://schemas.microsoft.com/office/drawing/2014/main" id="{CE2C3058-1364-13FF-EC7A-5E8A5BC8C12C}"/>
              </a:ext>
            </a:extLst>
          </p:cNvPr>
          <p:cNvSpPr>
            <a:spLocks noGrp="1"/>
          </p:cNvSpPr>
          <p:nvPr>
            <p:ph idx="1"/>
          </p:nvPr>
        </p:nvSpPr>
        <p:spPr>
          <a:xfrm>
            <a:off x="838200" y="1825625"/>
            <a:ext cx="6264926" cy="4351338"/>
          </a:xfrm>
        </p:spPr>
        <p:txBody>
          <a:bodyPr vert="horz" lIns="91440" tIns="45720" rIns="91440" bIns="45720" rtlCol="0" anchor="t">
            <a:normAutofit/>
          </a:bodyPr>
          <a:lstStyle/>
          <a:p>
            <a:pPr marL="0" indent="0">
              <a:buNone/>
            </a:pPr>
            <a:r>
              <a:rPr lang="en-US" sz="2000">
                <a:latin typeface="Source Sans Pro" panose="020B0503030403020204" pitchFamily="34" charset="0"/>
                <a:ea typeface="Calibri" panose="020F0502020204030204"/>
                <a:cs typeface="Calibri" panose="020F0502020204030204"/>
              </a:rPr>
              <a:t>Objective:</a:t>
            </a:r>
            <a:endParaRPr lang="en-US"/>
          </a:p>
          <a:p>
            <a:pPr marL="0" indent="0">
              <a:buNone/>
            </a:pPr>
            <a:endParaRPr lang="en-US" sz="2000">
              <a:latin typeface="Source Sans Pro" panose="020B0503030403020204" pitchFamily="34" charset="0"/>
              <a:ea typeface="Calibri" panose="020F0502020204030204"/>
              <a:cs typeface="Calibri" panose="020F0502020204030204"/>
            </a:endParaRPr>
          </a:p>
          <a:p>
            <a:pPr marL="0" indent="0">
              <a:buNone/>
            </a:pPr>
            <a:r>
              <a:rPr lang="en-US" sz="2000">
                <a:latin typeface="Source Sans Pro" panose="020B0503030403020204" pitchFamily="34" charset="0"/>
                <a:ea typeface="Calibri" panose="020F0502020204030204"/>
                <a:cs typeface="Calibri" panose="020F0502020204030204"/>
              </a:rPr>
              <a:t>Investigates flow regimes under different settings.</a:t>
            </a:r>
          </a:p>
          <a:p>
            <a:pPr marL="0" indent="0">
              <a:buNone/>
            </a:pPr>
            <a:r>
              <a:rPr lang="en-US" sz="2000">
                <a:latin typeface="Source Sans Pro" panose="020B0503030403020204" pitchFamily="34" charset="0"/>
                <a:ea typeface="Calibri" panose="020F0502020204030204"/>
                <a:cs typeface="Calibri" panose="020F0502020204030204"/>
              </a:rPr>
              <a:t>You can vary:</a:t>
            </a:r>
          </a:p>
          <a:p>
            <a:pPr marL="342900" indent="-342900">
              <a:buFont typeface="Calibri" panose="020B0604020202020204" pitchFamily="34" charset="0"/>
              <a:buChar char="-"/>
            </a:pPr>
            <a:r>
              <a:rPr lang="en-US" sz="2000">
                <a:latin typeface="Source Sans Pro" panose="020B0503030403020204" pitchFamily="34" charset="0"/>
                <a:ea typeface="Calibri" panose="020F0502020204030204"/>
                <a:cs typeface="Calibri" panose="020F0502020204030204"/>
              </a:rPr>
              <a:t>U component of the wind (</a:t>
            </a:r>
            <a:r>
              <a:rPr lang="en-US" sz="2000" err="1">
                <a:latin typeface="Source Sans Pro" panose="020B0503030403020204" pitchFamily="34" charset="0"/>
                <a:ea typeface="Calibri" panose="020F0502020204030204"/>
                <a:cs typeface="Calibri" panose="020F0502020204030204"/>
              </a:rPr>
              <a:t>input_sounding</a:t>
            </a:r>
            <a:r>
              <a:rPr lang="en-US" sz="2000">
                <a:latin typeface="Source Sans Pro" panose="020B0503030403020204" pitchFamily="34" charset="0"/>
                <a:ea typeface="Calibri" panose="020F0502020204030204"/>
                <a:cs typeface="Calibri" panose="020F0502020204030204"/>
              </a:rPr>
              <a:t>)</a:t>
            </a:r>
          </a:p>
          <a:p>
            <a:pPr marL="342900" indent="-342900">
              <a:buFont typeface="Calibri" panose="020B0604020202020204" pitchFamily="34" charset="0"/>
              <a:buChar char="-"/>
            </a:pPr>
            <a:r>
              <a:rPr lang="en-US" sz="2000">
                <a:latin typeface="Source Sans Pro" panose="020B0503030403020204" pitchFamily="34" charset="0"/>
                <a:ea typeface="Calibri" panose="020F0502020204030204"/>
                <a:cs typeface="Calibri" panose="020F0502020204030204"/>
              </a:rPr>
              <a:t>Potential temperature profile (</a:t>
            </a:r>
            <a:r>
              <a:rPr lang="en-US" sz="2000" err="1">
                <a:latin typeface="Source Sans Pro" panose="020B0503030403020204" pitchFamily="34" charset="0"/>
                <a:ea typeface="Calibri" panose="020F0502020204030204"/>
                <a:cs typeface="Calibri" panose="020F0502020204030204"/>
              </a:rPr>
              <a:t>input_sounding</a:t>
            </a:r>
            <a:r>
              <a:rPr lang="en-US" sz="2000">
                <a:latin typeface="Source Sans Pro" panose="020B0503030403020204" pitchFamily="34" charset="0"/>
                <a:ea typeface="Calibri" panose="020F0502020204030204"/>
                <a:cs typeface="Calibri" panose="020F0502020204030204"/>
              </a:rPr>
              <a:t>)</a:t>
            </a:r>
          </a:p>
          <a:p>
            <a:pPr marL="342900" indent="-342900">
              <a:buFont typeface="Calibri" panose="020B0604020202020204" pitchFamily="34" charset="0"/>
              <a:buChar char="-"/>
            </a:pPr>
            <a:r>
              <a:rPr lang="en-US" sz="2000">
                <a:latin typeface="Source Sans Pro" panose="020B0503030403020204" pitchFamily="34" charset="0"/>
                <a:ea typeface="Calibri" panose="020F0502020204030204"/>
                <a:cs typeface="Calibri" panose="020F0502020204030204"/>
              </a:rPr>
              <a:t>Height of the hill (</a:t>
            </a:r>
            <a:r>
              <a:rPr lang="en-US" sz="2000" err="1">
                <a:latin typeface="Source Sans Pro" panose="020B0503030403020204" pitchFamily="34" charset="0"/>
                <a:ea typeface="Calibri" panose="020F0502020204030204"/>
                <a:cs typeface="Calibri" panose="020F0502020204030204"/>
              </a:rPr>
              <a:t>module_initialize_ideal.F</a:t>
            </a:r>
            <a:r>
              <a:rPr lang="en-US" sz="2000">
                <a:latin typeface="Source Sans Pro" panose="020B0503030403020204" pitchFamily="34" charset="0"/>
                <a:ea typeface="Calibri" panose="020F0502020204030204"/>
                <a:cs typeface="Calibri" panose="020F0502020204030204"/>
              </a:rPr>
              <a:t>)</a:t>
            </a:r>
          </a:p>
          <a:p>
            <a:pPr marL="0" indent="0">
              <a:buNone/>
            </a:pPr>
            <a:endParaRPr lang="en-US" sz="2000">
              <a:latin typeface="Source Sans Pro" panose="020B0503030403020204" pitchFamily="34" charset="0"/>
              <a:ea typeface="Calibri" panose="020F0502020204030204"/>
              <a:cs typeface="Calibri" panose="020F0502020204030204"/>
            </a:endParaRPr>
          </a:p>
          <a:p>
            <a:pPr marL="0" indent="0">
              <a:buNone/>
            </a:pPr>
            <a:endParaRPr lang="en-US" sz="2000">
              <a:latin typeface="Source Sans Pro" panose="020B0503030403020204" pitchFamily="34" charset="0"/>
              <a:ea typeface="Calibri" panose="020F0502020204030204"/>
              <a:cs typeface="Calibri" panose="020F0502020204030204"/>
            </a:endParaRPr>
          </a:p>
          <a:p>
            <a:pPr marL="0" indent="0">
              <a:buNone/>
            </a:pPr>
            <a:endParaRPr lang="en-US" sz="2000">
              <a:latin typeface="Source Sans Pro" panose="020B0503030403020204" pitchFamily="34" charset="0"/>
              <a:ea typeface="Calibri" panose="020F0502020204030204"/>
              <a:cs typeface="Calibri" panose="020F0502020204030204"/>
            </a:endParaRPr>
          </a:p>
        </p:txBody>
      </p:sp>
      <p:sp>
        <p:nvSpPr>
          <p:cNvPr id="6" name="TextBox 5">
            <a:extLst>
              <a:ext uri="{FF2B5EF4-FFF2-40B4-BE49-F238E27FC236}">
                <a16:creationId xmlns:a16="http://schemas.microsoft.com/office/drawing/2014/main" id="{FDF4A43C-E4DF-3DE1-E995-5188B51D8761}"/>
              </a:ext>
            </a:extLst>
          </p:cNvPr>
          <p:cNvSpPr txBox="1"/>
          <p:nvPr/>
        </p:nvSpPr>
        <p:spPr>
          <a:xfrm>
            <a:off x="7460256" y="5982159"/>
            <a:ext cx="411112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 [Lin and Wang (1996)]</a:t>
            </a:r>
          </a:p>
        </p:txBody>
      </p:sp>
      <p:pic>
        <p:nvPicPr>
          <p:cNvPr id="7" name="Picture 6" descr="A table with numbers and text&#10;&#10;Description automatically generated">
            <a:extLst>
              <a:ext uri="{FF2B5EF4-FFF2-40B4-BE49-F238E27FC236}">
                <a16:creationId xmlns:a16="http://schemas.microsoft.com/office/drawing/2014/main" id="{CE8DCE3F-7D54-0B2E-0436-058A303CE5AF}"/>
              </a:ext>
            </a:extLst>
          </p:cNvPr>
          <p:cNvPicPr>
            <a:picLocks noChangeAspect="1"/>
          </p:cNvPicPr>
          <p:nvPr/>
        </p:nvPicPr>
        <p:blipFill>
          <a:blip r:embed="rId3"/>
          <a:stretch>
            <a:fillRect/>
          </a:stretch>
        </p:blipFill>
        <p:spPr>
          <a:xfrm>
            <a:off x="7110871" y="2433293"/>
            <a:ext cx="4663004" cy="3552137"/>
          </a:xfrm>
          <a:prstGeom prst="rect">
            <a:avLst/>
          </a:prstGeom>
        </p:spPr>
      </p:pic>
      <p:sp>
        <p:nvSpPr>
          <p:cNvPr id="5" name="Slide Number Placeholder 4">
            <a:extLst>
              <a:ext uri="{FF2B5EF4-FFF2-40B4-BE49-F238E27FC236}">
                <a16:creationId xmlns:a16="http://schemas.microsoft.com/office/drawing/2014/main" id="{CF75D0DC-810E-D32A-98E8-FD2164464697}"/>
              </a:ext>
            </a:extLst>
          </p:cNvPr>
          <p:cNvSpPr>
            <a:spLocks noGrp="1"/>
          </p:cNvSpPr>
          <p:nvPr>
            <p:ph type="sldNum" sz="quarter" idx="12"/>
          </p:nvPr>
        </p:nvSpPr>
        <p:spPr/>
        <p:txBody>
          <a:bodyPr/>
          <a:lstStyle/>
          <a:p>
            <a:fld id="{48F63A3B-78C7-47BE-AE5E-E10140E04643}" type="slidenum">
              <a:rPr lang="en-US" dirty="0"/>
              <a:t>66</a:t>
            </a:fld>
            <a:endParaRPr lang="en-US"/>
          </a:p>
        </p:txBody>
      </p:sp>
    </p:spTree>
    <p:extLst>
      <p:ext uri="{BB962C8B-B14F-4D97-AF65-F5344CB8AC3E}">
        <p14:creationId xmlns:p14="http://schemas.microsoft.com/office/powerpoint/2010/main" val="14560386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424DE9-5D93-9633-DD5A-648540D7F0A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CEC1AC-8E35-B522-D05E-A94C4F6CE9BF}"/>
                  </a:ext>
                </a:extLst>
              </p:cNvPr>
              <p:cNvSpPr>
                <a:spLocks noGrp="1"/>
              </p:cNvSpPr>
              <p:nvPr>
                <p:ph idx="1"/>
              </p:nvPr>
            </p:nvSpPr>
            <p:spPr>
              <a:xfrm>
                <a:off x="838200" y="1848037"/>
                <a:ext cx="10515600" cy="4351338"/>
              </a:xfrm>
            </p:spPr>
            <p:txBody>
              <a:bodyPr vert="horz" lIns="91440" tIns="45720" rIns="91440" bIns="45720" rtlCol="0" anchor="t">
                <a:normAutofit/>
              </a:bodyPr>
              <a:lstStyle/>
              <a:p>
                <a:pPr marL="0" indent="0">
                  <a:buNone/>
                </a:pPr>
                <a:r>
                  <a:rPr lang="en-US" sz="2000">
                    <a:solidFill>
                      <a:srgbClr val="000000"/>
                    </a:solidFill>
                    <a:latin typeface="Calibri"/>
                    <a:ea typeface="+mn-lt"/>
                    <a:cs typeface="+mn-lt"/>
                  </a:rPr>
                  <a:t>Firstly, calculate/take note of essential parameters:</a:t>
                </a:r>
              </a:p>
              <a:p>
                <a:pPr marL="342900" indent="-342900">
                  <a:buFont typeface="Calibri" panose="020B0604020202020204" pitchFamily="34" charset="0"/>
                  <a:buChar char="-"/>
                </a:pPr>
                <a:r>
                  <a:rPr lang="en-US" sz="2000">
                    <a:solidFill>
                      <a:srgbClr val="000000"/>
                    </a:solidFill>
                    <a:latin typeface="Calibri"/>
                    <a:ea typeface="+mn-lt"/>
                    <a:cs typeface="+mn-lt"/>
                  </a:rPr>
                  <a:t>Hill height </a:t>
                </a:r>
                <a:r>
                  <a:rPr lang="en-US" sz="2000" i="1">
                    <a:solidFill>
                      <a:srgbClr val="000000"/>
                    </a:solidFill>
                    <a:latin typeface="Calibri"/>
                    <a:ea typeface="+mn-lt"/>
                    <a:cs typeface="+mn-lt"/>
                  </a:rPr>
                  <a:t>h</a:t>
                </a:r>
                <a:r>
                  <a:rPr lang="en-US" sz="2000">
                    <a:solidFill>
                      <a:srgbClr val="000000"/>
                    </a:solidFill>
                    <a:latin typeface="Calibri"/>
                    <a:ea typeface="+mn-lt"/>
                    <a:cs typeface="+mn-lt"/>
                  </a:rPr>
                  <a:t>;</a:t>
                </a:r>
              </a:p>
              <a:p>
                <a:pPr marL="342900" indent="-342900">
                  <a:buFont typeface="Calibri" panose="020B0604020202020204" pitchFamily="34" charset="0"/>
                  <a:buChar char="-"/>
                </a:pPr>
                <a:r>
                  <a:rPr lang="en-US" sz="2000">
                    <a:solidFill>
                      <a:srgbClr val="000000"/>
                    </a:solidFill>
                    <a:latin typeface="Calibri"/>
                    <a:ea typeface="+mn-lt"/>
                    <a:cs typeface="+mn-lt"/>
                  </a:rPr>
                  <a:t>Half-mountain width </a:t>
                </a:r>
                <a:r>
                  <a:rPr lang="en-US" sz="2000" i="1">
                    <a:solidFill>
                      <a:srgbClr val="000000"/>
                    </a:solidFill>
                    <a:latin typeface="Calibri"/>
                    <a:ea typeface="+mn-lt"/>
                    <a:cs typeface="+mn-lt"/>
                  </a:rPr>
                  <a:t>a</a:t>
                </a:r>
                <a:r>
                  <a:rPr lang="en-US" sz="2000">
                    <a:solidFill>
                      <a:srgbClr val="000000"/>
                    </a:solidFill>
                    <a:latin typeface="Calibri"/>
                    <a:ea typeface="+mn-lt"/>
                    <a:cs typeface="+mn-lt"/>
                  </a:rPr>
                  <a:t>;</a:t>
                </a:r>
                <a:endParaRPr lang="en-US" sz="2000" i="1">
                  <a:solidFill>
                    <a:srgbClr val="000000"/>
                  </a:solidFill>
                  <a:latin typeface="Calibri"/>
                  <a:ea typeface="+mn-lt"/>
                  <a:cs typeface="+mn-lt"/>
                </a:endParaRPr>
              </a:p>
              <a:p>
                <a:pPr marL="342900" indent="-342900">
                  <a:buFont typeface="Calibri" panose="020B0604020202020204" pitchFamily="34" charset="0"/>
                  <a:buChar char="-"/>
                </a:pPr>
                <a:r>
                  <a:rPr lang="en-US" sz="2000">
                    <a:solidFill>
                      <a:srgbClr val="000000"/>
                    </a:solidFill>
                    <a:latin typeface="Calibri"/>
                    <a:ea typeface="+mn-lt"/>
                    <a:cs typeface="+mn-lt"/>
                  </a:rPr>
                  <a:t>U-wind velocity </a:t>
                </a:r>
                <a:r>
                  <a:rPr lang="en-US" sz="2000" i="1">
                    <a:solidFill>
                      <a:srgbClr val="000000"/>
                    </a:solidFill>
                    <a:latin typeface="Calibri"/>
                    <a:ea typeface="+mn-lt"/>
                    <a:cs typeface="+mn-lt"/>
                  </a:rPr>
                  <a:t>u</a:t>
                </a:r>
                <a:r>
                  <a:rPr lang="en-US" sz="2000">
                    <a:solidFill>
                      <a:srgbClr val="000000"/>
                    </a:solidFill>
                    <a:latin typeface="Calibri"/>
                    <a:ea typeface="+mn-lt"/>
                    <a:cs typeface="+mn-lt"/>
                  </a:rPr>
                  <a:t>;</a:t>
                </a:r>
              </a:p>
              <a:p>
                <a:pPr marL="342900" indent="-342900">
                  <a:buFont typeface="Calibri" panose="020B0604020202020204" pitchFamily="34" charset="0"/>
                  <a:buChar char="-"/>
                </a:pPr>
                <a:r>
                  <a:rPr lang="en-US" sz="2000">
                    <a:solidFill>
                      <a:srgbClr val="000000"/>
                    </a:solidFill>
                    <a:latin typeface="Calibri"/>
                    <a:ea typeface="+mn-lt"/>
                    <a:cs typeface="+mn-lt"/>
                  </a:rPr>
                  <a:t>Brunt-Vaisala frequency </a:t>
                </a:r>
                <a:r>
                  <a:rPr lang="en-US" sz="2000" i="1">
                    <a:solidFill>
                      <a:srgbClr val="000000"/>
                    </a:solidFill>
                    <a:latin typeface="Calibri"/>
                    <a:ea typeface="+mn-lt"/>
                    <a:cs typeface="+mn-lt"/>
                  </a:rPr>
                  <a:t>N;</a:t>
                </a:r>
              </a:p>
              <a:p>
                <a:pPr marL="342900" indent="-342900">
                  <a:buFont typeface="Calibri" panose="020B0604020202020204" pitchFamily="34" charset="0"/>
                  <a:buChar char="-"/>
                </a:pPr>
                <a:r>
                  <a:rPr lang="en-US" sz="2000">
                    <a:solidFill>
                      <a:srgbClr val="000000"/>
                    </a:solidFill>
                    <a:latin typeface="Calibri"/>
                    <a:ea typeface="+mn-lt"/>
                    <a:cs typeface="+mn-lt"/>
                  </a:rPr>
                  <a:t>F</a:t>
                </a:r>
                <a:r>
                  <a:rPr lang="en-US" sz="2000" i="1">
                    <a:solidFill>
                      <a:srgbClr val="000000"/>
                    </a:solidFill>
                    <a:latin typeface="Calibri"/>
                    <a:ea typeface="+mn-lt"/>
                    <a:cs typeface="+mn-lt"/>
                  </a:rPr>
                  <a:t> or </a:t>
                </a:r>
                <a14:m>
                  <m:oMath xmlns:m="http://schemas.openxmlformats.org/officeDocument/2006/math">
                    <m:acc>
                      <m:accPr>
                        <m:chr m:val="̂"/>
                        <m:ctrlPr>
                          <a:rPr lang="it-IT" sz="2000" i="1">
                            <a:latin typeface="Cambria Math" panose="02040503050406030204" pitchFamily="18" charset="0"/>
                          </a:rPr>
                        </m:ctrlPr>
                      </m:accPr>
                      <m:e>
                        <m:r>
                          <a:rPr lang="it-IT" sz="2000" i="1">
                            <a:latin typeface="Cambria Math" panose="02040503050406030204" pitchFamily="18" charset="0"/>
                          </a:rPr>
                          <m:t>h</m:t>
                        </m:r>
                      </m:e>
                    </m:acc>
                  </m:oMath>
                </a14:m>
                <a:r>
                  <a:rPr lang="en-US" sz="2000" i="1">
                    <a:solidFill>
                      <a:srgbClr val="000000"/>
                    </a:solidFill>
                    <a:latin typeface="Calibri"/>
                    <a:ea typeface="+mn-lt"/>
                    <a:cs typeface="+mn-lt"/>
                  </a:rPr>
                  <a:t>.</a:t>
                </a:r>
              </a:p>
              <a:p>
                <a:pPr marL="0" indent="0">
                  <a:buNone/>
                </a:pPr>
                <a:r>
                  <a:rPr lang="en-US" sz="2000">
                    <a:solidFill>
                      <a:srgbClr val="000000"/>
                    </a:solidFill>
                    <a:latin typeface="Calibri"/>
                    <a:ea typeface="+mn-lt"/>
                    <a:cs typeface="+mn-lt"/>
                  </a:rPr>
                  <a:t>Then, try to identify flow regimes.</a:t>
                </a:r>
              </a:p>
              <a:p>
                <a:pPr marL="342900" indent="-342900">
                  <a:buFont typeface="Calibri" panose="020B0604020202020204" pitchFamily="34" charset="0"/>
                  <a:buChar char="-"/>
                </a:pPr>
                <a:endParaRPr lang="en-US" sz="2000">
                  <a:solidFill>
                    <a:srgbClr val="000000"/>
                  </a:solidFill>
                  <a:latin typeface="Calibri"/>
                  <a:ea typeface="+mn-lt"/>
                  <a:cs typeface="+mn-lt"/>
                </a:endParaRPr>
              </a:p>
            </p:txBody>
          </p:sp>
        </mc:Choice>
        <mc:Fallback xmlns="">
          <p:sp>
            <p:nvSpPr>
              <p:cNvPr id="3" name="Content Placeholder 2">
                <a:extLst>
                  <a:ext uri="{FF2B5EF4-FFF2-40B4-BE49-F238E27FC236}">
                    <a16:creationId xmlns:a16="http://schemas.microsoft.com/office/drawing/2014/main" id="{D4CEC1AC-8E35-B522-D05E-A94C4F6CE9BF}"/>
                  </a:ext>
                </a:extLst>
              </p:cNvPr>
              <p:cNvSpPr>
                <a:spLocks noGrp="1" noRot="1" noChangeAspect="1" noMove="1" noResize="1" noEditPoints="1" noAdjustHandles="1" noChangeArrowheads="1" noChangeShapeType="1" noTextEdit="1"/>
              </p:cNvSpPr>
              <p:nvPr>
                <p:ph idx="1"/>
              </p:nvPr>
            </p:nvSpPr>
            <p:spPr>
              <a:xfrm>
                <a:off x="838200" y="1848037"/>
                <a:ext cx="10515600" cy="4351338"/>
              </a:xfrm>
              <a:blipFill>
                <a:blip r:embed="rId3"/>
                <a:stretch>
                  <a:fillRect l="-638" t="-140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C088393-51FA-5FD5-8512-969D89571B05}"/>
              </a:ext>
            </a:extLst>
          </p:cNvPr>
          <p:cNvSpPr>
            <a:spLocks noGrp="1"/>
          </p:cNvSpPr>
          <p:nvPr>
            <p:ph type="sldNum" sz="quarter" idx="12"/>
          </p:nvPr>
        </p:nvSpPr>
        <p:spPr/>
        <p:txBody>
          <a:bodyPr/>
          <a:lstStyle/>
          <a:p>
            <a:fld id="{48F63A3B-78C7-47BE-AE5E-E10140E04643}" type="slidenum">
              <a:rPr lang="en-US" dirty="0"/>
              <a:t>67</a:t>
            </a:fld>
            <a:endParaRPr lang="en-US"/>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919F2CB5-C72D-5856-F07C-70215EC1A6DA}"/>
                  </a:ext>
                </a:extLst>
              </p:cNvPr>
              <p:cNvGraphicFramePr>
                <a:graphicFrameLocks noGrp="1"/>
              </p:cNvGraphicFramePr>
              <p:nvPr>
                <p:extLst>
                  <p:ext uri="{D42A27DB-BD31-4B8C-83A1-F6EECF244321}">
                    <p14:modId xmlns:p14="http://schemas.microsoft.com/office/powerpoint/2010/main" val="139514334"/>
                  </p:ext>
                </p:extLst>
              </p:nvPr>
            </p:nvGraphicFramePr>
            <p:xfrm>
              <a:off x="2951600" y="4907675"/>
              <a:ext cx="6519155" cy="1122109"/>
            </p:xfrm>
            <a:graphic>
              <a:graphicData uri="http://schemas.openxmlformats.org/drawingml/2006/table">
                <a:tbl>
                  <a:tblPr bandRow="1">
                    <a:tableStyleId>{5C22544A-7EE6-4342-B048-85BDC9FD1C3A}</a:tableStyleId>
                  </a:tblPr>
                  <a:tblGrid>
                    <a:gridCol w="1303831">
                      <a:extLst>
                        <a:ext uri="{9D8B030D-6E8A-4147-A177-3AD203B41FA5}">
                          <a16:colId xmlns:a16="http://schemas.microsoft.com/office/drawing/2014/main" val="275407580"/>
                        </a:ext>
                      </a:extLst>
                    </a:gridCol>
                    <a:gridCol w="1303831">
                      <a:extLst>
                        <a:ext uri="{9D8B030D-6E8A-4147-A177-3AD203B41FA5}">
                          <a16:colId xmlns:a16="http://schemas.microsoft.com/office/drawing/2014/main" val="2920316010"/>
                        </a:ext>
                      </a:extLst>
                    </a:gridCol>
                    <a:gridCol w="1303831">
                      <a:extLst>
                        <a:ext uri="{9D8B030D-6E8A-4147-A177-3AD203B41FA5}">
                          <a16:colId xmlns:a16="http://schemas.microsoft.com/office/drawing/2014/main" val="2031823184"/>
                        </a:ext>
                      </a:extLst>
                    </a:gridCol>
                    <a:gridCol w="1303831">
                      <a:extLst>
                        <a:ext uri="{9D8B030D-6E8A-4147-A177-3AD203B41FA5}">
                          <a16:colId xmlns:a16="http://schemas.microsoft.com/office/drawing/2014/main" val="410568790"/>
                        </a:ext>
                      </a:extLst>
                    </a:gridCol>
                    <a:gridCol w="1303831">
                      <a:extLst>
                        <a:ext uri="{9D8B030D-6E8A-4147-A177-3AD203B41FA5}">
                          <a16:colId xmlns:a16="http://schemas.microsoft.com/office/drawing/2014/main" val="2497623012"/>
                        </a:ext>
                      </a:extLst>
                    </a:gridCol>
                  </a:tblGrid>
                  <a:tr h="370840">
                    <a:tc>
                      <a:txBody>
                        <a:bodyPr/>
                        <a:lstStyle/>
                        <a:p>
                          <a:r>
                            <a:rPr lang="en-US" i="1"/>
                            <a:t>u </a:t>
                          </a:r>
                          <a:r>
                            <a:rPr lang="en-US"/>
                            <a:t>(m/s)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3761565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it-IT" sz="1800" i="1" smtClean="0">
                                        <a:latin typeface="Cambria Math" panose="02040503050406030204" pitchFamily="18" charset="0"/>
                                      </a:rPr>
                                    </m:ctrlPr>
                                  </m:accPr>
                                  <m:e>
                                    <m:r>
                                      <a:rPr lang="it-IT" sz="1800" i="1">
                                        <a:latin typeface="Cambria Math" panose="02040503050406030204" pitchFamily="18" charset="0"/>
                                      </a:rPr>
                                      <m:t>h</m:t>
                                    </m:r>
                                  </m:e>
                                </m:acc>
                              </m:oMath>
                            </m:oMathPara>
                          </a14:m>
                          <a:endParaRPr lang="en-US" i="1"/>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327074"/>
                      </a:ext>
                    </a:extLst>
                  </a:tr>
                  <a:tr h="370840">
                    <a:tc>
                      <a:txBody>
                        <a:bodyPr/>
                        <a:lstStyle/>
                        <a:p>
                          <a:pPr lvl="0">
                            <a:buNone/>
                          </a:pPr>
                          <a:r>
                            <a:rPr lang="en-US" sz="1800" b="0" i="0" u="none" strike="noStrike" noProof="0">
                              <a:solidFill>
                                <a:srgbClr val="000000"/>
                              </a:solidFill>
                              <a:latin typeface="Source Sans Pro" panose="020B0503030403020204" pitchFamily="34" charset="0"/>
                            </a:rPr>
                            <a:t>Regime</a:t>
                          </a:r>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49631345"/>
                      </a:ext>
                    </a:extLst>
                  </a:tr>
                </a:tbl>
              </a:graphicData>
            </a:graphic>
          </p:graphicFrame>
        </mc:Choice>
        <mc:Fallback xmlns="">
          <p:graphicFrame>
            <p:nvGraphicFramePr>
              <p:cNvPr id="8" name="Table 7">
                <a:extLst>
                  <a:ext uri="{FF2B5EF4-FFF2-40B4-BE49-F238E27FC236}">
                    <a16:creationId xmlns:a16="http://schemas.microsoft.com/office/drawing/2014/main" id="{919F2CB5-C72D-5856-F07C-70215EC1A6DA}"/>
                  </a:ext>
                </a:extLst>
              </p:cNvPr>
              <p:cNvGraphicFramePr>
                <a:graphicFrameLocks noGrp="1"/>
              </p:cNvGraphicFramePr>
              <p:nvPr>
                <p:extLst>
                  <p:ext uri="{D42A27DB-BD31-4B8C-83A1-F6EECF244321}">
                    <p14:modId xmlns:p14="http://schemas.microsoft.com/office/powerpoint/2010/main" val="139514334"/>
                  </p:ext>
                </p:extLst>
              </p:nvPr>
            </p:nvGraphicFramePr>
            <p:xfrm>
              <a:off x="2951600" y="4907675"/>
              <a:ext cx="6519155" cy="1122109"/>
            </p:xfrm>
            <a:graphic>
              <a:graphicData uri="http://schemas.openxmlformats.org/drawingml/2006/table">
                <a:tbl>
                  <a:tblPr bandRow="1">
                    <a:tableStyleId>{5C22544A-7EE6-4342-B048-85BDC9FD1C3A}</a:tableStyleId>
                  </a:tblPr>
                  <a:tblGrid>
                    <a:gridCol w="1303831">
                      <a:extLst>
                        <a:ext uri="{9D8B030D-6E8A-4147-A177-3AD203B41FA5}">
                          <a16:colId xmlns:a16="http://schemas.microsoft.com/office/drawing/2014/main" val="275407580"/>
                        </a:ext>
                      </a:extLst>
                    </a:gridCol>
                    <a:gridCol w="1303831">
                      <a:extLst>
                        <a:ext uri="{9D8B030D-6E8A-4147-A177-3AD203B41FA5}">
                          <a16:colId xmlns:a16="http://schemas.microsoft.com/office/drawing/2014/main" val="2920316010"/>
                        </a:ext>
                      </a:extLst>
                    </a:gridCol>
                    <a:gridCol w="1303831">
                      <a:extLst>
                        <a:ext uri="{9D8B030D-6E8A-4147-A177-3AD203B41FA5}">
                          <a16:colId xmlns:a16="http://schemas.microsoft.com/office/drawing/2014/main" val="2031823184"/>
                        </a:ext>
                      </a:extLst>
                    </a:gridCol>
                    <a:gridCol w="1303831">
                      <a:extLst>
                        <a:ext uri="{9D8B030D-6E8A-4147-A177-3AD203B41FA5}">
                          <a16:colId xmlns:a16="http://schemas.microsoft.com/office/drawing/2014/main" val="410568790"/>
                        </a:ext>
                      </a:extLst>
                    </a:gridCol>
                    <a:gridCol w="1303831">
                      <a:extLst>
                        <a:ext uri="{9D8B030D-6E8A-4147-A177-3AD203B41FA5}">
                          <a16:colId xmlns:a16="http://schemas.microsoft.com/office/drawing/2014/main" val="2497623012"/>
                        </a:ext>
                      </a:extLst>
                    </a:gridCol>
                  </a:tblGrid>
                  <a:tr h="370840">
                    <a:tc>
                      <a:txBody>
                        <a:bodyPr/>
                        <a:lstStyle/>
                        <a:p>
                          <a:r>
                            <a:rPr lang="en-US" i="1"/>
                            <a:t>u </a:t>
                          </a:r>
                          <a:r>
                            <a:rPr lang="en-US"/>
                            <a:t>(m/s)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37615656"/>
                      </a:ext>
                    </a:extLst>
                  </a:tr>
                  <a:tr h="380429">
                    <a:tc>
                      <a:txBody>
                        <a:bodyPr/>
                        <a:lstStyle/>
                        <a:p>
                          <a:endParaRPr lang="en-US"/>
                        </a:p>
                      </a:txBody>
                      <a:tcPr>
                        <a:blipFill>
                          <a:blip r:embed="rId4"/>
                          <a:stretch>
                            <a:fillRect l="-467" t="-104762" r="-400935" b="-117460"/>
                          </a:stretch>
                        </a:blip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327074"/>
                      </a:ext>
                    </a:extLst>
                  </a:tr>
                  <a:tr h="370840">
                    <a:tc>
                      <a:txBody>
                        <a:bodyPr/>
                        <a:lstStyle/>
                        <a:p>
                          <a:pPr lvl="0">
                            <a:buNone/>
                          </a:pPr>
                          <a:r>
                            <a:rPr lang="en-US" sz="1800" b="0" i="0" u="none" strike="noStrike" noProof="0">
                              <a:solidFill>
                                <a:srgbClr val="000000"/>
                              </a:solidFill>
                              <a:latin typeface="Source Sans Pro" panose="020B0503030403020204" pitchFamily="34" charset="0"/>
                            </a:rPr>
                            <a:t>Regime</a:t>
                          </a:r>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49631345"/>
                      </a:ext>
                    </a:extLst>
                  </a:tr>
                </a:tbl>
              </a:graphicData>
            </a:graphic>
          </p:graphicFrame>
        </mc:Fallback>
      </mc:AlternateContent>
      <p:sp>
        <p:nvSpPr>
          <p:cNvPr id="15" name="Title 1">
            <a:extLst>
              <a:ext uri="{FF2B5EF4-FFF2-40B4-BE49-F238E27FC236}">
                <a16:creationId xmlns:a16="http://schemas.microsoft.com/office/drawing/2014/main" id="{19C2E1FF-458B-A568-74D4-4E49BF9A8D07}"/>
              </a:ext>
            </a:extLst>
          </p:cNvPr>
          <p:cNvSpPr>
            <a:spLocks noGrp="1"/>
          </p:cNvSpPr>
          <p:nvPr>
            <p:ph type="title"/>
          </p:nvPr>
        </p:nvSpPr>
        <p:spPr>
          <a:xfrm>
            <a:off x="838200" y="365125"/>
            <a:ext cx="10515600" cy="1325563"/>
          </a:xfrm>
        </p:spPr>
        <p:txBody>
          <a:bodyPr/>
          <a:lstStyle/>
          <a:p>
            <a:r>
              <a:rPr lang="en-US">
                <a:ea typeface="Calibri Light"/>
                <a:cs typeface="Calibri Light"/>
              </a:rPr>
              <a:t>Part 0.1 - Atmosphere with uniform stability</a:t>
            </a:r>
            <a:endParaRPr lang="en-US"/>
          </a:p>
        </p:txBody>
      </p:sp>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92BABDE4-115B-8A1C-7828-A03971DDE178}"/>
                  </a:ext>
                </a:extLst>
              </p:cNvPr>
              <p:cNvSpPr txBox="1"/>
              <p:nvPr/>
            </p:nvSpPr>
            <p:spPr>
              <a:xfrm>
                <a:off x="7725049" y="2299887"/>
                <a:ext cx="3670300" cy="1506725"/>
              </a:xfrm>
              <a:prstGeom prst="roundRect">
                <a:avLst/>
              </a:prstGeom>
              <a:solidFill>
                <a:schemeClr val="accent1">
                  <a:lumMod val="20000"/>
                  <a:lumOff val="80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defPPr>
                  <a:defRPr lang="en-US"/>
                </a:defPPr>
                <a:lvl1pPr algn="ctr">
                  <a:defRPr>
                    <a:ea typeface="Calibri"/>
                    <a:cs typeface="Calibri"/>
                  </a:defRPr>
                </a:lvl1pPr>
              </a:lstStyle>
              <a:p>
                <a:r>
                  <a:rPr lang="en-US"/>
                  <a:t>Nondimensional mountain height</a:t>
                </a:r>
              </a:p>
              <a:p>
                <a:pPr>
                  <a:lnSpc>
                    <a:spcPct val="150000"/>
                  </a:lnSpc>
                </a:pPr>
                <a:r>
                  <a:rPr lang="en-US" sz="1800">
                    <a:ea typeface="Calibri"/>
                    <a:cs typeface="Calibri"/>
                  </a:rPr>
                  <a:t> </a:t>
                </a:r>
                <a14:m>
                  <m:oMath xmlns:m="http://schemas.openxmlformats.org/officeDocument/2006/math">
                    <m:acc>
                      <m:accPr>
                        <m:chr m:val="̂"/>
                        <m:ctrlPr>
                          <a:rPr lang="it-IT" sz="2000" i="1">
                            <a:latin typeface="Cambria Math" panose="02040503050406030204" pitchFamily="18" charset="0"/>
                          </a:rPr>
                        </m:ctrlPr>
                      </m:accPr>
                      <m:e>
                        <m:r>
                          <a:rPr lang="it-IT" sz="2000" i="1">
                            <a:latin typeface="Cambria Math" panose="02040503050406030204" pitchFamily="18" charset="0"/>
                          </a:rPr>
                          <m:t>h</m:t>
                        </m:r>
                      </m:e>
                    </m:acc>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𝑁h</m:t>
                        </m:r>
                      </m:num>
                      <m:den>
                        <m:r>
                          <a:rPr lang="it-IT" sz="2000" b="0" i="1" smtClean="0">
                            <a:latin typeface="Cambria Math" panose="02040503050406030204" pitchFamily="18" charset="0"/>
                          </a:rPr>
                          <m:t>𝑈</m:t>
                        </m:r>
                      </m:den>
                    </m:f>
                  </m:oMath>
                </a14:m>
                <a:endParaRPr lang="it-IT"/>
              </a:p>
              <a:p>
                <a:pPr algn="l"/>
                <a14:m>
                  <m:oMath xmlns:m="http://schemas.openxmlformats.org/officeDocument/2006/math">
                    <m:acc>
                      <m:accPr>
                        <m:chr m:val="̂"/>
                        <m:ctrlPr>
                          <a:rPr lang="it-IT" i="1">
                            <a:latin typeface="Cambria Math" panose="02040503050406030204" pitchFamily="18" charset="0"/>
                          </a:rPr>
                        </m:ctrlPr>
                      </m:accPr>
                      <m:e>
                        <m:r>
                          <a:rPr lang="it-IT" i="1">
                            <a:latin typeface="Cambria Math" panose="02040503050406030204" pitchFamily="18" charset="0"/>
                          </a:rPr>
                          <m:t>h</m:t>
                        </m:r>
                      </m:e>
                    </m:acc>
                    <m:r>
                      <a:rPr lang="it-IT">
                        <a:latin typeface="Cambria Math" panose="02040503050406030204" pitchFamily="18" charset="0"/>
                      </a:rPr>
                      <m:t>≪1</m:t>
                    </m:r>
                  </m:oMath>
                </a14:m>
                <a:r>
                  <a:rPr lang="it-IT"/>
                  <a:t> : linear flow</a:t>
                </a:r>
              </a:p>
            </p:txBody>
          </p:sp>
        </mc:Choice>
        <mc:Fallback xmlns="">
          <p:sp>
            <p:nvSpPr>
              <p:cNvPr id="16" name="CasellaDiTesto 15">
                <a:extLst>
                  <a:ext uri="{FF2B5EF4-FFF2-40B4-BE49-F238E27FC236}">
                    <a16:creationId xmlns:a16="http://schemas.microsoft.com/office/drawing/2014/main" id="{92BABDE4-115B-8A1C-7828-A03971DDE178}"/>
                  </a:ext>
                </a:extLst>
              </p:cNvPr>
              <p:cNvSpPr txBox="1">
                <a:spLocks noRot="1" noChangeAspect="1" noMove="1" noResize="1" noEditPoints="1" noAdjustHandles="1" noChangeArrowheads="1" noChangeShapeType="1" noTextEdit="1"/>
              </p:cNvSpPr>
              <p:nvPr/>
            </p:nvSpPr>
            <p:spPr>
              <a:xfrm>
                <a:off x="7725049" y="2299887"/>
                <a:ext cx="3670300" cy="1506725"/>
              </a:xfrm>
              <a:prstGeom prst="roundRect">
                <a:avLst/>
              </a:prstGeom>
              <a:blipFill>
                <a:blip r:embed="rId5"/>
                <a:stretch>
                  <a:fillRect/>
                </a:stretch>
              </a:blipFill>
              <a:ln>
                <a:solidFill>
                  <a:schemeClr val="accent1"/>
                </a:solidFill>
              </a:ln>
              <a:effectLst>
                <a:outerShdw blurRad="50800" dist="38100" dir="2700000" algn="t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5822349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4DA030-823D-606A-6341-90D971E646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40B013-6393-0B0B-BE59-4651EEC8CC87}"/>
              </a:ext>
            </a:extLst>
          </p:cNvPr>
          <p:cNvSpPr>
            <a:spLocks noGrp="1"/>
          </p:cNvSpPr>
          <p:nvPr>
            <p:ph type="sldNum" sz="quarter" idx="12"/>
          </p:nvPr>
        </p:nvSpPr>
        <p:spPr/>
        <p:txBody>
          <a:bodyPr/>
          <a:lstStyle/>
          <a:p>
            <a:fld id="{48F63A3B-78C7-47BE-AE5E-E10140E04643}" type="slidenum">
              <a:rPr lang="en-US" dirty="0"/>
              <a:t>68</a:t>
            </a:fld>
            <a:endParaRPr lang="en-US"/>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902A27E-7588-0BC9-202B-28EECF484F85}"/>
                  </a:ext>
                </a:extLst>
              </p:cNvPr>
              <p:cNvGraphicFramePr>
                <a:graphicFrameLocks noGrp="1"/>
              </p:cNvGraphicFramePr>
              <p:nvPr>
                <p:extLst>
                  <p:ext uri="{D42A27DB-BD31-4B8C-83A1-F6EECF244321}">
                    <p14:modId xmlns:p14="http://schemas.microsoft.com/office/powerpoint/2010/main" val="2288938364"/>
                  </p:ext>
                </p:extLst>
              </p:nvPr>
            </p:nvGraphicFramePr>
            <p:xfrm>
              <a:off x="357351" y="2036375"/>
              <a:ext cx="3866793" cy="1858709"/>
            </p:xfrm>
            <a:graphic>
              <a:graphicData uri="http://schemas.openxmlformats.org/drawingml/2006/table">
                <a:tbl>
                  <a:tblPr bandRow="1">
                    <a:tableStyleId>{5C22544A-7EE6-4342-B048-85BDC9FD1C3A}</a:tableStyleId>
                  </a:tblPr>
                  <a:tblGrid>
                    <a:gridCol w="984224">
                      <a:extLst>
                        <a:ext uri="{9D8B030D-6E8A-4147-A177-3AD203B41FA5}">
                          <a16:colId xmlns:a16="http://schemas.microsoft.com/office/drawing/2014/main" val="275407580"/>
                        </a:ext>
                      </a:extLst>
                    </a:gridCol>
                    <a:gridCol w="2882569">
                      <a:extLst>
                        <a:ext uri="{9D8B030D-6E8A-4147-A177-3AD203B41FA5}">
                          <a16:colId xmlns:a16="http://schemas.microsoft.com/office/drawing/2014/main" val="2920316010"/>
                        </a:ext>
                      </a:extLst>
                    </a:gridCol>
                  </a:tblGrid>
                  <a:tr h="370840">
                    <a:tc>
                      <a:txBody>
                        <a:bodyPr/>
                        <a:lstStyle/>
                        <a:p>
                          <a:r>
                            <a:rPr lang="en-US"/>
                            <a:t>h (m)</a:t>
                          </a:r>
                        </a:p>
                      </a:txBody>
                      <a:tcPr/>
                    </a:tc>
                    <a:tc>
                      <a:txBody>
                        <a:bodyPr/>
                        <a:lstStyle/>
                        <a:p>
                          <a:r>
                            <a:rPr lang="en-US"/>
                            <a:t>1000</a:t>
                          </a:r>
                        </a:p>
                      </a:txBody>
                      <a:tcPr/>
                    </a:tc>
                    <a:extLst>
                      <a:ext uri="{0D108BD9-81ED-4DB2-BD59-A6C34878D82A}">
                        <a16:rowId xmlns:a16="http://schemas.microsoft.com/office/drawing/2014/main" val="4059561209"/>
                      </a:ext>
                    </a:extLst>
                  </a:tr>
                  <a:tr h="370840">
                    <a:tc>
                      <a:txBody>
                        <a:bodyPr/>
                        <a:lstStyle/>
                        <a:p>
                          <a:r>
                            <a:rPr lang="en-US"/>
                            <a:t>N</a:t>
                          </a:r>
                        </a:p>
                      </a:txBody>
                      <a:tcPr/>
                    </a:tc>
                    <a:tc>
                      <a:txBody>
                        <a:bodyPr/>
                        <a:lstStyle/>
                        <a:p>
                          <a:r>
                            <a:rPr lang="en-US"/>
                            <a:t>0.01 1/s</a:t>
                          </a:r>
                        </a:p>
                      </a:txBody>
                      <a:tcPr/>
                    </a:tc>
                    <a:extLst>
                      <a:ext uri="{0D108BD9-81ED-4DB2-BD59-A6C34878D82A}">
                        <a16:rowId xmlns:a16="http://schemas.microsoft.com/office/drawing/2014/main" val="2001418387"/>
                      </a:ext>
                    </a:extLst>
                  </a:tr>
                  <a:tr h="370840">
                    <a:tc>
                      <a:txBody>
                        <a:bodyPr/>
                        <a:lstStyle/>
                        <a:p>
                          <a:r>
                            <a:rPr lang="en-US" i="1"/>
                            <a:t>u </a:t>
                          </a:r>
                          <a:r>
                            <a:rPr lang="en-US"/>
                            <a:t>(m/s)</a:t>
                          </a:r>
                        </a:p>
                      </a:txBody>
                      <a:tcPr/>
                    </a:tc>
                    <a:tc>
                      <a:txBody>
                        <a:bodyPr/>
                        <a:lstStyle/>
                        <a:p>
                          <a:r>
                            <a:rPr lang="en-US"/>
                            <a:t>8</a:t>
                          </a:r>
                        </a:p>
                      </a:txBody>
                      <a:tcPr/>
                    </a:tc>
                    <a:extLst>
                      <a:ext uri="{0D108BD9-81ED-4DB2-BD59-A6C34878D82A}">
                        <a16:rowId xmlns:a16="http://schemas.microsoft.com/office/drawing/2014/main" val="353761565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it-IT" sz="1800" i="1" smtClean="0">
                                        <a:latin typeface="Cambria Math" panose="02040503050406030204" pitchFamily="18" charset="0"/>
                                      </a:rPr>
                                    </m:ctrlPr>
                                  </m:accPr>
                                  <m:e>
                                    <m:r>
                                      <a:rPr lang="it-IT" sz="1800" i="1">
                                        <a:latin typeface="Cambria Math" panose="02040503050406030204" pitchFamily="18" charset="0"/>
                                      </a:rPr>
                                      <m:t>h</m:t>
                                    </m:r>
                                  </m:e>
                                </m:acc>
                              </m:oMath>
                            </m:oMathPara>
                          </a14:m>
                          <a:endParaRPr lang="en-US" i="1"/>
                        </a:p>
                      </a:txBody>
                      <a:tcPr/>
                    </a:tc>
                    <a:tc>
                      <a:txBody>
                        <a:bodyPr/>
                        <a:lstStyle/>
                        <a:p>
                          <a:r>
                            <a:rPr lang="en-US"/>
                            <a:t>1.25 (F=0.8)</a:t>
                          </a:r>
                        </a:p>
                      </a:txBody>
                      <a:tcPr/>
                    </a:tc>
                    <a:extLst>
                      <a:ext uri="{0D108BD9-81ED-4DB2-BD59-A6C34878D82A}">
                        <a16:rowId xmlns:a16="http://schemas.microsoft.com/office/drawing/2014/main" val="34327074"/>
                      </a:ext>
                    </a:extLst>
                  </a:tr>
                  <a:tr h="0">
                    <a:tc>
                      <a:txBody>
                        <a:bodyPr/>
                        <a:lstStyle/>
                        <a:p>
                          <a:pPr lvl="0">
                            <a:buNone/>
                          </a:pPr>
                          <a:r>
                            <a:rPr lang="en-US" sz="1800" b="0" i="0" u="none" strike="noStrike" noProof="0">
                              <a:solidFill>
                                <a:srgbClr val="000000"/>
                              </a:solidFill>
                              <a:latin typeface="Source Sans Pro" panose="020B0503030403020204" pitchFamily="34" charset="0"/>
                            </a:rPr>
                            <a:t>Regime</a:t>
                          </a:r>
                          <a:endParaRPr lang="en-US"/>
                        </a:p>
                      </a:txBody>
                      <a:tcPr/>
                    </a:tc>
                    <a:tc>
                      <a:txBody>
                        <a:bodyPr/>
                        <a:lstStyle/>
                        <a:p>
                          <a:r>
                            <a:rPr lang="en-US"/>
                            <a:t>Wave breaking</a:t>
                          </a:r>
                        </a:p>
                      </a:txBody>
                      <a:tcPr/>
                    </a:tc>
                    <a:extLst>
                      <a:ext uri="{0D108BD9-81ED-4DB2-BD59-A6C34878D82A}">
                        <a16:rowId xmlns:a16="http://schemas.microsoft.com/office/drawing/2014/main" val="3749631345"/>
                      </a:ext>
                    </a:extLst>
                  </a:tr>
                </a:tbl>
              </a:graphicData>
            </a:graphic>
          </p:graphicFrame>
        </mc:Choice>
        <mc:Fallback xmlns="">
          <p:graphicFrame>
            <p:nvGraphicFramePr>
              <p:cNvPr id="8" name="Table 7">
                <a:extLst>
                  <a:ext uri="{FF2B5EF4-FFF2-40B4-BE49-F238E27FC236}">
                    <a16:creationId xmlns:a16="http://schemas.microsoft.com/office/drawing/2014/main" id="{F902A27E-7588-0BC9-202B-28EECF484F85}"/>
                  </a:ext>
                </a:extLst>
              </p:cNvPr>
              <p:cNvGraphicFramePr>
                <a:graphicFrameLocks noGrp="1"/>
              </p:cNvGraphicFramePr>
              <p:nvPr>
                <p:extLst>
                  <p:ext uri="{D42A27DB-BD31-4B8C-83A1-F6EECF244321}">
                    <p14:modId xmlns:p14="http://schemas.microsoft.com/office/powerpoint/2010/main" val="2288938364"/>
                  </p:ext>
                </p:extLst>
              </p:nvPr>
            </p:nvGraphicFramePr>
            <p:xfrm>
              <a:off x="357351" y="2036375"/>
              <a:ext cx="3866793" cy="1858709"/>
            </p:xfrm>
            <a:graphic>
              <a:graphicData uri="http://schemas.openxmlformats.org/drawingml/2006/table">
                <a:tbl>
                  <a:tblPr bandRow="1">
                    <a:tableStyleId>{5C22544A-7EE6-4342-B048-85BDC9FD1C3A}</a:tableStyleId>
                  </a:tblPr>
                  <a:tblGrid>
                    <a:gridCol w="984224">
                      <a:extLst>
                        <a:ext uri="{9D8B030D-6E8A-4147-A177-3AD203B41FA5}">
                          <a16:colId xmlns:a16="http://schemas.microsoft.com/office/drawing/2014/main" val="275407580"/>
                        </a:ext>
                      </a:extLst>
                    </a:gridCol>
                    <a:gridCol w="2882569">
                      <a:extLst>
                        <a:ext uri="{9D8B030D-6E8A-4147-A177-3AD203B41FA5}">
                          <a16:colId xmlns:a16="http://schemas.microsoft.com/office/drawing/2014/main" val="2920316010"/>
                        </a:ext>
                      </a:extLst>
                    </a:gridCol>
                  </a:tblGrid>
                  <a:tr h="370840">
                    <a:tc>
                      <a:txBody>
                        <a:bodyPr/>
                        <a:lstStyle/>
                        <a:p>
                          <a:r>
                            <a:rPr lang="en-US"/>
                            <a:t>h (m)</a:t>
                          </a:r>
                        </a:p>
                      </a:txBody>
                      <a:tcPr/>
                    </a:tc>
                    <a:tc>
                      <a:txBody>
                        <a:bodyPr/>
                        <a:lstStyle/>
                        <a:p>
                          <a:r>
                            <a:rPr lang="en-US"/>
                            <a:t>1000</a:t>
                          </a:r>
                        </a:p>
                      </a:txBody>
                      <a:tcPr/>
                    </a:tc>
                    <a:extLst>
                      <a:ext uri="{0D108BD9-81ED-4DB2-BD59-A6C34878D82A}">
                        <a16:rowId xmlns:a16="http://schemas.microsoft.com/office/drawing/2014/main" val="4059561209"/>
                      </a:ext>
                    </a:extLst>
                  </a:tr>
                  <a:tr h="370840">
                    <a:tc>
                      <a:txBody>
                        <a:bodyPr/>
                        <a:lstStyle/>
                        <a:p>
                          <a:r>
                            <a:rPr lang="en-US"/>
                            <a:t>N</a:t>
                          </a:r>
                        </a:p>
                      </a:txBody>
                      <a:tcPr/>
                    </a:tc>
                    <a:tc>
                      <a:txBody>
                        <a:bodyPr/>
                        <a:lstStyle/>
                        <a:p>
                          <a:r>
                            <a:rPr lang="en-US"/>
                            <a:t>0.01 1/s</a:t>
                          </a:r>
                        </a:p>
                      </a:txBody>
                      <a:tcPr/>
                    </a:tc>
                    <a:extLst>
                      <a:ext uri="{0D108BD9-81ED-4DB2-BD59-A6C34878D82A}">
                        <a16:rowId xmlns:a16="http://schemas.microsoft.com/office/drawing/2014/main" val="2001418387"/>
                      </a:ext>
                    </a:extLst>
                  </a:tr>
                  <a:tr h="370840">
                    <a:tc>
                      <a:txBody>
                        <a:bodyPr/>
                        <a:lstStyle/>
                        <a:p>
                          <a:r>
                            <a:rPr lang="en-US" i="1"/>
                            <a:t>u </a:t>
                          </a:r>
                          <a:r>
                            <a:rPr lang="en-US"/>
                            <a:t>(m/s)</a:t>
                          </a:r>
                        </a:p>
                      </a:txBody>
                      <a:tcPr/>
                    </a:tc>
                    <a:tc>
                      <a:txBody>
                        <a:bodyPr/>
                        <a:lstStyle/>
                        <a:p>
                          <a:r>
                            <a:rPr lang="en-US"/>
                            <a:t>8</a:t>
                          </a:r>
                        </a:p>
                      </a:txBody>
                      <a:tcPr/>
                    </a:tc>
                    <a:extLst>
                      <a:ext uri="{0D108BD9-81ED-4DB2-BD59-A6C34878D82A}">
                        <a16:rowId xmlns:a16="http://schemas.microsoft.com/office/drawing/2014/main" val="3537615656"/>
                      </a:ext>
                    </a:extLst>
                  </a:tr>
                  <a:tr h="380429">
                    <a:tc>
                      <a:txBody>
                        <a:bodyPr/>
                        <a:lstStyle/>
                        <a:p>
                          <a:endParaRPr lang="en-US"/>
                        </a:p>
                      </a:txBody>
                      <a:tcPr>
                        <a:blipFill>
                          <a:blip r:embed="rId3"/>
                          <a:stretch>
                            <a:fillRect l="-617" t="-303226" r="-293827" b="-122581"/>
                          </a:stretch>
                        </a:blipFill>
                      </a:tcPr>
                    </a:tc>
                    <a:tc>
                      <a:txBody>
                        <a:bodyPr/>
                        <a:lstStyle/>
                        <a:p>
                          <a:r>
                            <a:rPr lang="en-US"/>
                            <a:t>1.25 (F=0.8)</a:t>
                          </a:r>
                        </a:p>
                      </a:txBody>
                      <a:tcPr/>
                    </a:tc>
                    <a:extLst>
                      <a:ext uri="{0D108BD9-81ED-4DB2-BD59-A6C34878D82A}">
                        <a16:rowId xmlns:a16="http://schemas.microsoft.com/office/drawing/2014/main" val="34327074"/>
                      </a:ext>
                    </a:extLst>
                  </a:tr>
                  <a:tr h="365760">
                    <a:tc>
                      <a:txBody>
                        <a:bodyPr/>
                        <a:lstStyle/>
                        <a:p>
                          <a:pPr lvl="0">
                            <a:buNone/>
                          </a:pPr>
                          <a:r>
                            <a:rPr lang="en-US" sz="1800" b="0" i="0" u="none" strike="noStrike" noProof="0">
                              <a:solidFill>
                                <a:srgbClr val="000000"/>
                              </a:solidFill>
                              <a:latin typeface="Source Sans Pro" panose="020B0503030403020204" pitchFamily="34" charset="0"/>
                            </a:rPr>
                            <a:t>Regime</a:t>
                          </a:r>
                          <a:endParaRPr lang="en-US"/>
                        </a:p>
                      </a:txBody>
                      <a:tcPr/>
                    </a:tc>
                    <a:tc>
                      <a:txBody>
                        <a:bodyPr/>
                        <a:lstStyle/>
                        <a:p>
                          <a:r>
                            <a:rPr lang="en-US"/>
                            <a:t>Wave breaking</a:t>
                          </a:r>
                        </a:p>
                      </a:txBody>
                      <a:tcPr/>
                    </a:tc>
                    <a:extLst>
                      <a:ext uri="{0D108BD9-81ED-4DB2-BD59-A6C34878D82A}">
                        <a16:rowId xmlns:a16="http://schemas.microsoft.com/office/drawing/2014/main" val="3749631345"/>
                      </a:ext>
                    </a:extLst>
                  </a:tr>
                </a:tbl>
              </a:graphicData>
            </a:graphic>
          </p:graphicFrame>
        </mc:Fallback>
      </mc:AlternateContent>
      <p:sp>
        <p:nvSpPr>
          <p:cNvPr id="15" name="Title 1">
            <a:extLst>
              <a:ext uri="{FF2B5EF4-FFF2-40B4-BE49-F238E27FC236}">
                <a16:creationId xmlns:a16="http://schemas.microsoft.com/office/drawing/2014/main" id="{75C4FAEC-63B7-0574-4F88-70D12D9180CC}"/>
              </a:ext>
            </a:extLst>
          </p:cNvPr>
          <p:cNvSpPr>
            <a:spLocks noGrp="1"/>
          </p:cNvSpPr>
          <p:nvPr>
            <p:ph type="title"/>
          </p:nvPr>
        </p:nvSpPr>
        <p:spPr>
          <a:xfrm>
            <a:off x="838200" y="365125"/>
            <a:ext cx="10515600" cy="1325563"/>
          </a:xfrm>
        </p:spPr>
        <p:txBody>
          <a:bodyPr/>
          <a:lstStyle/>
          <a:p>
            <a:r>
              <a:rPr lang="en-US">
                <a:ea typeface="Calibri Light"/>
                <a:cs typeface="Calibri Light"/>
              </a:rPr>
              <a:t>Part 0.1 - Atmosphere with uniform stability</a:t>
            </a:r>
            <a:endParaRPr lang="en-US"/>
          </a:p>
        </p:txBody>
      </p:sp>
      <p:pic>
        <p:nvPicPr>
          <p:cNvPr id="1026" name="Picture 2" descr="Immagine che contiene testo, diagramma&#10;&#10;Il contenuto generato dall&amp;#39;IA potrebbe non essere corretto.">
            <a:extLst>
              <a:ext uri="{FF2B5EF4-FFF2-40B4-BE49-F238E27FC236}">
                <a16:creationId xmlns:a16="http://schemas.microsoft.com/office/drawing/2014/main" id="{B66F1D62-C6AF-44C4-3A32-07844AA4EF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495" y="1690688"/>
            <a:ext cx="3866794" cy="3866794"/>
          </a:xfrm>
          <a:prstGeom prst="rect">
            <a:avLst/>
          </a:prstGeom>
          <a:noFill/>
          <a:extLst>
            <a:ext uri="{909E8E84-426E-40DD-AFC4-6F175D3DCCD1}">
              <a14:hiddenFill xmlns:a14="http://schemas.microsoft.com/office/drawing/2010/main">
                <a:solidFill>
                  <a:srgbClr val="FFFFFF"/>
                </a:solidFill>
              </a14:hiddenFill>
            </a:ext>
          </a:extLst>
        </p:spPr>
      </p:pic>
      <p:pic>
        <p:nvPicPr>
          <p:cNvPr id="9" name="Immagine 8">
            <a:extLst>
              <a:ext uri="{FF2B5EF4-FFF2-40B4-BE49-F238E27FC236}">
                <a16:creationId xmlns:a16="http://schemas.microsoft.com/office/drawing/2014/main" id="{9BC4D079-5C35-2390-6913-1C9F02BB951D}"/>
              </a:ext>
            </a:extLst>
          </p:cNvPr>
          <p:cNvPicPr>
            <a:picLocks noChangeAspect="1"/>
          </p:cNvPicPr>
          <p:nvPr/>
        </p:nvPicPr>
        <p:blipFill>
          <a:blip r:embed="rId5"/>
          <a:srcRect r="50000"/>
          <a:stretch>
            <a:fillRect/>
          </a:stretch>
        </p:blipFill>
        <p:spPr>
          <a:xfrm>
            <a:off x="8192289" y="1690689"/>
            <a:ext cx="3898359" cy="3866793"/>
          </a:xfrm>
          <a:prstGeom prst="rect">
            <a:avLst/>
          </a:prstGeom>
        </p:spPr>
      </p:pic>
    </p:spTree>
    <p:extLst>
      <p:ext uri="{BB962C8B-B14F-4D97-AF65-F5344CB8AC3E}">
        <p14:creationId xmlns:p14="http://schemas.microsoft.com/office/powerpoint/2010/main" val="36486531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3FA3F79-C92B-49AE-7F08-48A21A3E5C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5B4C54-F6A6-BBC5-6D5A-C6ABAD693475}"/>
              </a:ext>
            </a:extLst>
          </p:cNvPr>
          <p:cNvSpPr>
            <a:spLocks noGrp="1"/>
          </p:cNvSpPr>
          <p:nvPr>
            <p:ph type="sldNum" sz="quarter" idx="12"/>
          </p:nvPr>
        </p:nvSpPr>
        <p:spPr/>
        <p:txBody>
          <a:bodyPr/>
          <a:lstStyle/>
          <a:p>
            <a:fld id="{48F63A3B-78C7-47BE-AE5E-E10140E04643}" type="slidenum">
              <a:rPr lang="en-US" dirty="0"/>
              <a:t>69</a:t>
            </a:fld>
            <a:endParaRPr lang="en-US"/>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D6C12B25-CE47-53A3-C421-02A188A0729B}"/>
                  </a:ext>
                </a:extLst>
              </p:cNvPr>
              <p:cNvGraphicFramePr>
                <a:graphicFrameLocks noGrp="1"/>
              </p:cNvGraphicFramePr>
              <p:nvPr>
                <p:extLst>
                  <p:ext uri="{D42A27DB-BD31-4B8C-83A1-F6EECF244321}">
                    <p14:modId xmlns:p14="http://schemas.microsoft.com/office/powerpoint/2010/main" val="2571703982"/>
                  </p:ext>
                </p:extLst>
              </p:nvPr>
            </p:nvGraphicFramePr>
            <p:xfrm>
              <a:off x="472966" y="2036375"/>
              <a:ext cx="3657600" cy="2133029"/>
            </p:xfrm>
            <a:graphic>
              <a:graphicData uri="http://schemas.openxmlformats.org/drawingml/2006/table">
                <a:tbl>
                  <a:tblPr bandRow="1">
                    <a:tableStyleId>{5C22544A-7EE6-4342-B048-85BDC9FD1C3A}</a:tableStyleId>
                  </a:tblPr>
                  <a:tblGrid>
                    <a:gridCol w="930979">
                      <a:extLst>
                        <a:ext uri="{9D8B030D-6E8A-4147-A177-3AD203B41FA5}">
                          <a16:colId xmlns:a16="http://schemas.microsoft.com/office/drawing/2014/main" val="275407580"/>
                        </a:ext>
                      </a:extLst>
                    </a:gridCol>
                    <a:gridCol w="2726621">
                      <a:extLst>
                        <a:ext uri="{9D8B030D-6E8A-4147-A177-3AD203B41FA5}">
                          <a16:colId xmlns:a16="http://schemas.microsoft.com/office/drawing/2014/main" val="2920316010"/>
                        </a:ext>
                      </a:extLst>
                    </a:gridCol>
                  </a:tblGrid>
                  <a:tr h="370840">
                    <a:tc>
                      <a:txBody>
                        <a:bodyPr/>
                        <a:lstStyle/>
                        <a:p>
                          <a:r>
                            <a:rPr lang="en-US"/>
                            <a:t>h (m)</a:t>
                          </a:r>
                        </a:p>
                      </a:txBody>
                      <a:tcPr/>
                    </a:tc>
                    <a:tc>
                      <a:txBody>
                        <a:bodyPr/>
                        <a:lstStyle/>
                        <a:p>
                          <a:r>
                            <a:rPr lang="en-US"/>
                            <a:t>1000</a:t>
                          </a:r>
                        </a:p>
                      </a:txBody>
                      <a:tcPr/>
                    </a:tc>
                    <a:extLst>
                      <a:ext uri="{0D108BD9-81ED-4DB2-BD59-A6C34878D82A}">
                        <a16:rowId xmlns:a16="http://schemas.microsoft.com/office/drawing/2014/main" val="4059561209"/>
                      </a:ext>
                    </a:extLst>
                  </a:tr>
                  <a:tr h="370840">
                    <a:tc>
                      <a:txBody>
                        <a:bodyPr/>
                        <a:lstStyle/>
                        <a:p>
                          <a:r>
                            <a:rPr lang="en-US"/>
                            <a:t>N</a:t>
                          </a:r>
                        </a:p>
                      </a:txBody>
                      <a:tcPr/>
                    </a:tc>
                    <a:tc>
                      <a:txBody>
                        <a:bodyPr/>
                        <a:lstStyle/>
                        <a:p>
                          <a:r>
                            <a:rPr lang="en-US"/>
                            <a:t>0.01 1/s</a:t>
                          </a:r>
                        </a:p>
                      </a:txBody>
                      <a:tcPr/>
                    </a:tc>
                    <a:extLst>
                      <a:ext uri="{0D108BD9-81ED-4DB2-BD59-A6C34878D82A}">
                        <a16:rowId xmlns:a16="http://schemas.microsoft.com/office/drawing/2014/main" val="2001418387"/>
                      </a:ext>
                    </a:extLst>
                  </a:tr>
                  <a:tr h="370840">
                    <a:tc>
                      <a:txBody>
                        <a:bodyPr/>
                        <a:lstStyle/>
                        <a:p>
                          <a:r>
                            <a:rPr lang="en-US" i="1"/>
                            <a:t>u </a:t>
                          </a:r>
                          <a:r>
                            <a:rPr lang="en-US"/>
                            <a:t>(m/s)</a:t>
                          </a:r>
                        </a:p>
                      </a:txBody>
                      <a:tcPr/>
                    </a:tc>
                    <a:tc>
                      <a:txBody>
                        <a:bodyPr/>
                        <a:lstStyle/>
                        <a:p>
                          <a:r>
                            <a:rPr lang="en-US"/>
                            <a:t>10</a:t>
                          </a:r>
                        </a:p>
                      </a:txBody>
                      <a:tcPr/>
                    </a:tc>
                    <a:extLst>
                      <a:ext uri="{0D108BD9-81ED-4DB2-BD59-A6C34878D82A}">
                        <a16:rowId xmlns:a16="http://schemas.microsoft.com/office/drawing/2014/main" val="353761565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it-IT" sz="1800" i="1" smtClean="0">
                                        <a:latin typeface="Cambria Math" panose="02040503050406030204" pitchFamily="18" charset="0"/>
                                      </a:rPr>
                                    </m:ctrlPr>
                                  </m:accPr>
                                  <m:e>
                                    <m:r>
                                      <a:rPr lang="it-IT" sz="1800" i="1">
                                        <a:latin typeface="Cambria Math" panose="02040503050406030204" pitchFamily="18" charset="0"/>
                                      </a:rPr>
                                      <m:t>h</m:t>
                                    </m:r>
                                  </m:e>
                                </m:acc>
                              </m:oMath>
                            </m:oMathPara>
                          </a14:m>
                          <a:endParaRPr lang="en-US" i="1"/>
                        </a:p>
                      </a:txBody>
                      <a:tcPr/>
                    </a:tc>
                    <a:tc>
                      <a:txBody>
                        <a:bodyPr/>
                        <a:lstStyle/>
                        <a:p>
                          <a:r>
                            <a:rPr lang="en-US"/>
                            <a:t>1 (F=1)</a:t>
                          </a:r>
                        </a:p>
                      </a:txBody>
                      <a:tcPr/>
                    </a:tc>
                    <a:extLst>
                      <a:ext uri="{0D108BD9-81ED-4DB2-BD59-A6C34878D82A}">
                        <a16:rowId xmlns:a16="http://schemas.microsoft.com/office/drawing/2014/main" val="34327074"/>
                      </a:ext>
                    </a:extLst>
                  </a:tr>
                  <a:tr h="0">
                    <a:tc>
                      <a:txBody>
                        <a:bodyPr/>
                        <a:lstStyle/>
                        <a:p>
                          <a:pPr lvl="0">
                            <a:buNone/>
                          </a:pPr>
                          <a:r>
                            <a:rPr lang="en-US" sz="1800" b="0" i="0" u="none" strike="noStrike" noProof="0">
                              <a:solidFill>
                                <a:srgbClr val="000000"/>
                              </a:solidFill>
                              <a:latin typeface="Source Sans Pro" panose="020B0503030403020204" pitchFamily="34" charset="0"/>
                            </a:rPr>
                            <a:t>Regime</a:t>
                          </a:r>
                          <a:endParaRPr lang="en-US"/>
                        </a:p>
                      </a:txBody>
                      <a:tcPr/>
                    </a:tc>
                    <a:tc>
                      <a:txBody>
                        <a:bodyPr/>
                        <a:lstStyle/>
                        <a:p>
                          <a:r>
                            <a:rPr lang="en-US"/>
                            <a:t>Wave breaking – no upstream blocking</a:t>
                          </a:r>
                        </a:p>
                      </a:txBody>
                      <a:tcPr/>
                    </a:tc>
                    <a:extLst>
                      <a:ext uri="{0D108BD9-81ED-4DB2-BD59-A6C34878D82A}">
                        <a16:rowId xmlns:a16="http://schemas.microsoft.com/office/drawing/2014/main" val="3749631345"/>
                      </a:ext>
                    </a:extLst>
                  </a:tr>
                </a:tbl>
              </a:graphicData>
            </a:graphic>
          </p:graphicFrame>
        </mc:Choice>
        <mc:Fallback xmlns="">
          <p:graphicFrame>
            <p:nvGraphicFramePr>
              <p:cNvPr id="8" name="Table 7">
                <a:extLst>
                  <a:ext uri="{FF2B5EF4-FFF2-40B4-BE49-F238E27FC236}">
                    <a16:creationId xmlns:a16="http://schemas.microsoft.com/office/drawing/2014/main" id="{D6C12B25-CE47-53A3-C421-02A188A0729B}"/>
                  </a:ext>
                </a:extLst>
              </p:cNvPr>
              <p:cNvGraphicFramePr>
                <a:graphicFrameLocks noGrp="1"/>
              </p:cNvGraphicFramePr>
              <p:nvPr>
                <p:extLst>
                  <p:ext uri="{D42A27DB-BD31-4B8C-83A1-F6EECF244321}">
                    <p14:modId xmlns:p14="http://schemas.microsoft.com/office/powerpoint/2010/main" val="2571703982"/>
                  </p:ext>
                </p:extLst>
              </p:nvPr>
            </p:nvGraphicFramePr>
            <p:xfrm>
              <a:off x="472966" y="2036375"/>
              <a:ext cx="3657600" cy="2133029"/>
            </p:xfrm>
            <a:graphic>
              <a:graphicData uri="http://schemas.openxmlformats.org/drawingml/2006/table">
                <a:tbl>
                  <a:tblPr bandRow="1">
                    <a:tableStyleId>{5C22544A-7EE6-4342-B048-85BDC9FD1C3A}</a:tableStyleId>
                  </a:tblPr>
                  <a:tblGrid>
                    <a:gridCol w="930979">
                      <a:extLst>
                        <a:ext uri="{9D8B030D-6E8A-4147-A177-3AD203B41FA5}">
                          <a16:colId xmlns:a16="http://schemas.microsoft.com/office/drawing/2014/main" val="275407580"/>
                        </a:ext>
                      </a:extLst>
                    </a:gridCol>
                    <a:gridCol w="2726621">
                      <a:extLst>
                        <a:ext uri="{9D8B030D-6E8A-4147-A177-3AD203B41FA5}">
                          <a16:colId xmlns:a16="http://schemas.microsoft.com/office/drawing/2014/main" val="2920316010"/>
                        </a:ext>
                      </a:extLst>
                    </a:gridCol>
                  </a:tblGrid>
                  <a:tr h="370840">
                    <a:tc>
                      <a:txBody>
                        <a:bodyPr/>
                        <a:lstStyle/>
                        <a:p>
                          <a:r>
                            <a:rPr lang="en-US"/>
                            <a:t>h (m)</a:t>
                          </a:r>
                        </a:p>
                      </a:txBody>
                      <a:tcPr/>
                    </a:tc>
                    <a:tc>
                      <a:txBody>
                        <a:bodyPr/>
                        <a:lstStyle/>
                        <a:p>
                          <a:r>
                            <a:rPr lang="en-US"/>
                            <a:t>1000</a:t>
                          </a:r>
                        </a:p>
                      </a:txBody>
                      <a:tcPr/>
                    </a:tc>
                    <a:extLst>
                      <a:ext uri="{0D108BD9-81ED-4DB2-BD59-A6C34878D82A}">
                        <a16:rowId xmlns:a16="http://schemas.microsoft.com/office/drawing/2014/main" val="4059561209"/>
                      </a:ext>
                    </a:extLst>
                  </a:tr>
                  <a:tr h="370840">
                    <a:tc>
                      <a:txBody>
                        <a:bodyPr/>
                        <a:lstStyle/>
                        <a:p>
                          <a:r>
                            <a:rPr lang="en-US"/>
                            <a:t>N</a:t>
                          </a:r>
                        </a:p>
                      </a:txBody>
                      <a:tcPr/>
                    </a:tc>
                    <a:tc>
                      <a:txBody>
                        <a:bodyPr/>
                        <a:lstStyle/>
                        <a:p>
                          <a:r>
                            <a:rPr lang="en-US"/>
                            <a:t>0.01 1/s</a:t>
                          </a:r>
                        </a:p>
                      </a:txBody>
                      <a:tcPr/>
                    </a:tc>
                    <a:extLst>
                      <a:ext uri="{0D108BD9-81ED-4DB2-BD59-A6C34878D82A}">
                        <a16:rowId xmlns:a16="http://schemas.microsoft.com/office/drawing/2014/main" val="2001418387"/>
                      </a:ext>
                    </a:extLst>
                  </a:tr>
                  <a:tr h="370840">
                    <a:tc>
                      <a:txBody>
                        <a:bodyPr/>
                        <a:lstStyle/>
                        <a:p>
                          <a:r>
                            <a:rPr lang="en-US" i="1"/>
                            <a:t>u </a:t>
                          </a:r>
                          <a:r>
                            <a:rPr lang="en-US"/>
                            <a:t>(m/s)</a:t>
                          </a:r>
                        </a:p>
                      </a:txBody>
                      <a:tcPr/>
                    </a:tc>
                    <a:tc>
                      <a:txBody>
                        <a:bodyPr/>
                        <a:lstStyle/>
                        <a:p>
                          <a:r>
                            <a:rPr lang="en-US"/>
                            <a:t>10</a:t>
                          </a:r>
                        </a:p>
                      </a:txBody>
                      <a:tcPr/>
                    </a:tc>
                    <a:extLst>
                      <a:ext uri="{0D108BD9-81ED-4DB2-BD59-A6C34878D82A}">
                        <a16:rowId xmlns:a16="http://schemas.microsoft.com/office/drawing/2014/main" val="3537615656"/>
                      </a:ext>
                    </a:extLst>
                  </a:tr>
                  <a:tr h="380429">
                    <a:tc>
                      <a:txBody>
                        <a:bodyPr/>
                        <a:lstStyle/>
                        <a:p>
                          <a:endParaRPr lang="en-US"/>
                        </a:p>
                      </a:txBody>
                      <a:tcPr>
                        <a:blipFill>
                          <a:blip r:embed="rId3"/>
                          <a:stretch>
                            <a:fillRect l="-654" t="-303226" r="-294118" b="-195161"/>
                          </a:stretch>
                        </a:blipFill>
                      </a:tcPr>
                    </a:tc>
                    <a:tc>
                      <a:txBody>
                        <a:bodyPr/>
                        <a:lstStyle/>
                        <a:p>
                          <a:r>
                            <a:rPr lang="en-US"/>
                            <a:t>1 (F=1)</a:t>
                          </a:r>
                        </a:p>
                      </a:txBody>
                      <a:tcPr/>
                    </a:tc>
                    <a:extLst>
                      <a:ext uri="{0D108BD9-81ED-4DB2-BD59-A6C34878D82A}">
                        <a16:rowId xmlns:a16="http://schemas.microsoft.com/office/drawing/2014/main" val="34327074"/>
                      </a:ext>
                    </a:extLst>
                  </a:tr>
                  <a:tr h="640080">
                    <a:tc>
                      <a:txBody>
                        <a:bodyPr/>
                        <a:lstStyle/>
                        <a:p>
                          <a:pPr lvl="0">
                            <a:buNone/>
                          </a:pPr>
                          <a:r>
                            <a:rPr lang="en-US" sz="1800" b="0" i="0" u="none" strike="noStrike" noProof="0">
                              <a:solidFill>
                                <a:srgbClr val="000000"/>
                              </a:solidFill>
                              <a:latin typeface="Source Sans Pro" panose="020B0503030403020204" pitchFamily="34" charset="0"/>
                            </a:rPr>
                            <a:t>Regime</a:t>
                          </a:r>
                          <a:endParaRPr lang="en-US"/>
                        </a:p>
                      </a:txBody>
                      <a:tcPr/>
                    </a:tc>
                    <a:tc>
                      <a:txBody>
                        <a:bodyPr/>
                        <a:lstStyle/>
                        <a:p>
                          <a:r>
                            <a:rPr lang="en-US"/>
                            <a:t>Wave breaking – no upstream blocking</a:t>
                          </a:r>
                        </a:p>
                      </a:txBody>
                      <a:tcPr/>
                    </a:tc>
                    <a:extLst>
                      <a:ext uri="{0D108BD9-81ED-4DB2-BD59-A6C34878D82A}">
                        <a16:rowId xmlns:a16="http://schemas.microsoft.com/office/drawing/2014/main" val="3749631345"/>
                      </a:ext>
                    </a:extLst>
                  </a:tr>
                </a:tbl>
              </a:graphicData>
            </a:graphic>
          </p:graphicFrame>
        </mc:Fallback>
      </mc:AlternateContent>
      <p:sp>
        <p:nvSpPr>
          <p:cNvPr id="15" name="Title 1">
            <a:extLst>
              <a:ext uri="{FF2B5EF4-FFF2-40B4-BE49-F238E27FC236}">
                <a16:creationId xmlns:a16="http://schemas.microsoft.com/office/drawing/2014/main" id="{1980BF9A-B3B4-68FB-842F-75B675687659}"/>
              </a:ext>
            </a:extLst>
          </p:cNvPr>
          <p:cNvSpPr>
            <a:spLocks noGrp="1"/>
          </p:cNvSpPr>
          <p:nvPr>
            <p:ph type="title"/>
          </p:nvPr>
        </p:nvSpPr>
        <p:spPr>
          <a:xfrm>
            <a:off x="838200" y="365125"/>
            <a:ext cx="10515600" cy="1325563"/>
          </a:xfrm>
        </p:spPr>
        <p:txBody>
          <a:bodyPr/>
          <a:lstStyle/>
          <a:p>
            <a:r>
              <a:rPr lang="en-US">
                <a:ea typeface="Calibri Light"/>
                <a:cs typeface="Calibri Light"/>
              </a:rPr>
              <a:t>Part 0.1 - Atmosphere with uniform stability</a:t>
            </a:r>
            <a:endParaRPr lang="en-US"/>
          </a:p>
        </p:txBody>
      </p:sp>
      <p:pic>
        <p:nvPicPr>
          <p:cNvPr id="2" name="Immagine 1">
            <a:extLst>
              <a:ext uri="{FF2B5EF4-FFF2-40B4-BE49-F238E27FC236}">
                <a16:creationId xmlns:a16="http://schemas.microsoft.com/office/drawing/2014/main" id="{B3635219-72D5-2CA5-2068-809213ACE64B}"/>
              </a:ext>
            </a:extLst>
          </p:cNvPr>
          <p:cNvPicPr>
            <a:picLocks noChangeAspect="1"/>
          </p:cNvPicPr>
          <p:nvPr/>
        </p:nvPicPr>
        <p:blipFill>
          <a:blip r:embed="rId4"/>
          <a:stretch>
            <a:fillRect/>
          </a:stretch>
        </p:blipFill>
        <p:spPr>
          <a:xfrm>
            <a:off x="4540250" y="1873250"/>
            <a:ext cx="3111500" cy="3111500"/>
          </a:xfrm>
          <a:prstGeom prst="rect">
            <a:avLst/>
          </a:prstGeom>
        </p:spPr>
      </p:pic>
    </p:spTree>
    <p:extLst>
      <p:ext uri="{BB962C8B-B14F-4D97-AF65-F5344CB8AC3E}">
        <p14:creationId xmlns:p14="http://schemas.microsoft.com/office/powerpoint/2010/main" val="25436153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5BE9E-1F13-57FA-B378-0FE253AA143E}"/>
              </a:ext>
            </a:extLst>
          </p:cNvPr>
          <p:cNvSpPr>
            <a:spLocks noGrp="1"/>
          </p:cNvSpPr>
          <p:nvPr>
            <p:ph type="title"/>
          </p:nvPr>
        </p:nvSpPr>
        <p:spPr/>
        <p:txBody>
          <a:bodyPr/>
          <a:lstStyle/>
          <a:p>
            <a:r>
              <a:rPr lang="en-US">
                <a:ea typeface="Calibri Light"/>
                <a:cs typeface="Calibri Light"/>
              </a:rPr>
              <a:t>Soundings and Plotting</a:t>
            </a:r>
            <a:endParaRPr lang="en-US"/>
          </a:p>
        </p:txBody>
      </p:sp>
      <p:sp>
        <p:nvSpPr>
          <p:cNvPr id="3" name="Content Placeholder 2">
            <a:extLst>
              <a:ext uri="{FF2B5EF4-FFF2-40B4-BE49-F238E27FC236}">
                <a16:creationId xmlns:a16="http://schemas.microsoft.com/office/drawing/2014/main" id="{0F6F41E4-9C31-24FA-DE0C-75B6B5A354C1}"/>
              </a:ext>
            </a:extLst>
          </p:cNvPr>
          <p:cNvSpPr>
            <a:spLocks noGrp="1"/>
          </p:cNvSpPr>
          <p:nvPr>
            <p:ph idx="1"/>
          </p:nvPr>
        </p:nvSpPr>
        <p:spPr>
          <a:xfrm>
            <a:off x="838200" y="1848037"/>
            <a:ext cx="10515600" cy="4351338"/>
          </a:xfrm>
        </p:spPr>
        <p:txBody>
          <a:bodyPr vert="horz" lIns="91440" tIns="45720" rIns="91440" bIns="45720" rtlCol="0" anchor="t">
            <a:normAutofit/>
          </a:bodyPr>
          <a:lstStyle/>
          <a:p>
            <a:pPr marL="342900" indent="-342900"/>
            <a:r>
              <a:rPr lang="en-US" sz="2000">
                <a:ea typeface="Calibri" panose="020F0502020204030204"/>
                <a:cs typeface="Calibri" panose="020F0502020204030204"/>
              </a:rPr>
              <a:t>Sounding: </a:t>
            </a:r>
            <a:r>
              <a:rPr lang="en-US" sz="2000">
                <a:ea typeface="Calibri" panose="020F0502020204030204"/>
                <a:cs typeface="Calibri" panose="020F0502020204030204"/>
                <a:hlinkClick r:id="rId2"/>
              </a:rPr>
              <a:t>excel worksheet</a:t>
            </a:r>
            <a:r>
              <a:rPr lang="en-US" sz="2000">
                <a:ea typeface="Calibri" panose="020F0502020204030204"/>
                <a:cs typeface="Calibri" panose="020F0502020204030204"/>
              </a:rPr>
              <a:t>.</a:t>
            </a:r>
            <a:endParaRPr lang="en-US"/>
          </a:p>
          <a:p>
            <a:pPr marL="0" indent="0">
              <a:buNone/>
            </a:pPr>
            <a:endParaRPr lang="en-US" sz="2000">
              <a:ea typeface="Calibri" panose="020F0502020204030204"/>
              <a:cs typeface="Calibri" panose="020F0502020204030204"/>
            </a:endParaRPr>
          </a:p>
          <a:p>
            <a:pPr marL="342900" indent="-342900"/>
            <a:r>
              <a:rPr lang="en-US" sz="2000">
                <a:ea typeface="Calibri" panose="020F0502020204030204"/>
                <a:cs typeface="Calibri" panose="020F0502020204030204"/>
              </a:rPr>
              <a:t>For plotting we can use </a:t>
            </a:r>
            <a:r>
              <a:rPr lang="en-US" sz="2000">
                <a:ea typeface="Calibri" panose="020F0502020204030204"/>
                <a:cs typeface="Calibri" panose="020F0502020204030204"/>
                <a:hlinkClick r:id="rId3"/>
              </a:rPr>
              <a:t>wrf-python</a:t>
            </a:r>
            <a:r>
              <a:rPr lang="en-US" sz="2000">
                <a:ea typeface="Calibri" panose="020F0502020204030204"/>
                <a:cs typeface="Calibri" panose="020F0502020204030204"/>
              </a:rPr>
              <a:t>.</a:t>
            </a:r>
          </a:p>
          <a:p>
            <a:pPr marL="0" indent="0">
              <a:buNone/>
            </a:pPr>
            <a:r>
              <a:rPr lang="en-US" sz="2000">
                <a:ea typeface="Calibri" panose="020F0502020204030204"/>
                <a:cs typeface="Calibri" panose="020F0502020204030204"/>
              </a:rPr>
              <a:t>In </a:t>
            </a:r>
            <a:r>
              <a:rPr lang="en-US" sz="2000" err="1">
                <a:ea typeface="Calibri" panose="020F0502020204030204"/>
                <a:cs typeface="Calibri" panose="020F0502020204030204"/>
              </a:rPr>
              <a:t>VSCode</a:t>
            </a:r>
            <a:r>
              <a:rPr lang="en-US" sz="2000">
                <a:ea typeface="Calibri" panose="020F0502020204030204"/>
                <a:cs typeface="Calibri" panose="020F0502020204030204"/>
              </a:rPr>
              <a:t>, follow this </a:t>
            </a:r>
            <a:r>
              <a:rPr lang="en-US" sz="2000">
                <a:ea typeface="Calibri" panose="020F0502020204030204"/>
                <a:cs typeface="Calibri" panose="020F0502020204030204"/>
                <a:hlinkClick r:id="rId4"/>
              </a:rPr>
              <a:t>guide</a:t>
            </a:r>
            <a:r>
              <a:rPr lang="en-US" sz="2000">
                <a:ea typeface="Calibri" panose="020F0502020204030204"/>
                <a:cs typeface="Calibri" panose="020F0502020204030204"/>
              </a:rPr>
              <a:t> to see how to create a new </a:t>
            </a:r>
            <a:r>
              <a:rPr lang="en-US" sz="2000" err="1">
                <a:ea typeface="Calibri" panose="020F0502020204030204"/>
                <a:cs typeface="Calibri" panose="020F0502020204030204"/>
              </a:rPr>
              <a:t>Jupyter</a:t>
            </a:r>
            <a:r>
              <a:rPr lang="en-US" sz="2000">
                <a:ea typeface="Calibri" panose="020F0502020204030204"/>
                <a:cs typeface="Calibri" panose="020F0502020204030204"/>
              </a:rPr>
              <a:t> notebook:</a:t>
            </a:r>
            <a:endParaRPr lang="en-US"/>
          </a:p>
          <a:p>
            <a:pPr marL="0" indent="0">
              <a:buNone/>
            </a:pPr>
            <a:r>
              <a:rPr lang="en-US" sz="2000">
                <a:ea typeface="Calibri" panose="020F0502020204030204"/>
                <a:cs typeface="Calibri" panose="020F0502020204030204"/>
              </a:rPr>
              <a:t>&gt; Create a new </a:t>
            </a:r>
            <a:r>
              <a:rPr lang="en-US" sz="2000" err="1">
                <a:ea typeface="Calibri" panose="020F0502020204030204"/>
                <a:cs typeface="Calibri" panose="020F0502020204030204"/>
              </a:rPr>
              <a:t>Jupyter</a:t>
            </a:r>
            <a:r>
              <a:rPr lang="en-US" sz="2000">
                <a:ea typeface="Calibri" panose="020F0502020204030204"/>
                <a:cs typeface="Calibri" panose="020F0502020204030204"/>
              </a:rPr>
              <a:t> Notebook: </a:t>
            </a:r>
            <a:r>
              <a:rPr lang="en-US" sz="2000" err="1">
                <a:ea typeface="Calibri" panose="020F0502020204030204"/>
                <a:cs typeface="Calibri" panose="020F0502020204030204"/>
              </a:rPr>
              <a:t>ctrl+shift+p</a:t>
            </a:r>
            <a:r>
              <a:rPr lang="en-US" sz="2000">
                <a:ea typeface="Calibri" panose="020F0502020204030204"/>
                <a:cs typeface="Calibri" panose="020F0502020204030204"/>
              </a:rPr>
              <a:t> (or creating a .</a:t>
            </a:r>
            <a:r>
              <a:rPr lang="en-US" sz="2000" err="1">
                <a:ea typeface="Calibri" panose="020F0502020204030204"/>
                <a:cs typeface="Calibri" panose="020F0502020204030204"/>
              </a:rPr>
              <a:t>ipynb</a:t>
            </a:r>
            <a:r>
              <a:rPr lang="en-US" sz="2000">
                <a:ea typeface="Calibri" panose="020F0502020204030204"/>
                <a:cs typeface="Calibri" panose="020F0502020204030204"/>
              </a:rPr>
              <a:t> file)</a:t>
            </a:r>
          </a:p>
          <a:p>
            <a:pPr marL="0" indent="0">
              <a:buNone/>
            </a:pPr>
            <a:r>
              <a:rPr lang="en-US" sz="2000">
                <a:ea typeface="Calibri" panose="020F0502020204030204"/>
                <a:cs typeface="Calibri" panose="020F0502020204030204"/>
              </a:rPr>
              <a:t>&gt; Select a kernel (top right)</a:t>
            </a:r>
            <a:endParaRPr lang="en-US"/>
          </a:p>
          <a:p>
            <a:pPr marL="0" indent="0">
              <a:buNone/>
            </a:pPr>
            <a:r>
              <a:rPr lang="en-US" sz="2000">
                <a:ea typeface="Calibri" panose="020F0502020204030204"/>
                <a:cs typeface="Calibri" panose="020F0502020204030204"/>
              </a:rPr>
              <a:t>&gt; Create a </a:t>
            </a:r>
            <a:r>
              <a:rPr lang="en-US" sz="2000" err="1">
                <a:ea typeface="Calibri" panose="020F0502020204030204"/>
                <a:cs typeface="Calibri" panose="020F0502020204030204"/>
              </a:rPr>
              <a:t>conda</a:t>
            </a:r>
            <a:r>
              <a:rPr lang="en-US" sz="2000">
                <a:ea typeface="Calibri" panose="020F0502020204030204"/>
                <a:cs typeface="Calibri" panose="020F0502020204030204"/>
              </a:rPr>
              <a:t> environment (with a python version &lt;= 3.11)</a:t>
            </a:r>
            <a:endParaRPr lang="en-US"/>
          </a:p>
          <a:p>
            <a:pPr marL="0" indent="0">
              <a:buNone/>
            </a:pPr>
            <a:r>
              <a:rPr lang="en-US" sz="2000">
                <a:ea typeface="Calibri" panose="020F0502020204030204"/>
                <a:cs typeface="Calibri" panose="020F0502020204030204"/>
              </a:rPr>
              <a:t>&gt; Install libraries (In a code cell type: </a:t>
            </a:r>
            <a:r>
              <a:rPr lang="en-US" sz="1800">
                <a:solidFill>
                  <a:schemeClr val="accent1"/>
                </a:solidFill>
                <a:latin typeface="Consolas"/>
                <a:ea typeface="Calibri" panose="020F0502020204030204"/>
                <a:cs typeface="Calibri" panose="020F0502020204030204"/>
              </a:rPr>
              <a:t>%</a:t>
            </a:r>
            <a:r>
              <a:rPr lang="en-US" sz="1800" err="1">
                <a:solidFill>
                  <a:schemeClr val="accent1"/>
                </a:solidFill>
                <a:latin typeface="Consolas"/>
                <a:ea typeface="+mn-lt"/>
                <a:cs typeface="+mn-lt"/>
              </a:rPr>
              <a:t>conda</a:t>
            </a:r>
            <a:r>
              <a:rPr lang="en-US" sz="1800">
                <a:solidFill>
                  <a:schemeClr val="accent1"/>
                </a:solidFill>
                <a:latin typeface="Consolas"/>
                <a:ea typeface="+mn-lt"/>
                <a:cs typeface="+mn-lt"/>
              </a:rPr>
              <a:t> install </a:t>
            </a:r>
            <a:r>
              <a:rPr lang="en-US" sz="1800" err="1">
                <a:solidFill>
                  <a:schemeClr val="accent1"/>
                </a:solidFill>
                <a:latin typeface="Consolas"/>
                <a:ea typeface="+mn-lt"/>
                <a:cs typeface="+mn-lt"/>
              </a:rPr>
              <a:t>metpy</a:t>
            </a:r>
            <a:r>
              <a:rPr lang="en-US" sz="2000">
                <a:solidFill>
                  <a:srgbClr val="000000"/>
                </a:solidFill>
                <a:latin typeface="Calibri"/>
                <a:ea typeface="+mn-lt"/>
                <a:cs typeface="+mn-lt"/>
              </a:rPr>
              <a:t>)</a:t>
            </a:r>
          </a:p>
        </p:txBody>
      </p:sp>
      <p:sp>
        <p:nvSpPr>
          <p:cNvPr id="4" name="Slide Number Placeholder 3">
            <a:extLst>
              <a:ext uri="{FF2B5EF4-FFF2-40B4-BE49-F238E27FC236}">
                <a16:creationId xmlns:a16="http://schemas.microsoft.com/office/drawing/2014/main" id="{054FB40C-9E32-C637-455A-731E4C0AA018}"/>
              </a:ext>
            </a:extLst>
          </p:cNvPr>
          <p:cNvSpPr>
            <a:spLocks noGrp="1"/>
          </p:cNvSpPr>
          <p:nvPr>
            <p:ph type="sldNum" sz="quarter" idx="12"/>
          </p:nvPr>
        </p:nvSpPr>
        <p:spPr/>
        <p:txBody>
          <a:bodyPr/>
          <a:lstStyle/>
          <a:p>
            <a:fld id="{48F63A3B-78C7-47BE-AE5E-E10140E04643}" type="slidenum">
              <a:rPr lang="en-US" dirty="0"/>
              <a:t>70</a:t>
            </a:fld>
            <a:endParaRPr lang="en-US"/>
          </a:p>
        </p:txBody>
      </p:sp>
    </p:spTree>
    <p:extLst>
      <p:ext uri="{BB962C8B-B14F-4D97-AF65-F5344CB8AC3E}">
        <p14:creationId xmlns:p14="http://schemas.microsoft.com/office/powerpoint/2010/main" val="30456998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FBB4-A9FF-1FF5-68E8-47A4E32070CC}"/>
              </a:ext>
            </a:extLst>
          </p:cNvPr>
          <p:cNvSpPr>
            <a:spLocks noGrp="1"/>
          </p:cNvSpPr>
          <p:nvPr>
            <p:ph type="title"/>
          </p:nvPr>
        </p:nvSpPr>
        <p:spPr/>
        <p:txBody>
          <a:bodyPr/>
          <a:lstStyle/>
          <a:p>
            <a:r>
              <a:rPr lang="en-US">
                <a:ea typeface="Calibri Light"/>
                <a:cs typeface="Calibri Light"/>
              </a:rPr>
              <a:t>Terminal commands</a:t>
            </a:r>
            <a:endParaRPr lang="en-US"/>
          </a:p>
        </p:txBody>
      </p:sp>
      <p:sp>
        <p:nvSpPr>
          <p:cNvPr id="3" name="Content Placeholder 2">
            <a:extLst>
              <a:ext uri="{FF2B5EF4-FFF2-40B4-BE49-F238E27FC236}">
                <a16:creationId xmlns:a16="http://schemas.microsoft.com/office/drawing/2014/main" id="{5449FF30-86B3-42D9-8C11-A254B71C33FA}"/>
              </a:ext>
            </a:extLst>
          </p:cNvPr>
          <p:cNvSpPr>
            <a:spLocks noGrp="1"/>
          </p:cNvSpPr>
          <p:nvPr>
            <p:ph idx="1"/>
          </p:nvPr>
        </p:nvSpPr>
        <p:spPr>
          <a:xfrm>
            <a:off x="838200" y="1825624"/>
            <a:ext cx="10515600" cy="4792889"/>
          </a:xfrm>
        </p:spPr>
        <p:txBody>
          <a:bodyPr vert="horz" lIns="91440" tIns="45720" rIns="91440" bIns="45720" rtlCol="0" anchor="t">
            <a:normAutofit/>
          </a:bodyPr>
          <a:lstStyle/>
          <a:p>
            <a:r>
              <a:rPr lang="en-US" sz="2000">
                <a:ea typeface="Calibri"/>
                <a:cs typeface="Calibri"/>
              </a:rPr>
              <a:t>Access the cluster</a:t>
            </a:r>
            <a:br>
              <a:rPr lang="en-US" sz="2000">
                <a:ea typeface="Calibri"/>
                <a:cs typeface="Calibri"/>
              </a:rPr>
            </a:br>
            <a:r>
              <a:rPr lang="en-US" sz="1600">
                <a:solidFill>
                  <a:srgbClr val="4472C4"/>
                </a:solidFill>
                <a:latin typeface="Monaco" pitchFamily="2" charset="77"/>
                <a:ea typeface="+mn-lt"/>
                <a:cs typeface="+mn-lt"/>
              </a:rPr>
              <a:t>ssh -Y -J </a:t>
            </a:r>
            <a:r>
              <a:rPr lang="en-US" sz="1600" i="1" err="1">
                <a:solidFill>
                  <a:srgbClr val="4472C4"/>
                </a:solidFill>
                <a:latin typeface="Monaco" pitchFamily="2" charset="77"/>
                <a:ea typeface="+mn-lt"/>
                <a:cs typeface="+mn-lt"/>
              </a:rPr>
              <a:t>nome.cognome</a:t>
            </a:r>
            <a:r>
              <a:rPr lang="en-US" sz="1600" i="1">
                <a:solidFill>
                  <a:srgbClr val="4472C4"/>
                </a:solidFill>
                <a:latin typeface="Monaco" pitchFamily="2" charset="77"/>
                <a:ea typeface="+mn-lt"/>
                <a:cs typeface="+mn-lt"/>
              </a:rPr>
              <a:t>#</a:t>
            </a:r>
            <a:r>
              <a:rPr lang="en-US" sz="1600">
                <a:solidFill>
                  <a:srgbClr val="4472C4"/>
                </a:solidFill>
                <a:latin typeface="Monaco" pitchFamily="2" charset="77"/>
                <a:ea typeface="+mn-lt"/>
                <a:cs typeface="+mn-lt"/>
              </a:rPr>
              <a:t>@137.204.165.34 </a:t>
            </a:r>
            <a:r>
              <a:rPr lang="en-US" sz="1600" i="1" err="1">
                <a:solidFill>
                  <a:srgbClr val="4472C4"/>
                </a:solidFill>
                <a:latin typeface="Monaco" pitchFamily="2" charset="77"/>
                <a:ea typeface="+mn-lt"/>
                <a:cs typeface="+mn-lt"/>
              </a:rPr>
              <a:t>nome.cognome</a:t>
            </a:r>
            <a:r>
              <a:rPr lang="en-US" sz="1600" i="1">
                <a:solidFill>
                  <a:srgbClr val="4472C4"/>
                </a:solidFill>
                <a:latin typeface="Monaco" pitchFamily="2" charset="77"/>
                <a:ea typeface="+mn-lt"/>
                <a:cs typeface="+mn-lt"/>
              </a:rPr>
              <a:t>#</a:t>
            </a:r>
            <a:r>
              <a:rPr lang="en-US" sz="1600">
                <a:solidFill>
                  <a:srgbClr val="4472C4"/>
                </a:solidFill>
                <a:latin typeface="Monaco" pitchFamily="2" charset="77"/>
                <a:ea typeface="+mn-lt"/>
                <a:cs typeface="+mn-lt"/>
              </a:rPr>
              <a:t>@137.204.165.41</a:t>
            </a:r>
            <a:endParaRPr lang="en-US" sz="1600">
              <a:latin typeface="Monaco" pitchFamily="2" charset="77"/>
            </a:endParaRPr>
          </a:p>
          <a:p>
            <a:r>
              <a:rPr lang="en-US" sz="2000">
                <a:ea typeface="Calibri"/>
                <a:cs typeface="Calibri"/>
              </a:rPr>
              <a:t>Request an interactive job (frontend)</a:t>
            </a:r>
          </a:p>
          <a:p>
            <a:pPr marL="0" indent="0">
              <a:buNone/>
            </a:pPr>
            <a:r>
              <a:rPr lang="en-US" sz="1600" err="1">
                <a:solidFill>
                  <a:srgbClr val="4472C4"/>
                </a:solidFill>
                <a:latin typeface="Monaco" pitchFamily="2" charset="77"/>
                <a:ea typeface="+mn-lt"/>
                <a:cs typeface="+mn-lt"/>
              </a:rPr>
              <a:t>salloc</a:t>
            </a:r>
            <a:r>
              <a:rPr lang="en-US" sz="1600">
                <a:solidFill>
                  <a:srgbClr val="4472C4"/>
                </a:solidFill>
                <a:latin typeface="Monaco" pitchFamily="2" charset="77"/>
                <a:ea typeface="+mn-lt"/>
                <a:cs typeface="+mn-lt"/>
              </a:rPr>
              <a:t> -N 1 --</a:t>
            </a:r>
            <a:r>
              <a:rPr lang="en-US" sz="1600" err="1">
                <a:solidFill>
                  <a:srgbClr val="4472C4"/>
                </a:solidFill>
                <a:latin typeface="Monaco" pitchFamily="2" charset="77"/>
                <a:ea typeface="+mn-lt"/>
                <a:cs typeface="+mn-lt"/>
              </a:rPr>
              <a:t>cpus</a:t>
            </a:r>
            <a:r>
              <a:rPr lang="en-US" sz="1600">
                <a:solidFill>
                  <a:srgbClr val="4472C4"/>
                </a:solidFill>
                <a:latin typeface="Monaco" pitchFamily="2" charset="77"/>
                <a:ea typeface="+mn-lt"/>
                <a:cs typeface="+mn-lt"/>
              </a:rPr>
              <a:t>-per-task=4 --time=00:30:00 --mem=32G --constraint=blade --partition=b1 </a:t>
            </a:r>
          </a:p>
          <a:p>
            <a:pPr marL="0" indent="0">
              <a:buNone/>
            </a:pPr>
            <a:r>
              <a:rPr lang="en-US" sz="1600" err="1">
                <a:solidFill>
                  <a:srgbClr val="4472C4"/>
                </a:solidFill>
                <a:latin typeface="Monaco" pitchFamily="2" charset="77"/>
                <a:ea typeface="+mn-lt"/>
                <a:cs typeface="+mn-lt"/>
              </a:rPr>
              <a:t>srun</a:t>
            </a:r>
            <a:r>
              <a:rPr lang="en-US" sz="1600">
                <a:solidFill>
                  <a:srgbClr val="4472C4"/>
                </a:solidFill>
                <a:latin typeface="Monaco" pitchFamily="2" charset="77"/>
                <a:ea typeface="+mn-lt"/>
                <a:cs typeface="+mn-lt"/>
              </a:rPr>
              <a:t> --</a:t>
            </a:r>
            <a:r>
              <a:rPr lang="en-US" sz="1600" err="1">
                <a:solidFill>
                  <a:srgbClr val="4472C4"/>
                </a:solidFill>
                <a:latin typeface="Monaco" pitchFamily="2" charset="77"/>
                <a:ea typeface="+mn-lt"/>
                <a:cs typeface="+mn-lt"/>
              </a:rPr>
              <a:t>pty</a:t>
            </a:r>
            <a:r>
              <a:rPr lang="en-US" sz="1600">
                <a:solidFill>
                  <a:srgbClr val="4472C4"/>
                </a:solidFill>
                <a:latin typeface="Monaco" pitchFamily="2" charset="77"/>
                <a:ea typeface="+mn-lt"/>
                <a:cs typeface="+mn-lt"/>
              </a:rPr>
              <a:t> --overlap --</a:t>
            </a:r>
            <a:r>
              <a:rPr lang="en-US" sz="1600" err="1">
                <a:solidFill>
                  <a:srgbClr val="4472C4"/>
                </a:solidFill>
                <a:latin typeface="Monaco" pitchFamily="2" charset="77"/>
                <a:ea typeface="+mn-lt"/>
                <a:cs typeface="+mn-lt"/>
              </a:rPr>
              <a:t>jobid</a:t>
            </a:r>
            <a:r>
              <a:rPr lang="en-US" sz="1600">
                <a:solidFill>
                  <a:srgbClr val="4472C4"/>
                </a:solidFill>
                <a:latin typeface="Monaco" pitchFamily="2" charset="77"/>
                <a:ea typeface="+mn-lt"/>
                <a:cs typeface="+mn-lt"/>
              </a:rPr>
              <a:t> $JOBID bash</a:t>
            </a:r>
          </a:p>
          <a:p>
            <a:pPr>
              <a:buFont typeface="Arial"/>
              <a:buChar char="•"/>
            </a:pPr>
            <a:r>
              <a:rPr lang="en-US" sz="2000">
                <a:latin typeface="Calibri"/>
                <a:ea typeface="Calibri"/>
                <a:cs typeface="Calibri"/>
              </a:rPr>
              <a:t>Submit job via </a:t>
            </a:r>
            <a:r>
              <a:rPr lang="en-US" sz="2000" err="1">
                <a:latin typeface="Calibri"/>
                <a:ea typeface="Calibri"/>
                <a:cs typeface="Calibri"/>
              </a:rPr>
              <a:t>sbatch</a:t>
            </a:r>
            <a:endParaRPr lang="en-US" sz="2000">
              <a:latin typeface="Calibri"/>
              <a:ea typeface="Calibri"/>
              <a:cs typeface="Calibri"/>
            </a:endParaRPr>
          </a:p>
          <a:p>
            <a:pPr marL="0" indent="0">
              <a:buNone/>
            </a:pPr>
            <a:r>
              <a:rPr lang="en-US" sz="1600" err="1">
                <a:solidFill>
                  <a:srgbClr val="4472C4"/>
                </a:solidFill>
                <a:latin typeface="Monaco" pitchFamily="2" charset="77"/>
                <a:ea typeface="+mn-lt"/>
                <a:cs typeface="+mn-lt"/>
              </a:rPr>
              <a:t>sbatch</a:t>
            </a:r>
            <a:r>
              <a:rPr lang="en-US" sz="1600">
                <a:solidFill>
                  <a:srgbClr val="4472C4"/>
                </a:solidFill>
                <a:latin typeface="Monaco" pitchFamily="2" charset="77"/>
                <a:ea typeface="+mn-lt"/>
                <a:cs typeface="+mn-lt"/>
              </a:rPr>
              <a:t> </a:t>
            </a:r>
            <a:r>
              <a:rPr lang="en-US" sz="1600" err="1">
                <a:solidFill>
                  <a:srgbClr val="4472C4"/>
                </a:solidFill>
                <a:latin typeface="Monaco" pitchFamily="2" charset="77"/>
                <a:ea typeface="+mn-lt"/>
                <a:cs typeface="+mn-lt"/>
              </a:rPr>
              <a:t>script_name.sh</a:t>
            </a:r>
            <a:endParaRPr lang="en-US" sz="1600">
              <a:solidFill>
                <a:srgbClr val="4472C4"/>
              </a:solidFill>
              <a:latin typeface="Monaco" pitchFamily="2" charset="77"/>
              <a:ea typeface="+mn-lt"/>
              <a:cs typeface="+mn-lt"/>
            </a:endParaRPr>
          </a:p>
          <a:p>
            <a:r>
              <a:rPr lang="en-US" sz="2000">
                <a:ea typeface="Calibri"/>
                <a:cs typeface="Calibri"/>
              </a:rPr>
              <a:t>Control job queue</a:t>
            </a:r>
          </a:p>
          <a:p>
            <a:pPr marL="0" indent="0">
              <a:buNone/>
            </a:pPr>
            <a:r>
              <a:rPr lang="en-US" sz="1600" err="1">
                <a:solidFill>
                  <a:srgbClr val="4472C4"/>
                </a:solidFill>
                <a:latin typeface="Monaco" pitchFamily="2" charset="77"/>
                <a:ea typeface="+mn-lt"/>
                <a:cs typeface="+mn-lt"/>
              </a:rPr>
              <a:t>squeue</a:t>
            </a:r>
            <a:r>
              <a:rPr lang="en-US" sz="1600">
                <a:solidFill>
                  <a:srgbClr val="4472C4"/>
                </a:solidFill>
                <a:latin typeface="Monaco" pitchFamily="2" charset="77"/>
                <a:ea typeface="+mn-lt"/>
                <a:cs typeface="+mn-lt"/>
              </a:rPr>
              <a:t> –u </a:t>
            </a:r>
            <a:r>
              <a:rPr lang="en-US" sz="1600" err="1">
                <a:solidFill>
                  <a:srgbClr val="4472C4"/>
                </a:solidFill>
                <a:latin typeface="Monaco" pitchFamily="2" charset="77"/>
                <a:ea typeface="+mn-lt"/>
                <a:cs typeface="+mn-lt"/>
              </a:rPr>
              <a:t>nome.cognome</a:t>
            </a:r>
            <a:r>
              <a:rPr lang="en-US" sz="1600">
                <a:solidFill>
                  <a:srgbClr val="4472C4"/>
                </a:solidFill>
                <a:latin typeface="Monaco" pitchFamily="2" charset="77"/>
                <a:ea typeface="+mn-lt"/>
                <a:cs typeface="+mn-lt"/>
              </a:rPr>
              <a:t>#</a:t>
            </a:r>
          </a:p>
          <a:p>
            <a:pPr marL="0" indent="0">
              <a:buNone/>
            </a:pPr>
            <a:r>
              <a:rPr lang="en-US" sz="2000">
                <a:ea typeface="Calibri"/>
                <a:cs typeface="Calibri"/>
              </a:rPr>
              <a:t>or</a:t>
            </a:r>
            <a:r>
              <a:rPr lang="en-US" sz="1800">
                <a:solidFill>
                  <a:srgbClr val="4472C4"/>
                </a:solidFill>
                <a:latin typeface="Consolas"/>
                <a:ea typeface="+mn-lt"/>
                <a:cs typeface="+mn-lt"/>
              </a:rPr>
              <a:t> </a:t>
            </a:r>
          </a:p>
          <a:p>
            <a:pPr marL="0" indent="0">
              <a:buNone/>
            </a:pPr>
            <a:r>
              <a:rPr lang="en-US" sz="1600" err="1">
                <a:solidFill>
                  <a:srgbClr val="4472C4"/>
                </a:solidFill>
                <a:latin typeface="Monaco" pitchFamily="2" charset="77"/>
                <a:ea typeface="+mn-lt"/>
                <a:cs typeface="+mn-lt"/>
              </a:rPr>
              <a:t>slurmtop</a:t>
            </a:r>
            <a:endParaRPr lang="en-US" sz="1600">
              <a:solidFill>
                <a:srgbClr val="4472C4"/>
              </a:solidFill>
              <a:latin typeface="Monaco" pitchFamily="2" charset="77"/>
              <a:ea typeface="+mn-lt"/>
              <a:cs typeface="+mn-lt"/>
            </a:endParaRPr>
          </a:p>
          <a:p>
            <a:endParaRPr lang="en-US" sz="1800">
              <a:ea typeface="Calibri"/>
              <a:cs typeface="Calibri"/>
            </a:endParaRPr>
          </a:p>
        </p:txBody>
      </p:sp>
      <p:sp>
        <p:nvSpPr>
          <p:cNvPr id="5" name="Slide Number Placeholder 4">
            <a:extLst>
              <a:ext uri="{FF2B5EF4-FFF2-40B4-BE49-F238E27FC236}">
                <a16:creationId xmlns:a16="http://schemas.microsoft.com/office/drawing/2014/main" id="{84E7769E-6295-4A09-CBF6-8D9FDF49CEA4}"/>
              </a:ext>
            </a:extLst>
          </p:cNvPr>
          <p:cNvSpPr>
            <a:spLocks noGrp="1"/>
          </p:cNvSpPr>
          <p:nvPr>
            <p:ph type="sldNum" sz="quarter" idx="12"/>
          </p:nvPr>
        </p:nvSpPr>
        <p:spPr/>
        <p:txBody>
          <a:bodyPr/>
          <a:lstStyle/>
          <a:p>
            <a:fld id="{48F63A3B-78C7-47BE-AE5E-E10140E04643}" type="slidenum">
              <a:rPr lang="en-US" dirty="0"/>
              <a:t>71</a:t>
            </a:fld>
            <a:endParaRPr lang="en-US"/>
          </a:p>
        </p:txBody>
      </p:sp>
      <p:sp>
        <p:nvSpPr>
          <p:cNvPr id="6" name="TextBox 5">
            <a:extLst>
              <a:ext uri="{FF2B5EF4-FFF2-40B4-BE49-F238E27FC236}">
                <a16:creationId xmlns:a16="http://schemas.microsoft.com/office/drawing/2014/main" id="{ED48AC57-6091-93D9-C9D5-FF040BA3EB00}"/>
              </a:ext>
            </a:extLst>
          </p:cNvPr>
          <p:cNvSpPr txBox="1"/>
          <p:nvPr/>
        </p:nvSpPr>
        <p:spPr>
          <a:xfrm>
            <a:off x="6781234" y="3484797"/>
            <a:ext cx="3182714" cy="584775"/>
          </a:xfrm>
          <a:prstGeom prst="rect">
            <a:avLst/>
          </a:prstGeom>
          <a:solidFill>
            <a:schemeClr val="accent2">
              <a:lumMod val="20000"/>
              <a:lumOff val="80000"/>
            </a:schemeClr>
          </a:solidFill>
          <a:ln>
            <a:solidFill>
              <a:schemeClr val="accent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In here remember to modify the bash script and insert your email</a:t>
            </a:r>
            <a:endParaRPr lang="en-US"/>
          </a:p>
        </p:txBody>
      </p:sp>
      <p:cxnSp>
        <p:nvCxnSpPr>
          <p:cNvPr id="8" name="Straight Arrow Connector 7">
            <a:extLst>
              <a:ext uri="{FF2B5EF4-FFF2-40B4-BE49-F238E27FC236}">
                <a16:creationId xmlns:a16="http://schemas.microsoft.com/office/drawing/2014/main" id="{BE2F427F-7B46-A504-E497-25A1FDDF9300}"/>
              </a:ext>
            </a:extLst>
          </p:cNvPr>
          <p:cNvCxnSpPr/>
          <p:nvPr/>
        </p:nvCxnSpPr>
        <p:spPr>
          <a:xfrm flipH="1">
            <a:off x="3591433" y="3728264"/>
            <a:ext cx="3182714" cy="52891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DE6BF1C-5241-CB40-5A04-E0E2242E8A29}"/>
              </a:ext>
            </a:extLst>
          </p:cNvPr>
          <p:cNvSpPr txBox="1"/>
          <p:nvPr/>
        </p:nvSpPr>
        <p:spPr>
          <a:xfrm>
            <a:off x="5159380" y="5028572"/>
            <a:ext cx="3387144" cy="338554"/>
          </a:xfrm>
          <a:prstGeom prst="rect">
            <a:avLst/>
          </a:prstGeom>
          <a:solidFill>
            <a:schemeClr val="accent2">
              <a:lumMod val="20000"/>
              <a:lumOff val="80000"/>
            </a:schemeClr>
          </a:solidFill>
          <a:ln>
            <a:solidFill>
              <a:schemeClr val="accent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To exit from </a:t>
            </a:r>
            <a:r>
              <a:rPr lang="en-US" sz="1600" err="1">
                <a:ea typeface="Calibri"/>
                <a:cs typeface="Calibri"/>
              </a:rPr>
              <a:t>slurmtop</a:t>
            </a:r>
            <a:r>
              <a:rPr lang="en-US" sz="1600">
                <a:ea typeface="Calibri"/>
                <a:cs typeface="Calibri"/>
              </a:rPr>
              <a:t> press </a:t>
            </a:r>
            <a:r>
              <a:rPr lang="en-US" sz="1600" err="1">
                <a:solidFill>
                  <a:srgbClr val="4472C4"/>
                </a:solidFill>
                <a:latin typeface="Consolas"/>
                <a:ea typeface="+mn-lt"/>
                <a:cs typeface="+mn-lt"/>
              </a:rPr>
              <a:t>ctrl+c</a:t>
            </a:r>
            <a:endParaRPr lang="en-US" sz="1600">
              <a:solidFill>
                <a:srgbClr val="4472C4"/>
              </a:solidFill>
              <a:latin typeface="Consolas"/>
              <a:ea typeface="+mn-lt"/>
              <a:cs typeface="+mn-lt"/>
            </a:endParaRPr>
          </a:p>
        </p:txBody>
      </p:sp>
      <p:cxnSp>
        <p:nvCxnSpPr>
          <p:cNvPr id="7" name="Straight Arrow Connector 6">
            <a:extLst>
              <a:ext uri="{FF2B5EF4-FFF2-40B4-BE49-F238E27FC236}">
                <a16:creationId xmlns:a16="http://schemas.microsoft.com/office/drawing/2014/main" id="{892D1F02-37B7-2471-D9C8-DA2F56114EC8}"/>
              </a:ext>
            </a:extLst>
          </p:cNvPr>
          <p:cNvCxnSpPr>
            <a:cxnSpLocks/>
          </p:cNvCxnSpPr>
          <p:nvPr/>
        </p:nvCxnSpPr>
        <p:spPr>
          <a:xfrm flipH="1">
            <a:off x="1969579" y="5272039"/>
            <a:ext cx="3182714" cy="52891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91520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1E443-7149-1AE5-6A64-9C64CEB8A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97AA0-E8BC-83E7-FA26-1713B63ABCEC}"/>
              </a:ext>
            </a:extLst>
          </p:cNvPr>
          <p:cNvSpPr>
            <a:spLocks noGrp="1"/>
          </p:cNvSpPr>
          <p:nvPr>
            <p:ph type="title"/>
          </p:nvPr>
        </p:nvSpPr>
        <p:spPr/>
        <p:txBody>
          <a:bodyPr/>
          <a:lstStyle/>
          <a:p>
            <a:r>
              <a:rPr lang="en-US">
                <a:ea typeface="Calibri Light"/>
                <a:cs typeface="Calibri Light"/>
              </a:rPr>
              <a:t>Terminal commands</a:t>
            </a:r>
            <a:endParaRPr lang="en-US"/>
          </a:p>
        </p:txBody>
      </p:sp>
      <p:sp>
        <p:nvSpPr>
          <p:cNvPr id="3" name="Content Placeholder 2">
            <a:extLst>
              <a:ext uri="{FF2B5EF4-FFF2-40B4-BE49-F238E27FC236}">
                <a16:creationId xmlns:a16="http://schemas.microsoft.com/office/drawing/2014/main" id="{2A55C959-2A77-E423-7A8B-B8D96E461DF9}"/>
              </a:ext>
            </a:extLst>
          </p:cNvPr>
          <p:cNvSpPr>
            <a:spLocks noGrp="1"/>
          </p:cNvSpPr>
          <p:nvPr>
            <p:ph idx="1"/>
          </p:nvPr>
        </p:nvSpPr>
        <p:spPr/>
        <p:txBody>
          <a:bodyPr vert="horz" lIns="91440" tIns="45720" rIns="91440" bIns="45720" rtlCol="0" anchor="t">
            <a:normAutofit/>
          </a:bodyPr>
          <a:lstStyle/>
          <a:p>
            <a:pPr marL="0" indent="0">
              <a:buNone/>
            </a:pPr>
            <a:r>
              <a:rPr lang="en-US" sz="1800">
                <a:latin typeface="Calibri" panose="020F0502020204030204"/>
                <a:ea typeface="Calibri"/>
                <a:cs typeface="Calibri"/>
              </a:rPr>
              <a:t>Soft link a file</a:t>
            </a:r>
          </a:p>
          <a:p>
            <a:pPr marL="0" indent="0">
              <a:buNone/>
            </a:pPr>
            <a:endParaRPr lang="en-US" sz="1800">
              <a:latin typeface="Calibri" panose="020F0502020204030204"/>
              <a:ea typeface="Calibri"/>
              <a:cs typeface="Calibri"/>
            </a:endParaRPr>
          </a:p>
          <a:p>
            <a:pPr marL="0" indent="0">
              <a:buNone/>
            </a:pPr>
            <a:r>
              <a:rPr lang="en-US" sz="1800">
                <a:latin typeface="Calibri" panose="020F0502020204030204"/>
                <a:ea typeface="Calibri"/>
                <a:cs typeface="Calibri"/>
              </a:rPr>
              <a:t>To access the cluster open another terminal window and insert:</a:t>
            </a:r>
          </a:p>
          <a:p>
            <a:pPr marL="0" indent="0">
              <a:buNone/>
            </a:pPr>
            <a:endParaRPr lang="en-US" sz="1800">
              <a:latin typeface="Calibri" panose="020F0502020204030204"/>
              <a:ea typeface="Calibri"/>
              <a:cs typeface="Calibri"/>
            </a:endParaRPr>
          </a:p>
          <a:p>
            <a:pPr marL="0" indent="0">
              <a:buNone/>
            </a:pPr>
            <a:endParaRPr lang="en-US" sz="1800">
              <a:latin typeface="Calibri" panose="020F0502020204030204"/>
              <a:ea typeface="Calibri"/>
              <a:cs typeface="Calibri"/>
            </a:endParaRPr>
          </a:p>
          <a:p>
            <a:pPr marL="0" indent="0">
              <a:buNone/>
            </a:pPr>
            <a:r>
              <a:rPr lang="en-US" sz="1800">
                <a:latin typeface="Calibri" panose="020F0502020204030204"/>
                <a:ea typeface="Calibri"/>
                <a:cs typeface="Calibri"/>
              </a:rPr>
              <a:t>To </a:t>
            </a:r>
            <a:r>
              <a:rPr lang="en-US" sz="1800" b="1">
                <a:latin typeface="Calibri" panose="020F0502020204030204"/>
                <a:ea typeface="Calibri"/>
                <a:cs typeface="Calibri"/>
              </a:rPr>
              <a:t>download </a:t>
            </a:r>
            <a:r>
              <a:rPr lang="en-US" sz="1800">
                <a:latin typeface="Calibri" panose="020F0502020204030204"/>
                <a:ea typeface="Calibri"/>
                <a:cs typeface="Calibri"/>
              </a:rPr>
              <a:t>a file</a:t>
            </a:r>
            <a:r>
              <a:rPr lang="en-US" sz="1800" b="1">
                <a:latin typeface="Calibri" panose="020F0502020204030204"/>
                <a:ea typeface="Calibri"/>
                <a:cs typeface="Calibri"/>
              </a:rPr>
              <a:t> </a:t>
            </a:r>
            <a:r>
              <a:rPr lang="en-US" sz="1800">
                <a:latin typeface="Calibri" panose="020F0502020204030204"/>
                <a:ea typeface="Calibri"/>
                <a:cs typeface="Calibri"/>
              </a:rPr>
              <a:t>from the cluster, go into the local folder and insert:</a:t>
            </a:r>
            <a:endParaRPr lang="en-US"/>
          </a:p>
          <a:p>
            <a:pPr marL="0" indent="0">
              <a:buNone/>
            </a:pPr>
            <a:endParaRPr lang="en-US" sz="1800">
              <a:latin typeface="Calibri" panose="020F0502020204030204"/>
              <a:ea typeface="Calibri"/>
              <a:cs typeface="Calibri"/>
            </a:endParaRPr>
          </a:p>
          <a:p>
            <a:pPr marL="0" indent="0">
              <a:buNone/>
            </a:pPr>
            <a:r>
              <a:rPr lang="en-US" sz="1800">
                <a:latin typeface="Calibri" panose="020F0502020204030204"/>
                <a:ea typeface="Calibri"/>
                <a:cs typeface="Calibri"/>
              </a:rPr>
              <a:t>To </a:t>
            </a:r>
            <a:r>
              <a:rPr lang="en-US" sz="1800" b="1">
                <a:latin typeface="Calibri" panose="020F0502020204030204"/>
                <a:ea typeface="Calibri"/>
                <a:cs typeface="Calibri"/>
              </a:rPr>
              <a:t>upload </a:t>
            </a:r>
            <a:r>
              <a:rPr lang="en-US" sz="1800">
                <a:latin typeface="Calibri" panose="020F0502020204030204"/>
                <a:ea typeface="Calibri"/>
                <a:cs typeface="Calibri"/>
              </a:rPr>
              <a:t>a file in the cluster, go into the folder containing the file and type:</a:t>
            </a:r>
          </a:p>
          <a:p>
            <a:pPr marL="0" indent="0">
              <a:buNone/>
            </a:pPr>
            <a:endParaRPr lang="en-US" sz="1800">
              <a:latin typeface="Calibri" panose="020F0502020204030204"/>
              <a:ea typeface="Calibri"/>
              <a:cs typeface="Calibri"/>
            </a:endParaRPr>
          </a:p>
        </p:txBody>
      </p:sp>
      <p:sp>
        <p:nvSpPr>
          <p:cNvPr id="5" name="Slide Number Placeholder 4">
            <a:extLst>
              <a:ext uri="{FF2B5EF4-FFF2-40B4-BE49-F238E27FC236}">
                <a16:creationId xmlns:a16="http://schemas.microsoft.com/office/drawing/2014/main" id="{01D38716-051E-810C-E1B7-062E6CB2D8E7}"/>
              </a:ext>
            </a:extLst>
          </p:cNvPr>
          <p:cNvSpPr>
            <a:spLocks noGrp="1"/>
          </p:cNvSpPr>
          <p:nvPr>
            <p:ph type="sldNum" sz="quarter" idx="12"/>
          </p:nvPr>
        </p:nvSpPr>
        <p:spPr/>
        <p:txBody>
          <a:bodyPr/>
          <a:lstStyle/>
          <a:p>
            <a:fld id="{48F63A3B-78C7-47BE-AE5E-E10140E04643}" type="slidenum">
              <a:rPr lang="en-US" dirty="0"/>
              <a:t>72</a:t>
            </a:fld>
            <a:endParaRPr lang="en-US"/>
          </a:p>
        </p:txBody>
      </p:sp>
      <p:sp>
        <p:nvSpPr>
          <p:cNvPr id="6" name="TextBox 5">
            <a:extLst>
              <a:ext uri="{FF2B5EF4-FFF2-40B4-BE49-F238E27FC236}">
                <a16:creationId xmlns:a16="http://schemas.microsoft.com/office/drawing/2014/main" id="{90BDDFE2-63F6-9F78-52D3-F7F70B437A04}"/>
              </a:ext>
            </a:extLst>
          </p:cNvPr>
          <p:cNvSpPr txBox="1"/>
          <p:nvPr/>
        </p:nvSpPr>
        <p:spPr>
          <a:xfrm>
            <a:off x="841828" y="2158367"/>
            <a:ext cx="10517413" cy="307777"/>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4472C4"/>
                </a:solidFill>
                <a:latin typeface="Monaco" pitchFamily="2" charset="77"/>
                <a:ea typeface="+mn-lt"/>
                <a:cs typeface="+mn-lt"/>
              </a:rPr>
              <a:t>ln –sf </a:t>
            </a:r>
            <a:r>
              <a:rPr lang="en-US" sz="1400" i="1" u="sng" err="1">
                <a:solidFill>
                  <a:srgbClr val="4472C4"/>
                </a:solidFill>
                <a:latin typeface="Monaco" pitchFamily="2" charset="77"/>
                <a:ea typeface="+mn-lt"/>
                <a:cs typeface="+mn-lt"/>
              </a:rPr>
              <a:t>name_of_the_file</a:t>
            </a:r>
            <a:r>
              <a:rPr lang="en-US" sz="1400" i="1">
                <a:solidFill>
                  <a:srgbClr val="4472C4"/>
                </a:solidFill>
                <a:latin typeface="Monaco" pitchFamily="2" charset="77"/>
                <a:ea typeface="+mn-lt"/>
                <a:cs typeface="+mn-lt"/>
              </a:rPr>
              <a:t> </a:t>
            </a:r>
            <a:r>
              <a:rPr lang="en-US" sz="1400" i="1" u="sng" err="1">
                <a:solidFill>
                  <a:srgbClr val="4472C4"/>
                </a:solidFill>
                <a:latin typeface="Monaco" pitchFamily="2" charset="77"/>
                <a:ea typeface="+mn-lt"/>
                <a:cs typeface="+mn-lt"/>
              </a:rPr>
              <a:t>softlink_name</a:t>
            </a:r>
            <a:endParaRPr lang="en-US" sz="1600" i="1" u="sng">
              <a:latin typeface="Monaco" pitchFamily="2" charset="77"/>
            </a:endParaRPr>
          </a:p>
        </p:txBody>
      </p:sp>
      <p:sp>
        <p:nvSpPr>
          <p:cNvPr id="7" name="TextBox 6">
            <a:extLst>
              <a:ext uri="{FF2B5EF4-FFF2-40B4-BE49-F238E27FC236}">
                <a16:creationId xmlns:a16="http://schemas.microsoft.com/office/drawing/2014/main" id="{89BD2FD0-C37D-BA08-B012-12F8D9537946}"/>
              </a:ext>
            </a:extLst>
          </p:cNvPr>
          <p:cNvSpPr txBox="1"/>
          <p:nvPr/>
        </p:nvSpPr>
        <p:spPr>
          <a:xfrm>
            <a:off x="832759" y="2955497"/>
            <a:ext cx="10517413" cy="307777"/>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4472C4"/>
                </a:solidFill>
                <a:latin typeface="Monaco" pitchFamily="2" charset="77"/>
                <a:ea typeface="+mn-lt"/>
                <a:cs typeface="+mn-lt"/>
              </a:rPr>
              <a:t>ssh -Y -J </a:t>
            </a:r>
            <a:r>
              <a:rPr lang="en-US" sz="1400" err="1">
                <a:solidFill>
                  <a:srgbClr val="4472C4"/>
                </a:solidFill>
                <a:latin typeface="Monaco" pitchFamily="2" charset="77"/>
                <a:ea typeface="+mn-lt"/>
                <a:cs typeface="+mn-lt"/>
              </a:rPr>
              <a:t>nome.cognome</a:t>
            </a:r>
            <a:r>
              <a:rPr lang="en-US" sz="1400">
                <a:solidFill>
                  <a:srgbClr val="4472C4"/>
                </a:solidFill>
                <a:latin typeface="Monaco" pitchFamily="2" charset="77"/>
                <a:ea typeface="+mn-lt"/>
                <a:cs typeface="+mn-lt"/>
              </a:rPr>
              <a:t>#@137.204.165.34 </a:t>
            </a:r>
            <a:r>
              <a:rPr lang="en-US" sz="1400" err="1">
                <a:solidFill>
                  <a:srgbClr val="4472C4"/>
                </a:solidFill>
                <a:latin typeface="Monaco" pitchFamily="2" charset="77"/>
                <a:ea typeface="+mn-lt"/>
                <a:cs typeface="+mn-lt"/>
              </a:rPr>
              <a:t>nome.cognome</a:t>
            </a:r>
            <a:r>
              <a:rPr lang="en-US" sz="1400">
                <a:solidFill>
                  <a:srgbClr val="4472C4"/>
                </a:solidFill>
                <a:latin typeface="Monaco" pitchFamily="2" charset="77"/>
                <a:ea typeface="+mn-lt"/>
                <a:cs typeface="+mn-lt"/>
              </a:rPr>
              <a:t>#@137.204.165.41 </a:t>
            </a:r>
          </a:p>
        </p:txBody>
      </p:sp>
      <p:sp>
        <p:nvSpPr>
          <p:cNvPr id="8" name="TextBox 5">
            <a:extLst>
              <a:ext uri="{FF2B5EF4-FFF2-40B4-BE49-F238E27FC236}">
                <a16:creationId xmlns:a16="http://schemas.microsoft.com/office/drawing/2014/main" id="{46554D1C-1413-EDDD-BF23-0B132A09FB0E}"/>
              </a:ext>
            </a:extLst>
          </p:cNvPr>
          <p:cNvSpPr txBox="1"/>
          <p:nvPr/>
        </p:nvSpPr>
        <p:spPr>
          <a:xfrm>
            <a:off x="832759" y="4781351"/>
            <a:ext cx="10515600" cy="307777"/>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err="1">
                <a:solidFill>
                  <a:srgbClr val="4976C6"/>
                </a:solidFill>
                <a:latin typeface="Monaco" pitchFamily="2" charset="77"/>
                <a:cs typeface="Consolas" panose="020B0609020204030204" pitchFamily="49" charset="0"/>
              </a:rPr>
              <a:t>scp</a:t>
            </a:r>
            <a:r>
              <a:rPr lang="en-US" sz="1400">
                <a:solidFill>
                  <a:srgbClr val="4976C6"/>
                </a:solidFill>
                <a:latin typeface="Monaco" pitchFamily="2" charset="77"/>
                <a:cs typeface="Consolas" panose="020B0609020204030204" pitchFamily="49" charset="0"/>
              </a:rPr>
              <a:t> –J </a:t>
            </a:r>
            <a:r>
              <a:rPr lang="en-US" sz="1400" i="1">
                <a:solidFill>
                  <a:srgbClr val="4472C4"/>
                </a:solidFill>
                <a:latin typeface="Monaco" pitchFamily="2" charset="77"/>
                <a:ea typeface="+mn-lt"/>
                <a:cs typeface="+mn-lt"/>
              </a:rPr>
              <a:t> </a:t>
            </a:r>
            <a:r>
              <a:rPr lang="en-US" sz="1400" i="1" err="1">
                <a:solidFill>
                  <a:srgbClr val="4472C4"/>
                </a:solidFill>
                <a:latin typeface="Monaco" pitchFamily="2" charset="77"/>
                <a:ea typeface="+mn-lt"/>
                <a:cs typeface="+mn-lt"/>
              </a:rPr>
              <a:t>nome.cognomen</a:t>
            </a:r>
            <a:r>
              <a:rPr lang="en-US" sz="1400" i="1">
                <a:solidFill>
                  <a:srgbClr val="4472C4"/>
                </a:solidFill>
                <a:latin typeface="Monaco" pitchFamily="2" charset="77"/>
                <a:ea typeface="+mn-lt"/>
                <a:cs typeface="+mn-lt"/>
              </a:rPr>
              <a:t>#</a:t>
            </a:r>
            <a:r>
              <a:rPr lang="en-US" sz="1400">
                <a:solidFill>
                  <a:srgbClr val="4976C6"/>
                </a:solidFill>
                <a:latin typeface="Monaco" pitchFamily="2" charset="77"/>
                <a:cs typeface="Consolas" panose="020B0609020204030204" pitchFamily="49" charset="0"/>
              </a:rPr>
              <a:t>@137.204.165.34 </a:t>
            </a:r>
            <a:r>
              <a:rPr lang="en-US" sz="1400" i="1">
                <a:solidFill>
                  <a:srgbClr val="4976C6"/>
                </a:solidFill>
                <a:latin typeface="Monaco" pitchFamily="2" charset="77"/>
                <a:cs typeface="Consolas" panose="020B0609020204030204" pitchFamily="49" charset="0"/>
              </a:rPr>
              <a:t>filename</a:t>
            </a:r>
            <a:r>
              <a:rPr lang="en-US" sz="1400">
                <a:solidFill>
                  <a:srgbClr val="4976C6"/>
                </a:solidFill>
                <a:latin typeface="Monaco" pitchFamily="2" charset="77"/>
                <a:cs typeface="Consolas" panose="020B0609020204030204" pitchFamily="49" charset="0"/>
              </a:rPr>
              <a:t> </a:t>
            </a:r>
            <a:r>
              <a:rPr lang="en-US" sz="1400" i="1">
                <a:solidFill>
                  <a:srgbClr val="4472C4"/>
                </a:solidFill>
                <a:latin typeface="Monaco" pitchFamily="2" charset="77"/>
                <a:ea typeface="+mn-lt"/>
                <a:cs typeface="+mn-lt"/>
              </a:rPr>
              <a:t> </a:t>
            </a:r>
            <a:r>
              <a:rPr lang="en-US" sz="1400" i="1" err="1">
                <a:solidFill>
                  <a:srgbClr val="4472C4"/>
                </a:solidFill>
                <a:latin typeface="Monaco" pitchFamily="2" charset="77"/>
                <a:ea typeface="+mn-lt"/>
                <a:cs typeface="+mn-lt"/>
              </a:rPr>
              <a:t>nome.cognome</a:t>
            </a:r>
            <a:r>
              <a:rPr lang="en-US" sz="1400" i="1">
                <a:solidFill>
                  <a:srgbClr val="4472C4"/>
                </a:solidFill>
                <a:latin typeface="Monaco" pitchFamily="2" charset="77"/>
                <a:ea typeface="+mn-lt"/>
                <a:cs typeface="+mn-lt"/>
              </a:rPr>
              <a:t>#</a:t>
            </a:r>
            <a:r>
              <a:rPr lang="en-US" sz="1400">
                <a:solidFill>
                  <a:srgbClr val="4976C6"/>
                </a:solidFill>
                <a:latin typeface="Monaco" pitchFamily="2" charset="77"/>
                <a:cs typeface="Consolas" panose="020B0609020204030204" pitchFamily="49" charset="0"/>
              </a:rPr>
              <a:t>@137.204.165.41:</a:t>
            </a:r>
            <a:r>
              <a:rPr lang="en-US" sz="1400" i="1">
                <a:solidFill>
                  <a:srgbClr val="4976C6"/>
                </a:solidFill>
                <a:latin typeface="Monaco" pitchFamily="2" charset="77"/>
                <a:cs typeface="Consolas" panose="020B0609020204030204" pitchFamily="49" charset="0"/>
              </a:rPr>
              <a:t>pathofthefinalfolder</a:t>
            </a:r>
            <a:endParaRPr lang="en-US" sz="1400">
              <a:solidFill>
                <a:srgbClr val="4976C6"/>
              </a:solidFill>
              <a:latin typeface="Monaco" pitchFamily="2" charset="77"/>
              <a:cs typeface="Consolas" panose="020B0609020204030204" pitchFamily="49" charset="0"/>
            </a:endParaRPr>
          </a:p>
        </p:txBody>
      </p:sp>
      <p:sp>
        <p:nvSpPr>
          <p:cNvPr id="9" name="TextBox 5">
            <a:extLst>
              <a:ext uri="{FF2B5EF4-FFF2-40B4-BE49-F238E27FC236}">
                <a16:creationId xmlns:a16="http://schemas.microsoft.com/office/drawing/2014/main" id="{9045F8F0-C2ED-B36D-DB74-4D0ED1CBACE9}"/>
              </a:ext>
            </a:extLst>
          </p:cNvPr>
          <p:cNvSpPr txBox="1"/>
          <p:nvPr/>
        </p:nvSpPr>
        <p:spPr>
          <a:xfrm>
            <a:off x="832759" y="4001294"/>
            <a:ext cx="10515601" cy="307777"/>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err="1">
                <a:solidFill>
                  <a:srgbClr val="4472C4"/>
                </a:solidFill>
                <a:latin typeface="Monaco" pitchFamily="2" charset="77"/>
                <a:ea typeface="+mn-lt"/>
                <a:cs typeface="+mn-lt"/>
              </a:rPr>
              <a:t>scp</a:t>
            </a:r>
            <a:r>
              <a:rPr lang="en-US" sz="1400">
                <a:solidFill>
                  <a:srgbClr val="4472C4"/>
                </a:solidFill>
                <a:latin typeface="Monaco" pitchFamily="2" charset="77"/>
                <a:ea typeface="+mn-lt"/>
                <a:cs typeface="+mn-lt"/>
              </a:rPr>
              <a:t> -J </a:t>
            </a:r>
            <a:r>
              <a:rPr lang="en-US" sz="1400" err="1">
                <a:solidFill>
                  <a:srgbClr val="4472C4"/>
                </a:solidFill>
                <a:latin typeface="Monaco" pitchFamily="2" charset="77"/>
                <a:ea typeface="+mn-lt"/>
                <a:cs typeface="+mn-lt"/>
              </a:rPr>
              <a:t>nome.cognomen</a:t>
            </a:r>
            <a:r>
              <a:rPr lang="en-US" sz="1400">
                <a:solidFill>
                  <a:srgbClr val="4472C4"/>
                </a:solidFill>
                <a:latin typeface="Monaco" pitchFamily="2" charset="77"/>
                <a:ea typeface="+mn-lt"/>
                <a:cs typeface="+mn-lt"/>
              </a:rPr>
              <a:t>#@137.204.165.34  </a:t>
            </a:r>
            <a:r>
              <a:rPr lang="en-US" sz="1400" err="1">
                <a:solidFill>
                  <a:srgbClr val="4472C4"/>
                </a:solidFill>
                <a:latin typeface="Monaco" pitchFamily="2" charset="77"/>
                <a:ea typeface="+mn-lt"/>
                <a:cs typeface="+mn-lt"/>
              </a:rPr>
              <a:t>nome.cognome</a:t>
            </a:r>
            <a:r>
              <a:rPr lang="en-US" sz="1400">
                <a:solidFill>
                  <a:srgbClr val="4472C4"/>
                </a:solidFill>
                <a:latin typeface="Monaco" pitchFamily="2" charset="77"/>
                <a:ea typeface="+mn-lt"/>
                <a:cs typeface="+mn-lt"/>
              </a:rPr>
              <a:t>#@137.204.165.41:path/of/the/file/ . </a:t>
            </a:r>
          </a:p>
        </p:txBody>
      </p:sp>
    </p:spTree>
    <p:extLst>
      <p:ext uri="{BB962C8B-B14F-4D97-AF65-F5344CB8AC3E}">
        <p14:creationId xmlns:p14="http://schemas.microsoft.com/office/powerpoint/2010/main" val="39720377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C8AD5-89F7-0117-DDE6-9A470076B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C5BAA-89B8-28C1-B0B2-59A81980C7DD}"/>
              </a:ext>
            </a:extLst>
          </p:cNvPr>
          <p:cNvSpPr>
            <a:spLocks noGrp="1"/>
          </p:cNvSpPr>
          <p:nvPr>
            <p:ph type="title"/>
          </p:nvPr>
        </p:nvSpPr>
        <p:spPr/>
        <p:txBody>
          <a:bodyPr/>
          <a:lstStyle/>
          <a:p>
            <a:r>
              <a:rPr lang="en-US">
                <a:ea typeface="Calibri Light"/>
                <a:cs typeface="Calibri Light"/>
              </a:rPr>
              <a:t>Terminal commands</a:t>
            </a:r>
            <a:endParaRPr lang="en-US"/>
          </a:p>
        </p:txBody>
      </p:sp>
      <p:sp>
        <p:nvSpPr>
          <p:cNvPr id="3" name="Content Placeholder 2">
            <a:extLst>
              <a:ext uri="{FF2B5EF4-FFF2-40B4-BE49-F238E27FC236}">
                <a16:creationId xmlns:a16="http://schemas.microsoft.com/office/drawing/2014/main" id="{5899CECE-DDB6-E7D6-64E0-465A91DAFF89}"/>
              </a:ext>
            </a:extLst>
          </p:cNvPr>
          <p:cNvSpPr>
            <a:spLocks noGrp="1"/>
          </p:cNvSpPr>
          <p:nvPr>
            <p:ph idx="1"/>
          </p:nvPr>
        </p:nvSpPr>
        <p:spPr/>
        <p:txBody>
          <a:bodyPr vert="horz" lIns="91440" tIns="45720" rIns="91440" bIns="45720" rtlCol="0" anchor="t">
            <a:normAutofit/>
          </a:bodyPr>
          <a:lstStyle/>
          <a:p>
            <a:pPr marL="0" indent="0">
              <a:buNone/>
            </a:pPr>
            <a:r>
              <a:rPr lang="en-US" sz="1800">
                <a:latin typeface="Calibri" panose="020F0502020204030204"/>
                <a:ea typeface="Calibri"/>
                <a:cs typeface="Calibri"/>
              </a:rPr>
              <a:t>To mount remote filesystem, firstly install </a:t>
            </a:r>
            <a:r>
              <a:rPr lang="en-US" sz="1800" err="1">
                <a:latin typeface="Calibri" panose="020F0502020204030204"/>
                <a:ea typeface="Calibri"/>
                <a:cs typeface="Calibri"/>
              </a:rPr>
              <a:t>sshfs</a:t>
            </a:r>
            <a:r>
              <a:rPr lang="en-US" sz="1800">
                <a:latin typeface="Calibri" panose="020F0502020204030204"/>
                <a:ea typeface="Calibri"/>
                <a:cs typeface="Calibri"/>
              </a:rPr>
              <a:t>:</a:t>
            </a:r>
          </a:p>
          <a:p>
            <a:pPr marL="0" indent="0">
              <a:buNone/>
            </a:pPr>
            <a:endParaRPr lang="en-US" sz="1800">
              <a:latin typeface="Calibri" panose="020F0502020204030204"/>
              <a:ea typeface="Calibri"/>
              <a:cs typeface="Calibri"/>
            </a:endParaRPr>
          </a:p>
          <a:p>
            <a:pPr marL="0" indent="0">
              <a:buNone/>
            </a:pPr>
            <a:r>
              <a:rPr lang="en-US" sz="1800">
                <a:latin typeface="Calibri" panose="020F0502020204030204"/>
                <a:ea typeface="Calibri"/>
                <a:cs typeface="Calibri"/>
              </a:rPr>
              <a:t>Then, create a local mount point (where you want to have the cluster folder):</a:t>
            </a:r>
          </a:p>
          <a:p>
            <a:pPr marL="0" indent="0">
              <a:buNone/>
            </a:pPr>
            <a:endParaRPr lang="en-US" sz="1800">
              <a:latin typeface="Calibri" panose="020F0502020204030204"/>
              <a:ea typeface="Calibri"/>
              <a:cs typeface="Calibri"/>
            </a:endParaRPr>
          </a:p>
          <a:p>
            <a:pPr marL="0" indent="0">
              <a:buNone/>
            </a:pPr>
            <a:r>
              <a:rPr lang="en-US" sz="1800">
                <a:latin typeface="Calibri" panose="020F0502020204030204"/>
                <a:ea typeface="Calibri"/>
                <a:cs typeface="Calibri"/>
              </a:rPr>
              <a:t>Now you can mount the remote directory:</a:t>
            </a:r>
          </a:p>
          <a:p>
            <a:pPr marL="0" indent="0">
              <a:buNone/>
            </a:pPr>
            <a:endParaRPr lang="en-US" sz="1800">
              <a:latin typeface="Calibri" panose="020F0502020204030204"/>
              <a:ea typeface="Calibri"/>
              <a:cs typeface="Calibri"/>
            </a:endParaRPr>
          </a:p>
          <a:p>
            <a:pPr marL="0" indent="0">
              <a:buNone/>
            </a:pPr>
            <a:endParaRPr lang="en-US" sz="1800">
              <a:latin typeface="Calibri" panose="020F0502020204030204"/>
              <a:ea typeface="Calibri"/>
              <a:cs typeface="Calibri"/>
            </a:endParaRPr>
          </a:p>
          <a:p>
            <a:pPr marL="0" indent="0">
              <a:buNone/>
            </a:pPr>
            <a:r>
              <a:rPr lang="en-US" sz="1800">
                <a:latin typeface="Calibri" panose="020F0502020204030204"/>
                <a:ea typeface="Calibri"/>
                <a:cs typeface="Calibri"/>
              </a:rPr>
              <a:t>To unmount the folder, type in the directory of the mount point:</a:t>
            </a:r>
          </a:p>
          <a:p>
            <a:pPr marL="0" indent="0">
              <a:buNone/>
            </a:pPr>
            <a:endParaRPr lang="en-US" sz="1800">
              <a:latin typeface="Calibri" panose="020F0502020204030204"/>
              <a:ea typeface="Calibri"/>
              <a:cs typeface="Calibri"/>
            </a:endParaRPr>
          </a:p>
          <a:p>
            <a:pPr marL="0" indent="0">
              <a:buNone/>
            </a:pPr>
            <a:r>
              <a:rPr lang="en-US" sz="1800">
                <a:latin typeface="Calibri" panose="020F0502020204030204"/>
                <a:ea typeface="Calibri"/>
                <a:cs typeface="Calibri"/>
              </a:rPr>
              <a:t>If unmounting is </a:t>
            </a:r>
            <a:r>
              <a:rPr lang="en-US" sz="1800" err="1">
                <a:latin typeface="Calibri" panose="020F0502020204030204"/>
                <a:ea typeface="Calibri"/>
                <a:cs typeface="Calibri"/>
              </a:rPr>
              <a:t>unsuccessfull</a:t>
            </a:r>
            <a:r>
              <a:rPr lang="en-US" sz="1800">
                <a:latin typeface="Calibri" panose="020F0502020204030204"/>
                <a:ea typeface="Calibri"/>
                <a:cs typeface="Calibri"/>
              </a:rPr>
              <a:t>, force it:</a:t>
            </a:r>
          </a:p>
          <a:p>
            <a:pPr marL="0" indent="0">
              <a:buNone/>
            </a:pPr>
            <a:endParaRPr lang="en-US" sz="1800">
              <a:latin typeface="Calibri" panose="020F0502020204030204"/>
              <a:ea typeface="Calibri"/>
              <a:cs typeface="Calibri"/>
            </a:endParaRPr>
          </a:p>
          <a:p>
            <a:pPr marL="0" indent="0">
              <a:buNone/>
            </a:pPr>
            <a:endParaRPr lang="en-US" sz="1800">
              <a:latin typeface="Calibri" panose="020F0502020204030204"/>
              <a:ea typeface="Calibri"/>
              <a:cs typeface="Calibri"/>
            </a:endParaRPr>
          </a:p>
        </p:txBody>
      </p:sp>
      <p:sp>
        <p:nvSpPr>
          <p:cNvPr id="5" name="Slide Number Placeholder 4">
            <a:extLst>
              <a:ext uri="{FF2B5EF4-FFF2-40B4-BE49-F238E27FC236}">
                <a16:creationId xmlns:a16="http://schemas.microsoft.com/office/drawing/2014/main" id="{24578583-842D-9904-248C-13E6544363AE}"/>
              </a:ext>
            </a:extLst>
          </p:cNvPr>
          <p:cNvSpPr>
            <a:spLocks noGrp="1"/>
          </p:cNvSpPr>
          <p:nvPr>
            <p:ph type="sldNum" sz="quarter" idx="12"/>
          </p:nvPr>
        </p:nvSpPr>
        <p:spPr/>
        <p:txBody>
          <a:bodyPr/>
          <a:lstStyle/>
          <a:p>
            <a:fld id="{48F63A3B-78C7-47BE-AE5E-E10140E04643}" type="slidenum">
              <a:rPr lang="en-US" dirty="0"/>
              <a:t>73</a:t>
            </a:fld>
            <a:endParaRPr lang="en-US"/>
          </a:p>
        </p:txBody>
      </p:sp>
      <p:sp>
        <p:nvSpPr>
          <p:cNvPr id="6" name="TextBox 5">
            <a:extLst>
              <a:ext uri="{FF2B5EF4-FFF2-40B4-BE49-F238E27FC236}">
                <a16:creationId xmlns:a16="http://schemas.microsoft.com/office/drawing/2014/main" id="{94C179D0-52DC-CCE6-0106-4E8342FE253A}"/>
              </a:ext>
            </a:extLst>
          </p:cNvPr>
          <p:cNvSpPr txBox="1"/>
          <p:nvPr/>
        </p:nvSpPr>
        <p:spPr>
          <a:xfrm>
            <a:off x="841828" y="2158367"/>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Consolas"/>
                <a:ea typeface="+mn-lt"/>
                <a:cs typeface="+mn-lt"/>
              </a:rPr>
              <a:t>sudo</a:t>
            </a:r>
            <a:r>
              <a:rPr lang="en-US" sz="1600">
                <a:solidFill>
                  <a:srgbClr val="4472C4"/>
                </a:solidFill>
                <a:latin typeface="Consolas"/>
                <a:ea typeface="+mn-lt"/>
                <a:cs typeface="+mn-lt"/>
              </a:rPr>
              <a:t> apt-get install </a:t>
            </a:r>
            <a:r>
              <a:rPr lang="en-US" sz="1600" err="1">
                <a:solidFill>
                  <a:srgbClr val="4472C4"/>
                </a:solidFill>
                <a:latin typeface="Consolas"/>
                <a:ea typeface="+mn-lt"/>
                <a:cs typeface="+mn-lt"/>
              </a:rPr>
              <a:t>sshfs</a:t>
            </a:r>
            <a:r>
              <a:rPr lang="en-US" sz="1600">
                <a:solidFill>
                  <a:srgbClr val="4472C4"/>
                </a:solidFill>
                <a:latin typeface="Consolas"/>
                <a:ea typeface="+mn-lt"/>
                <a:cs typeface="+mn-lt"/>
              </a:rPr>
              <a:t> </a:t>
            </a:r>
          </a:p>
        </p:txBody>
      </p:sp>
      <p:sp>
        <p:nvSpPr>
          <p:cNvPr id="7" name="TextBox 6">
            <a:extLst>
              <a:ext uri="{FF2B5EF4-FFF2-40B4-BE49-F238E27FC236}">
                <a16:creationId xmlns:a16="http://schemas.microsoft.com/office/drawing/2014/main" id="{E2894721-EED2-AED8-BD5B-EFE508424E18}"/>
              </a:ext>
            </a:extLst>
          </p:cNvPr>
          <p:cNvSpPr txBox="1"/>
          <p:nvPr/>
        </p:nvSpPr>
        <p:spPr>
          <a:xfrm>
            <a:off x="832759" y="2955497"/>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Consolas"/>
                <a:ea typeface="+mn-lt"/>
                <a:cs typeface="+mn-lt"/>
              </a:rPr>
              <a:t>mkdir</a:t>
            </a:r>
            <a:r>
              <a:rPr lang="en-US" sz="1600">
                <a:solidFill>
                  <a:srgbClr val="4472C4"/>
                </a:solidFill>
                <a:latin typeface="Consolas"/>
                <a:ea typeface="+mn-lt"/>
                <a:cs typeface="+mn-lt"/>
              </a:rPr>
              <a:t> ~/</a:t>
            </a:r>
            <a:r>
              <a:rPr lang="en-US" sz="1600" i="1" err="1">
                <a:solidFill>
                  <a:srgbClr val="4472C4"/>
                </a:solidFill>
                <a:latin typeface="Consolas"/>
                <a:ea typeface="+mn-lt"/>
                <a:cs typeface="+mn-lt"/>
              </a:rPr>
              <a:t>folder_name</a:t>
            </a:r>
            <a:endParaRPr lang="en-US" sz="1600">
              <a:solidFill>
                <a:srgbClr val="4472C4"/>
              </a:solidFill>
              <a:latin typeface="Consolas"/>
              <a:ea typeface="+mn-lt"/>
              <a:cs typeface="+mn-lt"/>
            </a:endParaRPr>
          </a:p>
        </p:txBody>
      </p:sp>
      <p:sp>
        <p:nvSpPr>
          <p:cNvPr id="9" name="TextBox 5">
            <a:extLst>
              <a:ext uri="{FF2B5EF4-FFF2-40B4-BE49-F238E27FC236}">
                <a16:creationId xmlns:a16="http://schemas.microsoft.com/office/drawing/2014/main" id="{E434F5E9-D110-7C26-C8BA-1018F4795137}"/>
              </a:ext>
            </a:extLst>
          </p:cNvPr>
          <p:cNvSpPr txBox="1"/>
          <p:nvPr/>
        </p:nvSpPr>
        <p:spPr>
          <a:xfrm>
            <a:off x="412350" y="3708906"/>
            <a:ext cx="11358230" cy="58477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Consolas"/>
                <a:ea typeface="+mn-lt"/>
                <a:cs typeface="+mn-lt"/>
              </a:rPr>
              <a:t>sshfs</a:t>
            </a:r>
            <a:r>
              <a:rPr lang="en-US" sz="1600">
                <a:solidFill>
                  <a:srgbClr val="4472C4"/>
                </a:solidFill>
                <a:latin typeface="Consolas"/>
                <a:ea typeface="+mn-lt"/>
                <a:cs typeface="+mn-lt"/>
              </a:rPr>
              <a:t> -o </a:t>
            </a:r>
            <a:r>
              <a:rPr lang="en-US" sz="1600">
                <a:solidFill>
                  <a:srgbClr val="4472C4"/>
                </a:solidFill>
                <a:latin typeface="Consolas"/>
                <a:ea typeface="+mn-lt"/>
                <a:cs typeface="+mn-lt"/>
                <a:hlinkClick r:id="rId2">
                  <a:extLst>
                    <a:ext uri="{A12FA001-AC4F-418D-AE19-62706E023703}">
                      <ahyp:hlinkClr xmlns:ahyp="http://schemas.microsoft.com/office/drawing/2018/hyperlinkcolor" val="tx"/>
                    </a:ext>
                  </a:extLst>
                </a:hlinkClick>
              </a:rPr>
              <a:t>ProxyJump=</a:t>
            </a:r>
            <a:r>
              <a:rPr lang="en-US" sz="1600" i="1" err="1">
                <a:solidFill>
                  <a:srgbClr val="4472C4"/>
                </a:solidFill>
                <a:latin typeface="Consolas"/>
                <a:ea typeface="+mn-lt"/>
                <a:cs typeface="+mn-lt"/>
              </a:rPr>
              <a:t>nome.cognome</a:t>
            </a:r>
            <a:r>
              <a:rPr lang="en-US" sz="1600" i="1">
                <a:solidFill>
                  <a:srgbClr val="4472C4"/>
                </a:solidFill>
                <a:latin typeface="Consolas"/>
                <a:ea typeface="+mn-lt"/>
                <a:cs typeface="+mn-lt"/>
              </a:rPr>
              <a:t>#</a:t>
            </a:r>
            <a:r>
              <a:rPr lang="en-US" sz="1600">
                <a:solidFill>
                  <a:srgbClr val="4472C4"/>
                </a:solidFill>
                <a:latin typeface="Consolas"/>
                <a:ea typeface="+mn-lt"/>
                <a:cs typeface="+mn-lt"/>
                <a:hlinkClick r:id="rId2">
                  <a:extLst>
                    <a:ext uri="{A12FA001-AC4F-418D-AE19-62706E023703}">
                      <ahyp:hlinkClr xmlns:ahyp="http://schemas.microsoft.com/office/drawing/2018/hyperlinkcolor" val="tx"/>
                    </a:ext>
                  </a:extLst>
                </a:hlinkClick>
              </a:rPr>
              <a:t>@137.204.165.34</a:t>
            </a:r>
            <a:r>
              <a:rPr lang="en-US" sz="1600">
                <a:solidFill>
                  <a:srgbClr val="4472C4"/>
                </a:solidFill>
                <a:latin typeface="Consolas"/>
                <a:ea typeface="+mn-lt"/>
                <a:cs typeface="+mn-lt"/>
              </a:rPr>
              <a:t> </a:t>
            </a:r>
            <a:r>
              <a:rPr lang="en-US" sz="1600" i="1">
                <a:solidFill>
                  <a:srgbClr val="4472C4"/>
                </a:solidFill>
                <a:latin typeface="Consolas"/>
                <a:ea typeface="+mn-lt"/>
                <a:cs typeface="+mn-lt"/>
              </a:rPr>
              <a:t> </a:t>
            </a:r>
            <a:r>
              <a:rPr lang="en-US" sz="1600" i="1" err="1">
                <a:solidFill>
                  <a:srgbClr val="4472C4"/>
                </a:solidFill>
                <a:latin typeface="Consolas"/>
                <a:ea typeface="+mn-lt"/>
                <a:cs typeface="+mn-lt"/>
              </a:rPr>
              <a:t>nome.cognome</a:t>
            </a:r>
            <a:r>
              <a:rPr lang="en-US" sz="1600" i="1">
                <a:solidFill>
                  <a:srgbClr val="4472C4"/>
                </a:solidFill>
                <a:latin typeface="Consolas"/>
                <a:ea typeface="+mn-lt"/>
                <a:cs typeface="+mn-lt"/>
              </a:rPr>
              <a:t>#</a:t>
            </a:r>
            <a:r>
              <a:rPr lang="en-US" sz="1600">
                <a:solidFill>
                  <a:srgbClr val="4472C4"/>
                </a:solidFill>
                <a:latin typeface="Consolas"/>
                <a:ea typeface="+mn-lt"/>
                <a:cs typeface="+mn-lt"/>
              </a:rPr>
              <a:t>@137.204.165.41</a:t>
            </a:r>
            <a:r>
              <a:rPr lang="en-US" sz="1600" i="1">
                <a:solidFill>
                  <a:srgbClr val="4472C4"/>
                </a:solidFill>
                <a:latin typeface="Consolas"/>
                <a:ea typeface="+mn-lt"/>
                <a:cs typeface="+mn-lt"/>
              </a:rPr>
              <a:t>:/path/of/</a:t>
            </a:r>
            <a:r>
              <a:rPr lang="en-US" sz="1600" i="1" err="1">
                <a:solidFill>
                  <a:srgbClr val="4472C4"/>
                </a:solidFill>
                <a:latin typeface="Consolas"/>
                <a:ea typeface="+mn-lt"/>
                <a:cs typeface="+mn-lt"/>
              </a:rPr>
              <a:t>clusterfolder</a:t>
            </a:r>
            <a:r>
              <a:rPr lang="en-US" sz="1600" i="1">
                <a:solidFill>
                  <a:srgbClr val="4472C4"/>
                </a:solidFill>
                <a:latin typeface="Consolas"/>
                <a:ea typeface="+mn-lt"/>
                <a:cs typeface="+mn-lt"/>
              </a:rPr>
              <a:t>  </a:t>
            </a:r>
            <a:r>
              <a:rPr lang="en-US" sz="1600">
                <a:solidFill>
                  <a:srgbClr val="4472C4"/>
                </a:solidFill>
                <a:latin typeface="Consolas"/>
                <a:ea typeface="+mn-lt"/>
                <a:cs typeface="+mn-lt"/>
              </a:rPr>
              <a:t>~/</a:t>
            </a:r>
            <a:r>
              <a:rPr lang="en-US" sz="1600" i="1" err="1">
                <a:solidFill>
                  <a:srgbClr val="4472C4"/>
                </a:solidFill>
                <a:latin typeface="Consolas"/>
                <a:ea typeface="+mn-lt"/>
                <a:cs typeface="+mn-lt"/>
              </a:rPr>
              <a:t>folder_name</a:t>
            </a:r>
            <a:r>
              <a:rPr lang="en-US" sz="1600">
                <a:solidFill>
                  <a:srgbClr val="4472C4"/>
                </a:solidFill>
                <a:latin typeface="Consolas"/>
                <a:ea typeface="+mn-lt"/>
                <a:cs typeface="+mn-lt"/>
              </a:rPr>
              <a:t> </a:t>
            </a:r>
          </a:p>
        </p:txBody>
      </p:sp>
      <p:sp>
        <p:nvSpPr>
          <p:cNvPr id="4" name="TextBox 6">
            <a:extLst>
              <a:ext uri="{FF2B5EF4-FFF2-40B4-BE49-F238E27FC236}">
                <a16:creationId xmlns:a16="http://schemas.microsoft.com/office/drawing/2014/main" id="{CB39E93C-B36B-8212-D5AC-ACFCDC11D588}"/>
              </a:ext>
            </a:extLst>
          </p:cNvPr>
          <p:cNvSpPr txBox="1"/>
          <p:nvPr/>
        </p:nvSpPr>
        <p:spPr>
          <a:xfrm>
            <a:off x="841827" y="4799254"/>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Consolas"/>
                <a:ea typeface="+mn-lt"/>
                <a:cs typeface="+mn-lt"/>
              </a:rPr>
              <a:t>umount</a:t>
            </a:r>
            <a:r>
              <a:rPr lang="en-US" sz="1600">
                <a:solidFill>
                  <a:srgbClr val="4472C4"/>
                </a:solidFill>
                <a:latin typeface="Consolas"/>
                <a:ea typeface="+mn-lt"/>
                <a:cs typeface="+mn-lt"/>
              </a:rPr>
              <a:t> -f </a:t>
            </a:r>
            <a:r>
              <a:rPr lang="en-US" sz="1600" i="1" err="1">
                <a:solidFill>
                  <a:srgbClr val="4472C4"/>
                </a:solidFill>
                <a:latin typeface="Consolas"/>
                <a:ea typeface="+mn-lt"/>
                <a:cs typeface="+mn-lt"/>
              </a:rPr>
              <a:t>folder_name</a:t>
            </a:r>
            <a:r>
              <a:rPr lang="en-US" sz="1600">
                <a:solidFill>
                  <a:srgbClr val="4472C4"/>
                </a:solidFill>
                <a:latin typeface="Consolas"/>
                <a:ea typeface="+mn-lt"/>
                <a:cs typeface="+mn-lt"/>
              </a:rPr>
              <a:t> </a:t>
            </a:r>
          </a:p>
        </p:txBody>
      </p:sp>
      <p:sp>
        <p:nvSpPr>
          <p:cNvPr id="10" name="TextBox 6">
            <a:extLst>
              <a:ext uri="{FF2B5EF4-FFF2-40B4-BE49-F238E27FC236}">
                <a16:creationId xmlns:a16="http://schemas.microsoft.com/office/drawing/2014/main" id="{0BBA7C22-10BC-DC48-2DFE-73E653ACB694}"/>
              </a:ext>
            </a:extLst>
          </p:cNvPr>
          <p:cNvSpPr txBox="1"/>
          <p:nvPr/>
        </p:nvSpPr>
        <p:spPr>
          <a:xfrm>
            <a:off x="832758" y="5577802"/>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Consolas"/>
                <a:ea typeface="+mn-lt"/>
                <a:cs typeface="+mn-lt"/>
              </a:rPr>
              <a:t>diskutil</a:t>
            </a:r>
            <a:r>
              <a:rPr lang="en-US" sz="1600">
                <a:solidFill>
                  <a:srgbClr val="4472C4"/>
                </a:solidFill>
                <a:latin typeface="Consolas"/>
                <a:ea typeface="+mn-lt"/>
                <a:cs typeface="+mn-lt"/>
              </a:rPr>
              <a:t> unmount force </a:t>
            </a:r>
            <a:r>
              <a:rPr lang="en-US" sz="1600" i="1" err="1">
                <a:solidFill>
                  <a:srgbClr val="4472C4"/>
                </a:solidFill>
                <a:latin typeface="Consolas"/>
                <a:ea typeface="+mn-lt"/>
                <a:cs typeface="+mn-lt"/>
              </a:rPr>
              <a:t>folder_name</a:t>
            </a:r>
            <a:r>
              <a:rPr lang="en-US" sz="1600">
                <a:solidFill>
                  <a:srgbClr val="4472C4"/>
                </a:solidFill>
                <a:latin typeface="Consolas"/>
                <a:ea typeface="+mn-lt"/>
                <a:cs typeface="+mn-lt"/>
              </a:rPr>
              <a:t> </a:t>
            </a:r>
          </a:p>
        </p:txBody>
      </p:sp>
    </p:spTree>
    <p:extLst>
      <p:ext uri="{BB962C8B-B14F-4D97-AF65-F5344CB8AC3E}">
        <p14:creationId xmlns:p14="http://schemas.microsoft.com/office/powerpoint/2010/main" val="19340954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FBB4-A9FF-1FF5-68E8-47A4E32070CC}"/>
              </a:ext>
            </a:extLst>
          </p:cNvPr>
          <p:cNvSpPr>
            <a:spLocks noGrp="1"/>
          </p:cNvSpPr>
          <p:nvPr>
            <p:ph type="title"/>
          </p:nvPr>
        </p:nvSpPr>
        <p:spPr/>
        <p:txBody>
          <a:bodyPr/>
          <a:lstStyle/>
          <a:p>
            <a:r>
              <a:rPr lang="en-US">
                <a:ea typeface="Calibri Light"/>
                <a:cs typeface="Calibri Light"/>
              </a:rPr>
              <a:t>Create a </a:t>
            </a:r>
            <a:r>
              <a:rPr lang="en-US" err="1">
                <a:ea typeface="Calibri Light"/>
                <a:cs typeface="Calibri Light"/>
              </a:rPr>
              <a:t>conda</a:t>
            </a:r>
            <a:r>
              <a:rPr lang="en-US">
                <a:ea typeface="Calibri Light"/>
                <a:cs typeface="Calibri Light"/>
              </a:rPr>
              <a:t> environment in the cluster</a:t>
            </a:r>
            <a:endParaRPr lang="en-US"/>
          </a:p>
        </p:txBody>
      </p:sp>
      <p:sp>
        <p:nvSpPr>
          <p:cNvPr id="3" name="Content Placeholder 2">
            <a:extLst>
              <a:ext uri="{FF2B5EF4-FFF2-40B4-BE49-F238E27FC236}">
                <a16:creationId xmlns:a16="http://schemas.microsoft.com/office/drawing/2014/main" id="{5449FF30-86B3-42D9-8C11-A254B71C33FA}"/>
              </a:ext>
            </a:extLst>
          </p:cNvPr>
          <p:cNvSpPr>
            <a:spLocks noGrp="1"/>
          </p:cNvSpPr>
          <p:nvPr>
            <p:ph idx="1"/>
          </p:nvPr>
        </p:nvSpPr>
        <p:spPr>
          <a:xfrm>
            <a:off x="838200" y="1825625"/>
            <a:ext cx="10515600" cy="4662577"/>
          </a:xfrm>
        </p:spPr>
        <p:txBody>
          <a:bodyPr vert="horz" lIns="91440" tIns="45720" rIns="91440" bIns="45720" rtlCol="0" anchor="t">
            <a:normAutofit/>
          </a:bodyPr>
          <a:lstStyle/>
          <a:p>
            <a:pPr marL="0" indent="0">
              <a:buNone/>
            </a:pPr>
            <a:r>
              <a:rPr lang="en-US" sz="1800">
                <a:ea typeface="+mn-lt"/>
                <a:cs typeface="+mn-lt"/>
              </a:rPr>
              <a:t>Firstly, install </a:t>
            </a:r>
            <a:r>
              <a:rPr lang="en-US" sz="1800">
                <a:ea typeface="+mn-lt"/>
                <a:cs typeface="+mn-lt"/>
                <a:hlinkClick r:id="rId2"/>
              </a:rPr>
              <a:t>miniconda</a:t>
            </a:r>
            <a:r>
              <a:rPr lang="en-US" sz="1800">
                <a:ea typeface="+mn-lt"/>
                <a:cs typeface="+mn-lt"/>
              </a:rPr>
              <a:t>. Go into main folder and type:</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endParaRPr lang="en-US" sz="1800">
              <a:solidFill>
                <a:srgbClr val="000000"/>
              </a:solidFill>
              <a:latin typeface="Calibri"/>
              <a:ea typeface="Calibri" panose="020F0502020204030204"/>
              <a:cs typeface="Calibri" panose="020F0502020204030204"/>
            </a:endParaRPr>
          </a:p>
          <a:p>
            <a:pPr marL="0" indent="0">
              <a:buNone/>
            </a:pPr>
            <a:endParaRPr lang="en-US" sz="1800">
              <a:solidFill>
                <a:srgbClr val="000000"/>
              </a:solidFill>
              <a:latin typeface="Calibri"/>
              <a:ea typeface="Calibri" panose="020F0502020204030204"/>
              <a:cs typeface="Calibri" panose="020F0502020204030204"/>
            </a:endParaRPr>
          </a:p>
          <a:p>
            <a:pPr marL="0" indent="0">
              <a:buNone/>
            </a:pPr>
            <a:endParaRPr lang="en-US" sz="1800">
              <a:solidFill>
                <a:srgbClr val="000000"/>
              </a:solidFill>
              <a:latin typeface="Calibri"/>
              <a:ea typeface="Calibri" panose="020F0502020204030204"/>
              <a:cs typeface="Calibri" panose="020F0502020204030204"/>
            </a:endParaRPr>
          </a:p>
          <a:p>
            <a:pPr marL="0" indent="0">
              <a:buNone/>
            </a:pPr>
            <a:r>
              <a:rPr lang="en-US" sz="1800">
                <a:solidFill>
                  <a:srgbClr val="000000"/>
                </a:solidFill>
                <a:latin typeface="Calibri"/>
                <a:ea typeface="Calibri" panose="020F0502020204030204"/>
                <a:cs typeface="Calibri" panose="020F0502020204030204"/>
              </a:rPr>
              <a:t>Then, you can create a </a:t>
            </a:r>
            <a:r>
              <a:rPr lang="en-US" sz="1800" err="1">
                <a:solidFill>
                  <a:srgbClr val="000000"/>
                </a:solidFill>
                <a:latin typeface="Calibri"/>
                <a:ea typeface="Calibri" panose="020F0502020204030204"/>
                <a:cs typeface="Calibri" panose="020F0502020204030204"/>
              </a:rPr>
              <a:t>conda</a:t>
            </a:r>
            <a:r>
              <a:rPr lang="en-US" sz="1800">
                <a:solidFill>
                  <a:srgbClr val="000000"/>
                </a:solidFill>
                <a:latin typeface="Calibri"/>
                <a:ea typeface="Calibri" panose="020F0502020204030204"/>
                <a:cs typeface="Calibri" panose="020F0502020204030204"/>
              </a:rPr>
              <a:t> environment:</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r>
              <a:rPr lang="en-US" sz="1800">
                <a:solidFill>
                  <a:srgbClr val="000000"/>
                </a:solidFill>
                <a:latin typeface="Calibri"/>
                <a:ea typeface="Calibri" panose="020F0502020204030204"/>
                <a:cs typeface="Calibri" panose="020F0502020204030204"/>
              </a:rPr>
              <a:t>To activate the environment:</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r>
              <a:rPr lang="en-US" sz="1800">
                <a:solidFill>
                  <a:srgbClr val="000000"/>
                </a:solidFill>
                <a:latin typeface="Calibri"/>
                <a:ea typeface="Calibri" panose="020F0502020204030204"/>
                <a:cs typeface="Calibri" panose="020F0502020204030204"/>
              </a:rPr>
              <a:t>To install packages, activate </a:t>
            </a:r>
            <a:r>
              <a:rPr lang="en-US" sz="1800" err="1">
                <a:solidFill>
                  <a:srgbClr val="000000"/>
                </a:solidFill>
                <a:latin typeface="Calibri"/>
                <a:ea typeface="Calibri" panose="020F0502020204030204"/>
                <a:cs typeface="Calibri" panose="020F0502020204030204"/>
              </a:rPr>
              <a:t>conda</a:t>
            </a:r>
            <a:r>
              <a:rPr lang="en-US" sz="1800">
                <a:solidFill>
                  <a:srgbClr val="000000"/>
                </a:solidFill>
                <a:latin typeface="Calibri"/>
                <a:ea typeface="Calibri" panose="020F0502020204030204"/>
                <a:cs typeface="Calibri" panose="020F0502020204030204"/>
              </a:rPr>
              <a:t> environment first and then install:</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r>
              <a:rPr lang="en-US" sz="1800">
                <a:solidFill>
                  <a:srgbClr val="000000"/>
                </a:solidFill>
                <a:latin typeface="Calibri"/>
                <a:ea typeface="Calibri" panose="020F0502020204030204"/>
                <a:cs typeface="Calibri" panose="020F0502020204030204"/>
              </a:rPr>
              <a:t>Install </a:t>
            </a:r>
            <a:r>
              <a:rPr lang="en-US" sz="1800">
                <a:solidFill>
                  <a:srgbClr val="000000"/>
                </a:solidFill>
                <a:latin typeface="Calibri"/>
                <a:ea typeface="Calibri" panose="020F0502020204030204"/>
                <a:cs typeface="Calibri" panose="020F0502020204030204"/>
                <a:hlinkClick r:id="rId3"/>
              </a:rPr>
              <a:t>ncl</a:t>
            </a:r>
            <a:r>
              <a:rPr lang="en-US" sz="1800">
                <a:solidFill>
                  <a:srgbClr val="000000"/>
                </a:solidFill>
                <a:latin typeface="Calibri"/>
                <a:ea typeface="Calibri" panose="020F0502020204030204"/>
                <a:cs typeface="Calibri" panose="020F0502020204030204"/>
              </a:rPr>
              <a:t> and </a:t>
            </a:r>
            <a:r>
              <a:rPr lang="en-US" sz="1800">
                <a:solidFill>
                  <a:srgbClr val="000000"/>
                </a:solidFill>
                <a:latin typeface="Calibri"/>
                <a:ea typeface="Calibri" panose="020F0502020204030204"/>
                <a:cs typeface="Calibri" panose="020F0502020204030204"/>
                <a:hlinkClick r:id="rId4"/>
              </a:rPr>
              <a:t>ncview</a:t>
            </a:r>
            <a:r>
              <a:rPr lang="en-US" sz="1800">
                <a:solidFill>
                  <a:srgbClr val="000000"/>
                </a:solidFill>
                <a:latin typeface="Calibri"/>
                <a:ea typeface="Calibri" panose="020F0502020204030204"/>
                <a:cs typeface="Calibri" panose="020F0502020204030204"/>
              </a:rPr>
              <a:t>.</a:t>
            </a:r>
          </a:p>
          <a:p>
            <a:pPr marL="0" indent="0">
              <a:buNone/>
            </a:pPr>
            <a:endParaRPr lang="en-US" sz="1600">
              <a:solidFill>
                <a:srgbClr val="4472C4"/>
              </a:solidFill>
              <a:latin typeface="Aptos Mono"/>
              <a:ea typeface="Calibri" panose="020F0502020204030204"/>
              <a:cs typeface="Calibri" panose="020F0502020204030204"/>
            </a:endParaRPr>
          </a:p>
        </p:txBody>
      </p:sp>
      <p:sp>
        <p:nvSpPr>
          <p:cNvPr id="5" name="Slide Number Placeholder 4">
            <a:extLst>
              <a:ext uri="{FF2B5EF4-FFF2-40B4-BE49-F238E27FC236}">
                <a16:creationId xmlns:a16="http://schemas.microsoft.com/office/drawing/2014/main" id="{84E7769E-6295-4A09-CBF6-8D9FDF49CEA4}"/>
              </a:ext>
            </a:extLst>
          </p:cNvPr>
          <p:cNvSpPr>
            <a:spLocks noGrp="1"/>
          </p:cNvSpPr>
          <p:nvPr>
            <p:ph type="sldNum" sz="quarter" idx="12"/>
          </p:nvPr>
        </p:nvSpPr>
        <p:spPr/>
        <p:txBody>
          <a:bodyPr/>
          <a:lstStyle/>
          <a:p>
            <a:fld id="{48F63A3B-78C7-47BE-AE5E-E10140E04643}" type="slidenum">
              <a:rPr lang="en-US" dirty="0"/>
              <a:t>74</a:t>
            </a:fld>
            <a:endParaRPr lang="en-US"/>
          </a:p>
        </p:txBody>
      </p:sp>
      <p:sp>
        <p:nvSpPr>
          <p:cNvPr id="4" name="TextBox 3">
            <a:extLst>
              <a:ext uri="{FF2B5EF4-FFF2-40B4-BE49-F238E27FC236}">
                <a16:creationId xmlns:a16="http://schemas.microsoft.com/office/drawing/2014/main" id="{E9BFC269-93B2-C652-349F-105CF9530119}"/>
              </a:ext>
            </a:extLst>
          </p:cNvPr>
          <p:cNvSpPr txBox="1"/>
          <p:nvPr/>
        </p:nvSpPr>
        <p:spPr>
          <a:xfrm>
            <a:off x="841829" y="2220686"/>
            <a:ext cx="10517413" cy="1323439"/>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Aptos Mono"/>
              </a:rPr>
              <a:t>mkdir</a:t>
            </a:r>
            <a:r>
              <a:rPr lang="en-US" sz="1600">
                <a:solidFill>
                  <a:srgbClr val="4472C4"/>
                </a:solidFill>
                <a:latin typeface="Aptos Mono"/>
              </a:rPr>
              <a:t> -p ~/miniconda3</a:t>
            </a:r>
            <a:r>
              <a:rPr lang="en-US" sz="1600">
                <a:latin typeface="Aptos Mono"/>
              </a:rPr>
              <a:t>​</a:t>
            </a:r>
          </a:p>
          <a:p>
            <a:r>
              <a:rPr lang="en-US" sz="1600" err="1">
                <a:solidFill>
                  <a:srgbClr val="4472C4"/>
                </a:solidFill>
                <a:latin typeface="Aptos Mono"/>
              </a:rPr>
              <a:t>wget</a:t>
            </a:r>
            <a:r>
              <a:rPr lang="en-US" sz="1600">
                <a:solidFill>
                  <a:srgbClr val="4472C4"/>
                </a:solidFill>
                <a:latin typeface="Aptos Mono"/>
              </a:rPr>
              <a:t> </a:t>
            </a:r>
            <a:r>
              <a:rPr lang="en-US" sz="1600" u="sng">
                <a:solidFill>
                  <a:srgbClr val="4472C4"/>
                </a:solidFill>
                <a:latin typeface="Aptos Mono"/>
                <a:hlinkClick r:id="rId5">
                  <a:extLst>
                    <a:ext uri="{A12FA001-AC4F-418D-AE19-62706E023703}">
                      <ahyp:hlinkClr xmlns:ahyp="http://schemas.microsoft.com/office/drawing/2018/hyperlinkcolor" val="tx"/>
                    </a:ext>
                  </a:extLst>
                </a:hlinkClick>
              </a:rPr>
              <a:t>https://repo.anaconda.com/miniconda/Miniconda3-latest-Linux-x86_64.sh</a:t>
            </a:r>
            <a:r>
              <a:rPr lang="en-US" sz="1600">
                <a:solidFill>
                  <a:srgbClr val="4472C4"/>
                </a:solidFill>
                <a:latin typeface="Aptos Mono"/>
              </a:rPr>
              <a:t> -O ~/miniconda3/</a:t>
            </a:r>
            <a:r>
              <a:rPr lang="en-US" sz="1600" err="1">
                <a:solidFill>
                  <a:srgbClr val="4472C4"/>
                </a:solidFill>
                <a:latin typeface="Aptos Mono"/>
              </a:rPr>
              <a:t>miniconda.sh</a:t>
            </a:r>
            <a:r>
              <a:rPr lang="en-US" sz="1600">
                <a:latin typeface="Aptos Mono"/>
              </a:rPr>
              <a:t>​</a:t>
            </a:r>
          </a:p>
          <a:p>
            <a:r>
              <a:rPr lang="en-US" sz="1600">
                <a:solidFill>
                  <a:srgbClr val="4472C4"/>
                </a:solidFill>
                <a:latin typeface="Aptos Mono"/>
              </a:rPr>
              <a:t>bash ~/miniconda3/</a:t>
            </a:r>
            <a:r>
              <a:rPr lang="en-US" sz="1600" err="1">
                <a:solidFill>
                  <a:srgbClr val="4472C4"/>
                </a:solidFill>
                <a:latin typeface="Aptos Mono"/>
              </a:rPr>
              <a:t>miniconda.sh</a:t>
            </a:r>
            <a:r>
              <a:rPr lang="en-US" sz="1600">
                <a:solidFill>
                  <a:srgbClr val="4472C4"/>
                </a:solidFill>
                <a:latin typeface="Aptos Mono"/>
              </a:rPr>
              <a:t> -b -u -p ~/miniconda3</a:t>
            </a:r>
            <a:r>
              <a:rPr lang="en-US" sz="1600">
                <a:latin typeface="Aptos Mono"/>
              </a:rPr>
              <a:t>​</a:t>
            </a:r>
          </a:p>
          <a:p>
            <a:r>
              <a:rPr lang="en-US" sz="1600">
                <a:solidFill>
                  <a:srgbClr val="4472C4"/>
                </a:solidFill>
                <a:latin typeface="Aptos Mono"/>
              </a:rPr>
              <a:t>rm ~/miniconda3/</a:t>
            </a:r>
            <a:r>
              <a:rPr lang="en-US" sz="1600" err="1">
                <a:solidFill>
                  <a:srgbClr val="4472C4"/>
                </a:solidFill>
                <a:latin typeface="Aptos Mono"/>
              </a:rPr>
              <a:t>miniconda.sh</a:t>
            </a:r>
            <a:endParaRPr lang="en-US" sz="1600">
              <a:solidFill>
                <a:srgbClr val="4472C4"/>
              </a:solidFill>
              <a:latin typeface="Aptos Mono"/>
            </a:endParaRPr>
          </a:p>
        </p:txBody>
      </p:sp>
      <p:sp>
        <p:nvSpPr>
          <p:cNvPr id="6" name="TextBox 5">
            <a:extLst>
              <a:ext uri="{FF2B5EF4-FFF2-40B4-BE49-F238E27FC236}">
                <a16:creationId xmlns:a16="http://schemas.microsoft.com/office/drawing/2014/main" id="{E2F6CB34-7AFF-DEA6-8E7E-7AECE55E6D9B}"/>
              </a:ext>
            </a:extLst>
          </p:cNvPr>
          <p:cNvSpPr txBox="1"/>
          <p:nvPr/>
        </p:nvSpPr>
        <p:spPr>
          <a:xfrm>
            <a:off x="850900" y="4080328"/>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Aptos Mono"/>
              </a:rPr>
              <a:t>conda</a:t>
            </a:r>
            <a:r>
              <a:rPr lang="en-US" sz="1600">
                <a:solidFill>
                  <a:srgbClr val="4472C4"/>
                </a:solidFill>
                <a:latin typeface="Aptos Mono"/>
              </a:rPr>
              <a:t> create –n </a:t>
            </a:r>
            <a:r>
              <a:rPr lang="en-US" sz="1600" i="1" err="1">
                <a:solidFill>
                  <a:srgbClr val="4472C4"/>
                </a:solidFill>
                <a:latin typeface="Aptos Mono"/>
              </a:rPr>
              <a:t>env_name</a:t>
            </a:r>
            <a:r>
              <a:rPr lang="en-US" sz="1600">
                <a:solidFill>
                  <a:srgbClr val="4472C4"/>
                </a:solidFill>
                <a:latin typeface="Aptos Mono"/>
              </a:rPr>
              <a:t> python=3.8</a:t>
            </a:r>
            <a:endParaRPr lang="en-US">
              <a:ea typeface="Calibri"/>
              <a:cs typeface="Calibri"/>
            </a:endParaRPr>
          </a:p>
        </p:txBody>
      </p:sp>
      <p:sp>
        <p:nvSpPr>
          <p:cNvPr id="7" name="TextBox 6">
            <a:extLst>
              <a:ext uri="{FF2B5EF4-FFF2-40B4-BE49-F238E27FC236}">
                <a16:creationId xmlns:a16="http://schemas.microsoft.com/office/drawing/2014/main" id="{5E84E4B1-9A47-F5EA-DF9E-33EE197B4145}"/>
              </a:ext>
            </a:extLst>
          </p:cNvPr>
          <p:cNvSpPr txBox="1"/>
          <p:nvPr/>
        </p:nvSpPr>
        <p:spPr>
          <a:xfrm>
            <a:off x="850899" y="4787898"/>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Aptos Mono"/>
              </a:rPr>
              <a:t>conda</a:t>
            </a:r>
            <a:r>
              <a:rPr lang="en-US" sz="1600">
                <a:solidFill>
                  <a:srgbClr val="4472C4"/>
                </a:solidFill>
                <a:latin typeface="Aptos Mono"/>
              </a:rPr>
              <a:t> activate </a:t>
            </a:r>
            <a:r>
              <a:rPr lang="en-US" sz="1600" i="1" err="1">
                <a:solidFill>
                  <a:srgbClr val="4472C4"/>
                </a:solidFill>
                <a:latin typeface="Aptos Mono"/>
              </a:rPr>
              <a:t>env_name</a:t>
            </a:r>
            <a:endParaRPr lang="en-US" sz="1600" i="1" err="1">
              <a:solidFill>
                <a:srgbClr val="4472C4"/>
              </a:solidFill>
              <a:latin typeface="Aptos Mono"/>
              <a:ea typeface="Calibri"/>
              <a:cs typeface="Calibri"/>
            </a:endParaRPr>
          </a:p>
        </p:txBody>
      </p:sp>
      <p:sp>
        <p:nvSpPr>
          <p:cNvPr id="8" name="TextBox 7">
            <a:extLst>
              <a:ext uri="{FF2B5EF4-FFF2-40B4-BE49-F238E27FC236}">
                <a16:creationId xmlns:a16="http://schemas.microsoft.com/office/drawing/2014/main" id="{88124CCE-3260-1D6C-A3FC-F43B6A889C3A}"/>
              </a:ext>
            </a:extLst>
          </p:cNvPr>
          <p:cNvSpPr txBox="1"/>
          <p:nvPr/>
        </p:nvSpPr>
        <p:spPr>
          <a:xfrm>
            <a:off x="850898" y="5496236"/>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err="1">
                <a:solidFill>
                  <a:srgbClr val="4472C4"/>
                </a:solidFill>
                <a:latin typeface="Aptos Mono"/>
              </a:rPr>
              <a:t>conda</a:t>
            </a:r>
            <a:r>
              <a:rPr lang="en-US" sz="1600">
                <a:solidFill>
                  <a:srgbClr val="4472C4"/>
                </a:solidFill>
                <a:latin typeface="Aptos Mono"/>
              </a:rPr>
              <a:t> install -c </a:t>
            </a:r>
            <a:r>
              <a:rPr lang="en-US" sz="1600" err="1">
                <a:solidFill>
                  <a:srgbClr val="4472C4"/>
                </a:solidFill>
                <a:latin typeface="Aptos Mono"/>
              </a:rPr>
              <a:t>conda</a:t>
            </a:r>
            <a:r>
              <a:rPr lang="en-US" sz="1600">
                <a:solidFill>
                  <a:srgbClr val="4472C4"/>
                </a:solidFill>
                <a:latin typeface="Aptos Mono"/>
              </a:rPr>
              <a:t>-forge </a:t>
            </a:r>
            <a:r>
              <a:rPr lang="en-US" sz="1600" i="1" err="1">
                <a:solidFill>
                  <a:srgbClr val="4472C4"/>
                </a:solidFill>
                <a:latin typeface="Aptos Mono"/>
              </a:rPr>
              <a:t>package_name</a:t>
            </a:r>
            <a:endParaRPr lang="en-US" sz="1600" i="1">
              <a:solidFill>
                <a:srgbClr val="4472C4"/>
              </a:solidFill>
              <a:latin typeface="Aptos Mono"/>
            </a:endParaRPr>
          </a:p>
        </p:txBody>
      </p:sp>
      <p:sp>
        <p:nvSpPr>
          <p:cNvPr id="9" name="CasellaDiTesto 8">
            <a:extLst>
              <a:ext uri="{FF2B5EF4-FFF2-40B4-BE49-F238E27FC236}">
                <a16:creationId xmlns:a16="http://schemas.microsoft.com/office/drawing/2014/main" id="{AF9DD26D-05DB-1D01-E950-478F9D84AE4B}"/>
              </a:ext>
            </a:extLst>
          </p:cNvPr>
          <p:cNvSpPr txBox="1"/>
          <p:nvPr/>
        </p:nvSpPr>
        <p:spPr>
          <a:xfrm>
            <a:off x="7450473" y="1408413"/>
            <a:ext cx="3913159" cy="369332"/>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a:ea typeface="Calibri"/>
                <a:cs typeface="Calibri"/>
              </a:rPr>
              <a:t>In the cluster</a:t>
            </a:r>
            <a:endParaRPr lang="it-IT" sz="1600">
              <a:solidFill>
                <a:srgbClr val="4472C4"/>
              </a:solidFill>
              <a:highlight>
                <a:srgbClr val="F2F2F2"/>
              </a:highlight>
              <a:latin typeface="Aptos Mono"/>
            </a:endParaRPr>
          </a:p>
        </p:txBody>
      </p:sp>
    </p:spTree>
    <p:extLst>
      <p:ext uri="{BB962C8B-B14F-4D97-AF65-F5344CB8AC3E}">
        <p14:creationId xmlns:p14="http://schemas.microsoft.com/office/powerpoint/2010/main" val="13629320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DA06-0A68-6E51-DCC2-6D40D5EDD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555D9-0C70-D485-2CAD-B451DBDADE82}"/>
              </a:ext>
            </a:extLst>
          </p:cNvPr>
          <p:cNvSpPr>
            <a:spLocks noGrp="1"/>
          </p:cNvSpPr>
          <p:nvPr>
            <p:ph type="title"/>
          </p:nvPr>
        </p:nvSpPr>
        <p:spPr/>
        <p:txBody>
          <a:bodyPr/>
          <a:lstStyle/>
          <a:p>
            <a:r>
              <a:rPr lang="en-US">
                <a:ea typeface="Calibri Light"/>
                <a:cs typeface="Calibri Light"/>
              </a:rPr>
              <a:t>Create a </a:t>
            </a:r>
            <a:r>
              <a:rPr lang="en-US" err="1">
                <a:ea typeface="Calibri Light"/>
                <a:cs typeface="Calibri Light"/>
              </a:rPr>
              <a:t>conda</a:t>
            </a:r>
            <a:r>
              <a:rPr lang="en-US">
                <a:ea typeface="Calibri Light"/>
                <a:cs typeface="Calibri Light"/>
              </a:rPr>
              <a:t> environment in the cluster</a:t>
            </a:r>
            <a:endParaRPr lang="en-US"/>
          </a:p>
        </p:txBody>
      </p:sp>
      <p:sp>
        <p:nvSpPr>
          <p:cNvPr id="3" name="Content Placeholder 2">
            <a:extLst>
              <a:ext uri="{FF2B5EF4-FFF2-40B4-BE49-F238E27FC236}">
                <a16:creationId xmlns:a16="http://schemas.microsoft.com/office/drawing/2014/main" id="{2C35C570-29D5-03BB-7BA8-F3FDEBAF326B}"/>
              </a:ext>
            </a:extLst>
          </p:cNvPr>
          <p:cNvSpPr>
            <a:spLocks noGrp="1"/>
          </p:cNvSpPr>
          <p:nvPr>
            <p:ph idx="1"/>
          </p:nvPr>
        </p:nvSpPr>
        <p:spPr>
          <a:xfrm>
            <a:off x="838200" y="1825625"/>
            <a:ext cx="10515600" cy="4662577"/>
          </a:xfrm>
        </p:spPr>
        <p:txBody>
          <a:bodyPr vert="horz" lIns="91440" tIns="45720" rIns="91440" bIns="45720" rtlCol="0" anchor="t">
            <a:normAutofit/>
          </a:bodyPr>
          <a:lstStyle/>
          <a:p>
            <a:pPr marL="0" indent="0">
              <a:buNone/>
            </a:pPr>
            <a:r>
              <a:rPr lang="en-US" sz="1800">
                <a:ea typeface="+mn-lt"/>
                <a:cs typeface="+mn-lt"/>
              </a:rPr>
              <a:t>Firstly, install </a:t>
            </a:r>
            <a:r>
              <a:rPr lang="en-US" sz="1800">
                <a:ea typeface="+mn-lt"/>
                <a:cs typeface="+mn-lt"/>
                <a:hlinkClick r:id="rId2"/>
              </a:rPr>
              <a:t>miniconda</a:t>
            </a:r>
            <a:r>
              <a:rPr lang="en-US" sz="1800">
                <a:ea typeface="+mn-lt"/>
                <a:cs typeface="+mn-lt"/>
              </a:rPr>
              <a:t>. Go into main folder and type:</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endParaRPr lang="en-US" sz="1800">
              <a:solidFill>
                <a:srgbClr val="000000"/>
              </a:solidFill>
              <a:latin typeface="Calibri"/>
              <a:ea typeface="Calibri" panose="020F0502020204030204"/>
              <a:cs typeface="Calibri" panose="020F0502020204030204"/>
            </a:endParaRPr>
          </a:p>
          <a:p>
            <a:pPr marL="0" indent="0">
              <a:buNone/>
            </a:pPr>
            <a:endParaRPr lang="en-US" sz="1800">
              <a:solidFill>
                <a:srgbClr val="000000"/>
              </a:solidFill>
              <a:latin typeface="Calibri"/>
              <a:ea typeface="Calibri" panose="020F0502020204030204"/>
              <a:cs typeface="Calibri" panose="020F0502020204030204"/>
            </a:endParaRPr>
          </a:p>
          <a:p>
            <a:pPr marL="0" indent="0">
              <a:buNone/>
            </a:pPr>
            <a:endParaRPr lang="en-US" sz="1800">
              <a:solidFill>
                <a:srgbClr val="000000"/>
              </a:solidFill>
              <a:latin typeface="Calibri"/>
              <a:ea typeface="Calibri" panose="020F0502020204030204"/>
              <a:cs typeface="Calibri" panose="020F0502020204030204"/>
            </a:endParaRPr>
          </a:p>
          <a:p>
            <a:pPr marL="0" indent="0">
              <a:buNone/>
            </a:pPr>
            <a:r>
              <a:rPr lang="en-US" sz="1800">
                <a:solidFill>
                  <a:srgbClr val="000000"/>
                </a:solidFill>
                <a:latin typeface="Calibri"/>
                <a:ea typeface="Calibri" panose="020F0502020204030204"/>
                <a:cs typeface="Calibri" panose="020F0502020204030204"/>
              </a:rPr>
              <a:t>Then, you can create a </a:t>
            </a:r>
            <a:r>
              <a:rPr lang="en-US" sz="1800" err="1">
                <a:solidFill>
                  <a:srgbClr val="000000"/>
                </a:solidFill>
                <a:latin typeface="Calibri"/>
                <a:ea typeface="Calibri" panose="020F0502020204030204"/>
                <a:cs typeface="Calibri" panose="020F0502020204030204"/>
              </a:rPr>
              <a:t>conda</a:t>
            </a:r>
            <a:r>
              <a:rPr lang="en-US" sz="1800">
                <a:solidFill>
                  <a:srgbClr val="000000"/>
                </a:solidFill>
                <a:latin typeface="Calibri"/>
                <a:ea typeface="Calibri" panose="020F0502020204030204"/>
                <a:cs typeface="Calibri" panose="020F0502020204030204"/>
              </a:rPr>
              <a:t> environment:</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r>
              <a:rPr lang="en-US" sz="1800">
                <a:solidFill>
                  <a:srgbClr val="000000"/>
                </a:solidFill>
                <a:latin typeface="Calibri"/>
                <a:ea typeface="Calibri" panose="020F0502020204030204"/>
                <a:cs typeface="Calibri" panose="020F0502020204030204"/>
              </a:rPr>
              <a:t>To activate the environment:</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r>
              <a:rPr lang="en-US" sz="1800">
                <a:solidFill>
                  <a:srgbClr val="000000"/>
                </a:solidFill>
                <a:latin typeface="Calibri"/>
                <a:ea typeface="Calibri" panose="020F0502020204030204"/>
                <a:cs typeface="Calibri" panose="020F0502020204030204"/>
              </a:rPr>
              <a:t>To install packages, activate </a:t>
            </a:r>
            <a:r>
              <a:rPr lang="en-US" sz="1800" err="1">
                <a:solidFill>
                  <a:srgbClr val="000000"/>
                </a:solidFill>
                <a:latin typeface="Calibri"/>
                <a:ea typeface="Calibri" panose="020F0502020204030204"/>
                <a:cs typeface="Calibri" panose="020F0502020204030204"/>
              </a:rPr>
              <a:t>conda</a:t>
            </a:r>
            <a:r>
              <a:rPr lang="en-US" sz="1800">
                <a:solidFill>
                  <a:srgbClr val="000000"/>
                </a:solidFill>
                <a:latin typeface="Calibri"/>
                <a:ea typeface="Calibri" panose="020F0502020204030204"/>
                <a:cs typeface="Calibri" panose="020F0502020204030204"/>
              </a:rPr>
              <a:t> environment first and then install:</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r>
              <a:rPr lang="en-US" sz="1800">
                <a:solidFill>
                  <a:srgbClr val="000000"/>
                </a:solidFill>
                <a:latin typeface="Calibri"/>
                <a:ea typeface="Calibri" panose="020F0502020204030204"/>
                <a:cs typeface="Calibri" panose="020F0502020204030204"/>
              </a:rPr>
              <a:t>Install </a:t>
            </a:r>
            <a:r>
              <a:rPr lang="en-US" sz="1800">
                <a:solidFill>
                  <a:srgbClr val="000000"/>
                </a:solidFill>
                <a:latin typeface="Calibri"/>
                <a:ea typeface="Calibri" panose="020F0502020204030204"/>
                <a:cs typeface="Calibri" panose="020F0502020204030204"/>
                <a:hlinkClick r:id="rId3"/>
              </a:rPr>
              <a:t>ncl</a:t>
            </a:r>
            <a:r>
              <a:rPr lang="en-US" sz="1800">
                <a:solidFill>
                  <a:srgbClr val="000000"/>
                </a:solidFill>
                <a:latin typeface="Calibri"/>
                <a:ea typeface="Calibri" panose="020F0502020204030204"/>
                <a:cs typeface="Calibri" panose="020F0502020204030204"/>
              </a:rPr>
              <a:t> and </a:t>
            </a:r>
            <a:r>
              <a:rPr lang="en-US" sz="1800">
                <a:solidFill>
                  <a:srgbClr val="000000"/>
                </a:solidFill>
                <a:latin typeface="Calibri"/>
                <a:ea typeface="Calibri" panose="020F0502020204030204"/>
                <a:cs typeface="Calibri" panose="020F0502020204030204"/>
                <a:hlinkClick r:id="rId4"/>
              </a:rPr>
              <a:t>ncview</a:t>
            </a:r>
            <a:r>
              <a:rPr lang="en-US" sz="1800">
                <a:solidFill>
                  <a:srgbClr val="000000"/>
                </a:solidFill>
                <a:latin typeface="Calibri"/>
                <a:ea typeface="Calibri" panose="020F0502020204030204"/>
                <a:cs typeface="Calibri" panose="020F0502020204030204"/>
              </a:rPr>
              <a:t>.</a:t>
            </a:r>
          </a:p>
          <a:p>
            <a:pPr marL="0" indent="0">
              <a:buNone/>
            </a:pPr>
            <a:endParaRPr lang="en-US" sz="1800">
              <a:solidFill>
                <a:srgbClr val="000000"/>
              </a:solidFill>
              <a:latin typeface="Calibri"/>
              <a:ea typeface="Calibri" panose="020F0502020204030204"/>
              <a:cs typeface="Calibri" panose="020F0502020204030204"/>
            </a:endParaRPr>
          </a:p>
          <a:p>
            <a:pPr marL="0" indent="0">
              <a:buNone/>
            </a:pPr>
            <a:endParaRPr lang="en-US" sz="1600">
              <a:solidFill>
                <a:srgbClr val="4472C4"/>
              </a:solidFill>
              <a:latin typeface="Aptos Mono"/>
              <a:ea typeface="Calibri" panose="020F0502020204030204"/>
              <a:cs typeface="Calibri" panose="020F0502020204030204"/>
            </a:endParaRPr>
          </a:p>
        </p:txBody>
      </p:sp>
      <p:sp>
        <p:nvSpPr>
          <p:cNvPr id="5" name="Slide Number Placeholder 4">
            <a:extLst>
              <a:ext uri="{FF2B5EF4-FFF2-40B4-BE49-F238E27FC236}">
                <a16:creationId xmlns:a16="http://schemas.microsoft.com/office/drawing/2014/main" id="{C1A8385C-50BB-857D-6E3F-1C905E69CB50}"/>
              </a:ext>
            </a:extLst>
          </p:cNvPr>
          <p:cNvSpPr>
            <a:spLocks noGrp="1"/>
          </p:cNvSpPr>
          <p:nvPr>
            <p:ph type="sldNum" sz="quarter" idx="12"/>
          </p:nvPr>
        </p:nvSpPr>
        <p:spPr/>
        <p:txBody>
          <a:bodyPr/>
          <a:lstStyle/>
          <a:p>
            <a:fld id="{48F63A3B-78C7-47BE-AE5E-E10140E04643}" type="slidenum">
              <a:rPr lang="en-US" dirty="0"/>
              <a:t>75</a:t>
            </a:fld>
            <a:endParaRPr lang="en-US"/>
          </a:p>
        </p:txBody>
      </p:sp>
      <p:sp>
        <p:nvSpPr>
          <p:cNvPr id="4" name="TextBox 3">
            <a:extLst>
              <a:ext uri="{FF2B5EF4-FFF2-40B4-BE49-F238E27FC236}">
                <a16:creationId xmlns:a16="http://schemas.microsoft.com/office/drawing/2014/main" id="{2C9F5067-7E07-BF8B-CB20-21070DE022F5}"/>
              </a:ext>
            </a:extLst>
          </p:cNvPr>
          <p:cNvSpPr txBox="1"/>
          <p:nvPr/>
        </p:nvSpPr>
        <p:spPr>
          <a:xfrm>
            <a:off x="841829" y="2220686"/>
            <a:ext cx="10517413" cy="1323439"/>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Aptos Mono"/>
              </a:rPr>
              <a:t>mkdir</a:t>
            </a:r>
            <a:r>
              <a:rPr lang="en-US" sz="1600">
                <a:solidFill>
                  <a:srgbClr val="4472C4"/>
                </a:solidFill>
                <a:latin typeface="Aptos Mono"/>
              </a:rPr>
              <a:t> -p ~/miniconda3</a:t>
            </a:r>
            <a:r>
              <a:rPr lang="en-US" sz="1600">
                <a:latin typeface="Aptos Mono"/>
              </a:rPr>
              <a:t>​</a:t>
            </a:r>
          </a:p>
          <a:p>
            <a:r>
              <a:rPr lang="en-US" sz="1600" err="1">
                <a:solidFill>
                  <a:srgbClr val="4472C4"/>
                </a:solidFill>
                <a:latin typeface="Aptos Mono"/>
              </a:rPr>
              <a:t>wget</a:t>
            </a:r>
            <a:r>
              <a:rPr lang="en-US" sz="1600">
                <a:solidFill>
                  <a:srgbClr val="4472C4"/>
                </a:solidFill>
                <a:latin typeface="Aptos Mono"/>
              </a:rPr>
              <a:t> </a:t>
            </a:r>
            <a:r>
              <a:rPr lang="en-US" sz="1600" u="sng">
                <a:solidFill>
                  <a:srgbClr val="4472C4"/>
                </a:solidFill>
                <a:latin typeface="Aptos Mono"/>
                <a:hlinkClick r:id="rId5">
                  <a:extLst>
                    <a:ext uri="{A12FA001-AC4F-418D-AE19-62706E023703}">
                      <ahyp:hlinkClr xmlns:ahyp="http://schemas.microsoft.com/office/drawing/2018/hyperlinkcolor" val="tx"/>
                    </a:ext>
                  </a:extLst>
                </a:hlinkClick>
              </a:rPr>
              <a:t>https://repo.anaconda.com/miniconda/Miniconda3-latest-Linux-x86_64.sh</a:t>
            </a:r>
            <a:r>
              <a:rPr lang="en-US" sz="1600">
                <a:solidFill>
                  <a:srgbClr val="4472C4"/>
                </a:solidFill>
                <a:latin typeface="Aptos Mono"/>
              </a:rPr>
              <a:t> -O ~/miniconda3/miniconda.sh</a:t>
            </a:r>
            <a:r>
              <a:rPr lang="en-US" sz="1600">
                <a:latin typeface="Aptos Mono"/>
              </a:rPr>
              <a:t>​</a:t>
            </a:r>
          </a:p>
          <a:p>
            <a:r>
              <a:rPr lang="en-US" sz="1600">
                <a:solidFill>
                  <a:srgbClr val="4472C4"/>
                </a:solidFill>
                <a:latin typeface="Aptos Mono"/>
              </a:rPr>
              <a:t>bash ~/miniconda3/miniconda.sh -b -u -p ~/miniconda3</a:t>
            </a:r>
            <a:r>
              <a:rPr lang="en-US" sz="1600">
                <a:latin typeface="Aptos Mono"/>
              </a:rPr>
              <a:t>​</a:t>
            </a:r>
          </a:p>
          <a:p>
            <a:r>
              <a:rPr lang="en-US" sz="1600">
                <a:solidFill>
                  <a:srgbClr val="4472C4"/>
                </a:solidFill>
                <a:latin typeface="Aptos Mono"/>
              </a:rPr>
              <a:t>rm ~/miniconda3/miniconda.sh</a:t>
            </a:r>
          </a:p>
        </p:txBody>
      </p:sp>
      <p:sp>
        <p:nvSpPr>
          <p:cNvPr id="6" name="TextBox 5">
            <a:extLst>
              <a:ext uri="{FF2B5EF4-FFF2-40B4-BE49-F238E27FC236}">
                <a16:creationId xmlns:a16="http://schemas.microsoft.com/office/drawing/2014/main" id="{6364137D-A8F2-881A-0785-891328191C37}"/>
              </a:ext>
            </a:extLst>
          </p:cNvPr>
          <p:cNvSpPr txBox="1"/>
          <p:nvPr/>
        </p:nvSpPr>
        <p:spPr>
          <a:xfrm>
            <a:off x="850900" y="4080328"/>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Aptos Mono"/>
              </a:rPr>
              <a:t>conda</a:t>
            </a:r>
            <a:r>
              <a:rPr lang="en-US" sz="1600">
                <a:solidFill>
                  <a:srgbClr val="4472C4"/>
                </a:solidFill>
                <a:latin typeface="Aptos Mono"/>
              </a:rPr>
              <a:t> create –n </a:t>
            </a:r>
            <a:r>
              <a:rPr lang="en-US" sz="1600" i="1" err="1">
                <a:solidFill>
                  <a:srgbClr val="4472C4"/>
                </a:solidFill>
                <a:latin typeface="Aptos Mono"/>
              </a:rPr>
              <a:t>env_name</a:t>
            </a:r>
            <a:r>
              <a:rPr lang="en-US" sz="1600">
                <a:solidFill>
                  <a:srgbClr val="4472C4"/>
                </a:solidFill>
                <a:latin typeface="Aptos Mono"/>
              </a:rPr>
              <a:t> python=3.8</a:t>
            </a:r>
            <a:endParaRPr lang="en-US">
              <a:ea typeface="Calibri"/>
              <a:cs typeface="Calibri"/>
            </a:endParaRPr>
          </a:p>
        </p:txBody>
      </p:sp>
      <p:sp>
        <p:nvSpPr>
          <p:cNvPr id="7" name="TextBox 6">
            <a:extLst>
              <a:ext uri="{FF2B5EF4-FFF2-40B4-BE49-F238E27FC236}">
                <a16:creationId xmlns:a16="http://schemas.microsoft.com/office/drawing/2014/main" id="{C752F32A-B721-2A54-9B0E-53CB9D66BFA4}"/>
              </a:ext>
            </a:extLst>
          </p:cNvPr>
          <p:cNvSpPr txBox="1"/>
          <p:nvPr/>
        </p:nvSpPr>
        <p:spPr>
          <a:xfrm>
            <a:off x="850899" y="4787898"/>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rgbClr val="4472C4"/>
                </a:solidFill>
                <a:latin typeface="Aptos Mono"/>
              </a:rPr>
              <a:t>conda</a:t>
            </a:r>
            <a:r>
              <a:rPr lang="en-US" sz="1600">
                <a:solidFill>
                  <a:srgbClr val="4472C4"/>
                </a:solidFill>
                <a:latin typeface="Aptos Mono"/>
              </a:rPr>
              <a:t> activate </a:t>
            </a:r>
            <a:r>
              <a:rPr lang="en-US" sz="1600" i="1" err="1">
                <a:solidFill>
                  <a:srgbClr val="4472C4"/>
                </a:solidFill>
                <a:latin typeface="Aptos Mono"/>
              </a:rPr>
              <a:t>env_name</a:t>
            </a:r>
            <a:endParaRPr lang="en-US" sz="1600" i="1" err="1">
              <a:solidFill>
                <a:srgbClr val="4472C4"/>
              </a:solidFill>
              <a:latin typeface="Aptos Mono"/>
              <a:ea typeface="Calibri"/>
              <a:cs typeface="Calibri"/>
            </a:endParaRPr>
          </a:p>
        </p:txBody>
      </p:sp>
      <p:sp>
        <p:nvSpPr>
          <p:cNvPr id="8" name="TextBox 7">
            <a:extLst>
              <a:ext uri="{FF2B5EF4-FFF2-40B4-BE49-F238E27FC236}">
                <a16:creationId xmlns:a16="http://schemas.microsoft.com/office/drawing/2014/main" id="{6C8D66B6-1AC7-ADEF-5490-15F2240FFF5C}"/>
              </a:ext>
            </a:extLst>
          </p:cNvPr>
          <p:cNvSpPr txBox="1"/>
          <p:nvPr/>
        </p:nvSpPr>
        <p:spPr>
          <a:xfrm>
            <a:off x="850898" y="5496236"/>
            <a:ext cx="10517413" cy="33855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err="1">
                <a:solidFill>
                  <a:srgbClr val="4472C4"/>
                </a:solidFill>
                <a:latin typeface="Aptos Mono"/>
              </a:rPr>
              <a:t>conda</a:t>
            </a:r>
            <a:r>
              <a:rPr lang="en-US" sz="1600">
                <a:solidFill>
                  <a:srgbClr val="4472C4"/>
                </a:solidFill>
                <a:latin typeface="Aptos Mono"/>
              </a:rPr>
              <a:t> install -c </a:t>
            </a:r>
            <a:r>
              <a:rPr lang="en-US" sz="1600" err="1">
                <a:solidFill>
                  <a:srgbClr val="4472C4"/>
                </a:solidFill>
                <a:latin typeface="Aptos Mono"/>
              </a:rPr>
              <a:t>conda</a:t>
            </a:r>
            <a:r>
              <a:rPr lang="en-US" sz="1600">
                <a:solidFill>
                  <a:srgbClr val="4472C4"/>
                </a:solidFill>
                <a:latin typeface="Aptos Mono"/>
              </a:rPr>
              <a:t>-forge </a:t>
            </a:r>
            <a:r>
              <a:rPr lang="en-US" sz="1600" i="1" err="1">
                <a:solidFill>
                  <a:srgbClr val="4472C4"/>
                </a:solidFill>
                <a:latin typeface="Aptos Mono"/>
              </a:rPr>
              <a:t>package_name</a:t>
            </a:r>
            <a:endParaRPr lang="en-US" sz="1600" i="1">
              <a:solidFill>
                <a:srgbClr val="4472C4"/>
              </a:solidFill>
              <a:latin typeface="Aptos Mono"/>
            </a:endParaRPr>
          </a:p>
        </p:txBody>
      </p:sp>
      <p:sp>
        <p:nvSpPr>
          <p:cNvPr id="9" name="CasellaDiTesto 8">
            <a:extLst>
              <a:ext uri="{FF2B5EF4-FFF2-40B4-BE49-F238E27FC236}">
                <a16:creationId xmlns:a16="http://schemas.microsoft.com/office/drawing/2014/main" id="{61A2A275-E94F-182C-1E62-632ABB5EF38E}"/>
              </a:ext>
            </a:extLst>
          </p:cNvPr>
          <p:cNvSpPr txBox="1"/>
          <p:nvPr/>
        </p:nvSpPr>
        <p:spPr>
          <a:xfrm>
            <a:off x="7450473" y="1408413"/>
            <a:ext cx="3913159" cy="615553"/>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a:ea typeface="Calibri"/>
                <a:cs typeface="Calibri"/>
              </a:rPr>
              <a:t>For </a:t>
            </a:r>
            <a:r>
              <a:rPr lang="it-IT" err="1">
                <a:ea typeface="Calibri"/>
                <a:cs typeface="Calibri"/>
              </a:rPr>
              <a:t>macOS</a:t>
            </a:r>
            <a:r>
              <a:rPr lang="it-IT">
                <a:ea typeface="Calibri"/>
                <a:cs typeface="Calibri"/>
              </a:rPr>
              <a:t> (</a:t>
            </a:r>
            <a:r>
              <a:rPr lang="it-IT" err="1">
                <a:ea typeface="Calibri"/>
                <a:cs typeface="Calibri"/>
              </a:rPr>
              <a:t>locally</a:t>
            </a:r>
            <a:r>
              <a:rPr lang="it-IT">
                <a:ea typeface="Calibri"/>
                <a:cs typeface="Calibri"/>
              </a:rPr>
              <a:t>): </a:t>
            </a:r>
            <a:endParaRPr lang="it-IT">
              <a:ea typeface="+mn-lt"/>
              <a:cs typeface="+mn-lt"/>
            </a:endParaRPr>
          </a:p>
          <a:p>
            <a:r>
              <a:rPr lang="it-IT" sz="1600" err="1">
                <a:solidFill>
                  <a:srgbClr val="4472C4"/>
                </a:solidFill>
                <a:highlight>
                  <a:srgbClr val="F2F2F2"/>
                </a:highlight>
                <a:latin typeface="Aptos Mono"/>
              </a:rPr>
              <a:t>brew</a:t>
            </a:r>
            <a:r>
              <a:rPr lang="it-IT" sz="1600">
                <a:solidFill>
                  <a:srgbClr val="4472C4"/>
                </a:solidFill>
                <a:highlight>
                  <a:srgbClr val="F2F2F2"/>
                </a:highlight>
                <a:latin typeface="Aptos Mono"/>
              </a:rPr>
              <a:t> </a:t>
            </a:r>
            <a:r>
              <a:rPr lang="it-IT" sz="1600" err="1">
                <a:solidFill>
                  <a:srgbClr val="4472C4"/>
                </a:solidFill>
                <a:highlight>
                  <a:srgbClr val="F2F2F2"/>
                </a:highlight>
                <a:latin typeface="Aptos Mono"/>
              </a:rPr>
              <a:t>install</a:t>
            </a:r>
            <a:r>
              <a:rPr lang="it-IT" sz="1600">
                <a:solidFill>
                  <a:srgbClr val="4472C4"/>
                </a:solidFill>
                <a:highlight>
                  <a:srgbClr val="F2F2F2"/>
                </a:highlight>
                <a:latin typeface="Aptos Mono"/>
              </a:rPr>
              <a:t> --</a:t>
            </a:r>
            <a:r>
              <a:rPr lang="it-IT" sz="1600" err="1">
                <a:solidFill>
                  <a:srgbClr val="4472C4"/>
                </a:solidFill>
                <a:highlight>
                  <a:srgbClr val="F2F2F2"/>
                </a:highlight>
                <a:latin typeface="Aptos Mono"/>
              </a:rPr>
              <a:t>cask</a:t>
            </a:r>
            <a:r>
              <a:rPr lang="it-IT" sz="1600">
                <a:solidFill>
                  <a:srgbClr val="4472C4"/>
                </a:solidFill>
                <a:highlight>
                  <a:srgbClr val="F2F2F2"/>
                </a:highlight>
                <a:latin typeface="Aptos Mono"/>
              </a:rPr>
              <a:t> </a:t>
            </a:r>
            <a:r>
              <a:rPr lang="it-IT" sz="1600" err="1">
                <a:solidFill>
                  <a:srgbClr val="4472C4"/>
                </a:solidFill>
                <a:highlight>
                  <a:srgbClr val="F2F2F2"/>
                </a:highlight>
                <a:latin typeface="Aptos Mono"/>
              </a:rPr>
              <a:t>miniconda</a:t>
            </a:r>
            <a:endParaRPr lang="it-IT" sz="1600">
              <a:solidFill>
                <a:srgbClr val="4472C4"/>
              </a:solidFill>
              <a:highlight>
                <a:srgbClr val="F2F2F2"/>
              </a:highlight>
              <a:latin typeface="Aptos Mono"/>
            </a:endParaRPr>
          </a:p>
        </p:txBody>
      </p:sp>
    </p:spTree>
    <p:extLst>
      <p:ext uri="{BB962C8B-B14F-4D97-AF65-F5344CB8AC3E}">
        <p14:creationId xmlns:p14="http://schemas.microsoft.com/office/powerpoint/2010/main" val="42799765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C38C5-5D35-1E7B-79CD-AA00137D5FC0}"/>
              </a:ext>
            </a:extLst>
          </p:cNvPr>
          <p:cNvSpPr>
            <a:spLocks noGrp="1"/>
          </p:cNvSpPr>
          <p:nvPr>
            <p:ph type="title"/>
          </p:nvPr>
        </p:nvSpPr>
        <p:spPr/>
        <p:txBody>
          <a:bodyPr/>
          <a:lstStyle/>
          <a:p>
            <a:r>
              <a:rPr lang="en-US">
                <a:ea typeface="Calibri Light"/>
                <a:cs typeface="Calibri Light"/>
              </a:rPr>
              <a:t>References</a:t>
            </a:r>
            <a:endParaRPr lang="en-US"/>
          </a:p>
        </p:txBody>
      </p:sp>
      <p:sp>
        <p:nvSpPr>
          <p:cNvPr id="3" name="Content Placeholder 2">
            <a:extLst>
              <a:ext uri="{FF2B5EF4-FFF2-40B4-BE49-F238E27FC236}">
                <a16:creationId xmlns:a16="http://schemas.microsoft.com/office/drawing/2014/main" id="{F121C6DE-0684-E0A1-E43B-836C9DF3AAB4}"/>
              </a:ext>
            </a:extLst>
          </p:cNvPr>
          <p:cNvSpPr>
            <a:spLocks noGrp="1"/>
          </p:cNvSpPr>
          <p:nvPr>
            <p:ph idx="1"/>
          </p:nvPr>
        </p:nvSpPr>
        <p:spPr/>
        <p:txBody>
          <a:bodyPr vert="horz" lIns="91440" tIns="45720" rIns="91440" bIns="45720" rtlCol="0" anchor="t">
            <a:normAutofit/>
          </a:bodyPr>
          <a:lstStyle/>
          <a:p>
            <a:pPr marL="0" indent="0">
              <a:buNone/>
            </a:pPr>
            <a:r>
              <a:rPr lang="en-US" sz="1800">
                <a:ea typeface="+mn-lt"/>
                <a:cs typeface="+mn-lt"/>
              </a:rPr>
              <a:t>Lin, Y., and T. Wang, 1996: Flow Regimes and Transient Dynamics of Two-Dimensional Stratified Flow over an Isolated Mountain Ridge. J. Atmos. Sci., 53, 139–158, </a:t>
            </a:r>
            <a:r>
              <a:rPr lang="en-US" sz="1800">
                <a:ea typeface="+mn-lt"/>
                <a:cs typeface="+mn-lt"/>
                <a:hlinkClick r:id="rId2"/>
              </a:rPr>
              <a:t>https://doi.org/10.1175/1520-0469(1996)053&lt;0139:FRATDO&gt;2.0.CO;2</a:t>
            </a:r>
            <a:endParaRPr lang="en-US" sz="1800">
              <a:ea typeface="Calibri" panose="020F0502020204030204"/>
              <a:cs typeface="Calibri" panose="020F0502020204030204"/>
            </a:endParaRPr>
          </a:p>
          <a:p>
            <a:pPr>
              <a:buNone/>
            </a:pPr>
            <a:r>
              <a:rPr lang="en-US" sz="1800">
                <a:ea typeface="+mn-lt"/>
                <a:cs typeface="+mn-lt"/>
              </a:rPr>
              <a:t>Durran, D.R., 2015. Lee Waves and Mountain Waves. In: Gerald R. North (editor-in-chief), John Pyle and </a:t>
            </a:r>
            <a:r>
              <a:rPr lang="en-US" sz="1800" err="1">
                <a:ea typeface="+mn-lt"/>
                <a:cs typeface="+mn-lt"/>
              </a:rPr>
              <a:t>Fuqing</a:t>
            </a:r>
            <a:r>
              <a:rPr lang="en-US" sz="1800">
                <a:ea typeface="+mn-lt"/>
                <a:cs typeface="+mn-lt"/>
              </a:rPr>
              <a:t> Zhang (editors). Encyclopedia of Atmospheric Sciences, 2nd edition, Vol 4, pp. 95–102.</a:t>
            </a:r>
            <a:endParaRPr lang="en-US">
              <a:ea typeface="Calibri"/>
              <a:cs typeface="Calibri"/>
            </a:endParaRPr>
          </a:p>
          <a:p>
            <a:pPr>
              <a:buNone/>
            </a:pPr>
            <a:r>
              <a:rPr lang="en-US" sz="1800">
                <a:ea typeface="+mn-lt"/>
                <a:cs typeface="+mn-lt"/>
              </a:rPr>
              <a:t>Durran, D. R., 1986: Another Look at Downslope Windstorms. Part I: The Development of Analogs to Supercritical Flow in an Infinitely Deep, Continuously Stratified Fluid. </a:t>
            </a:r>
            <a:r>
              <a:rPr lang="en-US" sz="1800" i="1">
                <a:ea typeface="+mn-lt"/>
                <a:cs typeface="+mn-lt"/>
              </a:rPr>
              <a:t>J. Atmos. Sci.</a:t>
            </a:r>
            <a:r>
              <a:rPr lang="en-US" sz="1800">
                <a:ea typeface="+mn-lt"/>
                <a:cs typeface="+mn-lt"/>
              </a:rPr>
              <a:t>, </a:t>
            </a:r>
            <a:r>
              <a:rPr lang="en-US" sz="1800" b="1">
                <a:ea typeface="+mn-lt"/>
                <a:cs typeface="+mn-lt"/>
              </a:rPr>
              <a:t>43</a:t>
            </a:r>
            <a:r>
              <a:rPr lang="en-US" sz="1800">
                <a:ea typeface="+mn-lt"/>
                <a:cs typeface="+mn-lt"/>
              </a:rPr>
              <a:t>, 2527–2543, </a:t>
            </a:r>
            <a:r>
              <a:rPr lang="en-US" sz="1800">
                <a:ea typeface="+mn-lt"/>
                <a:cs typeface="+mn-lt"/>
                <a:hlinkClick r:id="rId3"/>
              </a:rPr>
              <a:t>https://doi.org/10.1175/1520-0469(1986)043&lt;2527:ALADWP&gt;2.0.CO;2</a:t>
            </a:r>
            <a:r>
              <a:rPr lang="en-US" sz="1800">
                <a:ea typeface="+mn-lt"/>
                <a:cs typeface="+mn-lt"/>
              </a:rPr>
              <a:t>. </a:t>
            </a:r>
            <a:endParaRPr lang="en-US"/>
          </a:p>
          <a:p>
            <a:pPr>
              <a:buNone/>
            </a:pPr>
            <a:r>
              <a:rPr lang="en-US" sz="1800">
                <a:ea typeface="+mn-lt"/>
                <a:cs typeface="+mn-lt"/>
              </a:rPr>
              <a:t>Reinecke, P. A., and D. R. Durran, 2008: Estimating Topographic Blocking Using a Froude Number When the Static Stability Is Nonuniform. </a:t>
            </a:r>
            <a:r>
              <a:rPr lang="en-US" sz="1800" i="1">
                <a:ea typeface="+mn-lt"/>
                <a:cs typeface="+mn-lt"/>
              </a:rPr>
              <a:t>J. Atmos. Sci.</a:t>
            </a:r>
            <a:r>
              <a:rPr lang="en-US" sz="1800">
                <a:ea typeface="+mn-lt"/>
                <a:cs typeface="+mn-lt"/>
              </a:rPr>
              <a:t>, </a:t>
            </a:r>
            <a:r>
              <a:rPr lang="en-US" sz="1800" b="1">
                <a:ea typeface="+mn-lt"/>
                <a:cs typeface="+mn-lt"/>
              </a:rPr>
              <a:t>65</a:t>
            </a:r>
            <a:r>
              <a:rPr lang="en-US" sz="1800">
                <a:ea typeface="+mn-lt"/>
                <a:cs typeface="+mn-lt"/>
              </a:rPr>
              <a:t>, 1035–1048, </a:t>
            </a:r>
            <a:r>
              <a:rPr lang="en-US" sz="1800">
                <a:ea typeface="+mn-lt"/>
                <a:cs typeface="+mn-lt"/>
                <a:hlinkClick r:id="rId4"/>
              </a:rPr>
              <a:t>https://doi.org/10.1175/2007JAS2100.1</a:t>
            </a:r>
            <a:r>
              <a:rPr lang="en-US" sz="1800">
                <a:ea typeface="+mn-lt"/>
                <a:cs typeface="+mn-lt"/>
              </a:rPr>
              <a:t>. </a:t>
            </a:r>
          </a:p>
          <a:p>
            <a:pPr>
              <a:buNone/>
            </a:pPr>
            <a:r>
              <a:rPr lang="it-IT" sz="1800" err="1">
                <a:ea typeface="+mn-lt"/>
                <a:cs typeface="+mn-lt"/>
              </a:rPr>
              <a:t>Stull</a:t>
            </a:r>
            <a:r>
              <a:rPr lang="it-IT" sz="1800">
                <a:ea typeface="+mn-lt"/>
                <a:cs typeface="+mn-lt"/>
              </a:rPr>
              <a:t>, </a:t>
            </a:r>
            <a:r>
              <a:rPr lang="it-IT" sz="1800" err="1">
                <a:ea typeface="+mn-lt"/>
                <a:cs typeface="+mn-lt"/>
              </a:rPr>
              <a:t>R</a:t>
            </a:r>
            <a:r>
              <a:rPr lang="it-IT" sz="1800">
                <a:ea typeface="+mn-lt"/>
                <a:cs typeface="+mn-lt"/>
              </a:rPr>
              <a:t>., 2017: "</a:t>
            </a:r>
            <a:r>
              <a:rPr lang="it-IT" sz="1800" err="1">
                <a:ea typeface="+mn-lt"/>
                <a:cs typeface="+mn-lt"/>
              </a:rPr>
              <a:t>Practical</a:t>
            </a:r>
            <a:r>
              <a:rPr lang="it-IT" sz="1800">
                <a:ea typeface="+mn-lt"/>
                <a:cs typeface="+mn-lt"/>
              </a:rPr>
              <a:t> </a:t>
            </a:r>
            <a:r>
              <a:rPr lang="it-IT" sz="1800" err="1">
                <a:ea typeface="+mn-lt"/>
                <a:cs typeface="+mn-lt"/>
              </a:rPr>
              <a:t>Meteorology</a:t>
            </a:r>
            <a:r>
              <a:rPr lang="it-IT" sz="1800">
                <a:ea typeface="+mn-lt"/>
                <a:cs typeface="+mn-lt"/>
              </a:rPr>
              <a:t>: An Algebra-</a:t>
            </a:r>
            <a:r>
              <a:rPr lang="it-IT" sz="1800" err="1">
                <a:ea typeface="+mn-lt"/>
                <a:cs typeface="+mn-lt"/>
              </a:rPr>
              <a:t>based</a:t>
            </a:r>
            <a:r>
              <a:rPr lang="it-IT" sz="1800">
                <a:ea typeface="+mn-lt"/>
                <a:cs typeface="+mn-lt"/>
              </a:rPr>
              <a:t> Survey of </a:t>
            </a:r>
            <a:r>
              <a:rPr lang="it-IT" sz="1800" err="1">
                <a:ea typeface="+mn-lt"/>
                <a:cs typeface="+mn-lt"/>
              </a:rPr>
              <a:t>Atmospheric</a:t>
            </a:r>
            <a:r>
              <a:rPr lang="it-IT" sz="1800">
                <a:ea typeface="+mn-lt"/>
                <a:cs typeface="+mn-lt"/>
              </a:rPr>
              <a:t> Science" -</a:t>
            </a:r>
            <a:r>
              <a:rPr lang="it-IT" sz="1800" err="1">
                <a:ea typeface="+mn-lt"/>
                <a:cs typeface="+mn-lt"/>
              </a:rPr>
              <a:t>version</a:t>
            </a:r>
            <a:r>
              <a:rPr lang="it-IT" sz="1800">
                <a:ea typeface="+mn-lt"/>
                <a:cs typeface="+mn-lt"/>
              </a:rPr>
              <a:t> 1.02b.  Univ. of British Columbia.  940 pages.  </a:t>
            </a:r>
            <a:r>
              <a:rPr lang="it-IT" sz="1800" err="1">
                <a:ea typeface="+mn-lt"/>
                <a:cs typeface="+mn-lt"/>
              </a:rPr>
              <a:t>isbn</a:t>
            </a:r>
            <a:r>
              <a:rPr lang="it-IT" sz="1800">
                <a:ea typeface="+mn-lt"/>
                <a:cs typeface="+mn-lt"/>
              </a:rPr>
              <a:t> 978-0-88865-283-6.</a:t>
            </a:r>
          </a:p>
          <a:p>
            <a:pPr>
              <a:buNone/>
            </a:pPr>
            <a:endParaRPr lang="en-US"/>
          </a:p>
          <a:p>
            <a:pPr marL="0" indent="0">
              <a:buNone/>
            </a:pPr>
            <a:endParaRPr lang="en-US" sz="2000">
              <a:latin typeface="Source Sans Pro"/>
              <a:ea typeface="Source Sans Pro"/>
              <a:cs typeface="Calibri" panose="020F0502020204030204"/>
            </a:endParaRPr>
          </a:p>
          <a:p>
            <a:pPr marL="0" indent="0">
              <a:buNone/>
            </a:pPr>
            <a:endParaRPr lang="en-US">
              <a:ea typeface="Calibri"/>
              <a:cs typeface="Calibri"/>
            </a:endParaRPr>
          </a:p>
        </p:txBody>
      </p:sp>
      <p:sp>
        <p:nvSpPr>
          <p:cNvPr id="5" name="Slide Number Placeholder 4">
            <a:extLst>
              <a:ext uri="{FF2B5EF4-FFF2-40B4-BE49-F238E27FC236}">
                <a16:creationId xmlns:a16="http://schemas.microsoft.com/office/drawing/2014/main" id="{FAA31AA0-1DA1-038D-B158-638FE9398B97}"/>
              </a:ext>
            </a:extLst>
          </p:cNvPr>
          <p:cNvSpPr>
            <a:spLocks noGrp="1"/>
          </p:cNvSpPr>
          <p:nvPr>
            <p:ph type="sldNum" sz="quarter" idx="12"/>
          </p:nvPr>
        </p:nvSpPr>
        <p:spPr/>
        <p:txBody>
          <a:bodyPr/>
          <a:lstStyle/>
          <a:p>
            <a:fld id="{48F63A3B-78C7-47BE-AE5E-E10140E04643}" type="slidenum">
              <a:rPr lang="en-US" dirty="0"/>
              <a:t>76</a:t>
            </a:fld>
            <a:endParaRPr lang="en-US"/>
          </a:p>
        </p:txBody>
      </p:sp>
    </p:spTree>
    <p:extLst>
      <p:ext uri="{BB962C8B-B14F-4D97-AF65-F5344CB8AC3E}">
        <p14:creationId xmlns:p14="http://schemas.microsoft.com/office/powerpoint/2010/main" val="13767276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C38C5-5D35-1E7B-79CD-AA00137D5FC0}"/>
              </a:ext>
            </a:extLst>
          </p:cNvPr>
          <p:cNvSpPr>
            <a:spLocks noGrp="1"/>
          </p:cNvSpPr>
          <p:nvPr>
            <p:ph type="title"/>
          </p:nvPr>
        </p:nvSpPr>
        <p:spPr/>
        <p:txBody>
          <a:bodyPr/>
          <a:lstStyle/>
          <a:p>
            <a:r>
              <a:rPr lang="en-US">
                <a:ea typeface="Calibri Light"/>
                <a:cs typeface="Calibri Light"/>
              </a:rPr>
              <a:t>References</a:t>
            </a:r>
            <a:endParaRPr lang="en-US"/>
          </a:p>
        </p:txBody>
      </p:sp>
      <p:sp>
        <p:nvSpPr>
          <p:cNvPr id="3" name="Content Placeholder 2">
            <a:extLst>
              <a:ext uri="{FF2B5EF4-FFF2-40B4-BE49-F238E27FC236}">
                <a16:creationId xmlns:a16="http://schemas.microsoft.com/office/drawing/2014/main" id="{F121C6DE-0684-E0A1-E43B-836C9DF3AAB4}"/>
              </a:ext>
            </a:extLst>
          </p:cNvPr>
          <p:cNvSpPr>
            <a:spLocks noGrp="1"/>
          </p:cNvSpPr>
          <p:nvPr>
            <p:ph sz="half" idx="1"/>
          </p:nvPr>
        </p:nvSpPr>
        <p:spPr/>
        <p:txBody>
          <a:bodyPr vert="horz" lIns="91440" tIns="45720" rIns="91440" bIns="45720" rtlCol="0" anchor="t">
            <a:normAutofit/>
          </a:bodyPr>
          <a:lstStyle/>
          <a:p>
            <a:pPr marL="0" indent="0">
              <a:buNone/>
            </a:pPr>
            <a:r>
              <a:rPr lang="en-US" sz="2400">
                <a:ea typeface="Calibri"/>
                <a:cs typeface="Calibri"/>
              </a:rPr>
              <a:t>WRF-related:</a:t>
            </a:r>
          </a:p>
          <a:p>
            <a:pPr marL="0" indent="0">
              <a:buNone/>
            </a:pPr>
            <a:r>
              <a:rPr lang="en-US" sz="2400">
                <a:ea typeface="Calibri"/>
                <a:cs typeface="Calibri"/>
                <a:hlinkClick r:id="rId2"/>
              </a:rPr>
              <a:t>WRF Technical notes (v4)</a:t>
            </a:r>
            <a:endParaRPr lang="en-US">
              <a:ea typeface="Calibri"/>
              <a:cs typeface="Calibri"/>
            </a:endParaRPr>
          </a:p>
          <a:p>
            <a:pPr marL="0" indent="0">
              <a:buNone/>
            </a:pPr>
            <a:r>
              <a:rPr lang="en-US" sz="2400">
                <a:ea typeface="Calibri"/>
                <a:cs typeface="Calibri"/>
                <a:hlinkClick r:id="rId3"/>
              </a:rPr>
              <a:t>WRF User Guide</a:t>
            </a:r>
          </a:p>
          <a:p>
            <a:pPr marL="0" indent="0">
              <a:buNone/>
            </a:pPr>
            <a:r>
              <a:rPr lang="en-US" sz="2400">
                <a:ea typeface="Calibri"/>
                <a:cs typeface="Calibri"/>
                <a:hlinkClick r:id="rId4"/>
              </a:rPr>
              <a:t>WRF ARW User's Page</a:t>
            </a:r>
            <a:endParaRPr lang="en-US" sz="2400">
              <a:ea typeface="Calibri"/>
              <a:cs typeface="Calibri"/>
            </a:endParaRPr>
          </a:p>
          <a:p>
            <a:pPr marL="0" indent="0">
              <a:buNone/>
            </a:pPr>
            <a:r>
              <a:rPr lang="en-US" sz="2400">
                <a:ea typeface="Calibri"/>
                <a:cs typeface="Calibri"/>
                <a:hlinkClick r:id="rId5"/>
              </a:rPr>
              <a:t>WRF GitHub Repository</a:t>
            </a:r>
          </a:p>
          <a:p>
            <a:pPr marL="0" indent="0">
              <a:buNone/>
            </a:pPr>
            <a:r>
              <a:rPr lang="en-US" sz="2400">
                <a:ea typeface="Calibri"/>
                <a:cs typeface="Calibri"/>
                <a:hlinkClick r:id="rId6"/>
              </a:rPr>
              <a:t>Ncview features</a:t>
            </a:r>
          </a:p>
          <a:p>
            <a:pPr marL="0" indent="0">
              <a:buNone/>
            </a:pPr>
            <a:r>
              <a:rPr lang="en-US" sz="2400">
                <a:ea typeface="Calibri"/>
                <a:cs typeface="Calibri"/>
                <a:hlinkClick r:id="rId7"/>
              </a:rPr>
              <a:t>NCL installation</a:t>
            </a:r>
            <a:endParaRPr lang="en-US" sz="2400">
              <a:ea typeface="Calibri"/>
              <a:cs typeface="Calibri"/>
            </a:endParaRPr>
          </a:p>
        </p:txBody>
      </p:sp>
      <p:sp>
        <p:nvSpPr>
          <p:cNvPr id="6" name="Content Placeholder 5">
            <a:extLst>
              <a:ext uri="{FF2B5EF4-FFF2-40B4-BE49-F238E27FC236}">
                <a16:creationId xmlns:a16="http://schemas.microsoft.com/office/drawing/2014/main" id="{0A24E40E-0FFF-3051-2936-65CDB151E960}"/>
              </a:ext>
            </a:extLst>
          </p:cNvPr>
          <p:cNvSpPr>
            <a:spLocks noGrp="1"/>
          </p:cNvSpPr>
          <p:nvPr>
            <p:ph sz="half" idx="2"/>
          </p:nvPr>
        </p:nvSpPr>
        <p:spPr/>
        <p:txBody>
          <a:bodyPr vert="horz" lIns="91440" tIns="45720" rIns="91440" bIns="45720" rtlCol="0" anchor="t">
            <a:normAutofit/>
          </a:bodyPr>
          <a:lstStyle/>
          <a:p>
            <a:pPr marL="0" indent="0">
              <a:buNone/>
            </a:pPr>
            <a:r>
              <a:rPr lang="en-US" sz="2400">
                <a:ea typeface="+mn-lt"/>
                <a:cs typeface="+mn-lt"/>
              </a:rPr>
              <a:t>Other useful stuff:</a:t>
            </a:r>
          </a:p>
          <a:p>
            <a:pPr marL="0" indent="0">
              <a:buNone/>
            </a:pPr>
            <a:r>
              <a:rPr lang="en-US" sz="2400">
                <a:ea typeface="+mn-lt"/>
                <a:cs typeface="+mn-lt"/>
                <a:hlinkClick r:id="rId8"/>
              </a:rPr>
              <a:t>Vim cheatsheet</a:t>
            </a:r>
            <a:r>
              <a:rPr lang="en-US" sz="2400">
                <a:ea typeface="+mn-lt"/>
                <a:cs typeface="+mn-lt"/>
              </a:rPr>
              <a:t> </a:t>
            </a:r>
          </a:p>
          <a:p>
            <a:pPr marL="0" indent="0">
              <a:buNone/>
            </a:pPr>
            <a:r>
              <a:rPr lang="en-US" sz="2400">
                <a:ea typeface="Calibri"/>
                <a:cs typeface="Calibri"/>
                <a:hlinkClick r:id="rId9"/>
              </a:rPr>
              <a:t>OPH Guide</a:t>
            </a:r>
          </a:p>
          <a:p>
            <a:pPr marL="0" indent="0">
              <a:buNone/>
            </a:pPr>
            <a:r>
              <a:rPr lang="en-US" sz="2400">
                <a:ea typeface="Calibri"/>
                <a:cs typeface="Calibri"/>
                <a:hlinkClick r:id="rId10"/>
              </a:rPr>
              <a:t>Lab folder</a:t>
            </a:r>
            <a:endParaRPr lang="en-US" sz="2400">
              <a:ea typeface="Calibri"/>
              <a:cs typeface="Calibri"/>
            </a:endParaRPr>
          </a:p>
        </p:txBody>
      </p:sp>
      <p:sp>
        <p:nvSpPr>
          <p:cNvPr id="5" name="Slide Number Placeholder 4">
            <a:extLst>
              <a:ext uri="{FF2B5EF4-FFF2-40B4-BE49-F238E27FC236}">
                <a16:creationId xmlns:a16="http://schemas.microsoft.com/office/drawing/2014/main" id="{FAA31AA0-1DA1-038D-B158-638FE9398B97}"/>
              </a:ext>
            </a:extLst>
          </p:cNvPr>
          <p:cNvSpPr>
            <a:spLocks noGrp="1"/>
          </p:cNvSpPr>
          <p:nvPr>
            <p:ph type="sldNum" sz="quarter" idx="12"/>
          </p:nvPr>
        </p:nvSpPr>
        <p:spPr/>
        <p:txBody>
          <a:bodyPr/>
          <a:lstStyle/>
          <a:p>
            <a:fld id="{48F63A3B-78C7-47BE-AE5E-E10140E04643}" type="slidenum">
              <a:rPr lang="en-US" dirty="0"/>
              <a:t>77</a:t>
            </a:fld>
            <a:endParaRPr lang="en-US"/>
          </a:p>
        </p:txBody>
      </p:sp>
    </p:spTree>
    <p:extLst>
      <p:ext uri="{BB962C8B-B14F-4D97-AF65-F5344CB8AC3E}">
        <p14:creationId xmlns:p14="http://schemas.microsoft.com/office/powerpoint/2010/main" val="24473665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E6E-6BEF-0DC9-DAA8-5864FF596335}"/>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ea typeface="Calibri Light"/>
                <a:cs typeface="Calibri Light"/>
              </a:rPr>
              <a:t>• Flow over a hill </a:t>
            </a:r>
            <a:r>
              <a:rPr lang="en-US" sz="1800">
                <a:solidFill>
                  <a:schemeClr val="accent6">
                    <a:lumMod val="75000"/>
                  </a:schemeClr>
                </a:solidFill>
                <a:ea typeface="Calibri Light"/>
                <a:cs typeface="Calibri Light"/>
              </a:rPr>
              <a:t>• WRF Model</a:t>
            </a:r>
            <a:endParaRPr lang="en-US" sz="2400">
              <a:solidFill>
                <a:schemeClr val="accent6">
                  <a:lumMod val="75000"/>
                </a:schemeClr>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A2B4BC89-D4B2-C7AC-5BA5-B4C916360D31}"/>
              </a:ext>
            </a:extLst>
          </p:cNvPr>
          <p:cNvSpPr>
            <a:spLocks noGrp="1"/>
          </p:cNvSpPr>
          <p:nvPr>
            <p:ph idx="1"/>
          </p:nvPr>
        </p:nvSpPr>
        <p:spPr>
          <a:xfrm>
            <a:off x="838200" y="1552811"/>
            <a:ext cx="10515600" cy="4624152"/>
          </a:xfrm>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r>
              <a:rPr lang="en-US" sz="2400">
                <a:ea typeface="Calibri" panose="020F0502020204030204"/>
                <a:cs typeface="Calibri" panose="020F0502020204030204"/>
              </a:rPr>
              <a:t>If needed WRF folder can be copied from:</a:t>
            </a:r>
          </a:p>
          <a:p>
            <a:pPr marL="457200" lvl="1" indent="0">
              <a:buNone/>
            </a:pPr>
            <a:r>
              <a:rPr lang="en-US" sz="2000">
                <a:solidFill>
                  <a:schemeClr val="accent1"/>
                </a:solidFill>
                <a:latin typeface="Consolas"/>
                <a:ea typeface="Calibri" panose="020F0502020204030204"/>
                <a:cs typeface="Calibri" panose="020F0502020204030204"/>
              </a:rPr>
              <a:t>cp -r </a:t>
            </a:r>
            <a:r>
              <a:rPr lang="en-US" sz="2000">
                <a:solidFill>
                  <a:schemeClr val="accent1"/>
                </a:solidFill>
                <a:latin typeface="Consolas"/>
                <a:ea typeface="+mn-lt"/>
                <a:cs typeface="+mn-lt"/>
              </a:rPr>
              <a:t>/scratch/</a:t>
            </a:r>
            <a:r>
              <a:rPr lang="en-US" sz="2000" err="1">
                <a:solidFill>
                  <a:schemeClr val="accent1"/>
                </a:solidFill>
                <a:latin typeface="Consolas"/>
                <a:ea typeface="+mn-lt"/>
                <a:cs typeface="+mn-lt"/>
              </a:rPr>
              <a:t>atmos</a:t>
            </a:r>
            <a:r>
              <a:rPr lang="en-US" sz="2000">
                <a:solidFill>
                  <a:schemeClr val="accent1"/>
                </a:solidFill>
                <a:latin typeface="Consolas"/>
                <a:ea typeface="+mn-lt"/>
                <a:cs typeface="+mn-lt"/>
              </a:rPr>
              <a:t>/simona.rinaldi7/</a:t>
            </a:r>
            <a:r>
              <a:rPr lang="en-US" sz="2000" err="1">
                <a:solidFill>
                  <a:schemeClr val="accent1"/>
                </a:solidFill>
                <a:latin typeface="Consolas"/>
                <a:ea typeface="+mn-lt"/>
                <a:cs typeface="+mn-lt"/>
              </a:rPr>
              <a:t>complex_terrain_lab</a:t>
            </a:r>
            <a:r>
              <a:rPr lang="en-US" sz="2000">
                <a:solidFill>
                  <a:schemeClr val="accent1"/>
                </a:solidFill>
                <a:latin typeface="Consolas"/>
                <a:ea typeface="+mn-lt"/>
                <a:cs typeface="+mn-lt"/>
              </a:rPr>
              <a:t>/WRFv4.6/WRF .</a:t>
            </a:r>
          </a:p>
        </p:txBody>
      </p:sp>
      <p:sp>
        <p:nvSpPr>
          <p:cNvPr id="5" name="Slide Number Placeholder 4">
            <a:extLst>
              <a:ext uri="{FF2B5EF4-FFF2-40B4-BE49-F238E27FC236}">
                <a16:creationId xmlns:a16="http://schemas.microsoft.com/office/drawing/2014/main" id="{14E9FE77-5233-A9D6-5DAE-2384952A6C34}"/>
              </a:ext>
            </a:extLst>
          </p:cNvPr>
          <p:cNvSpPr>
            <a:spLocks noGrp="1"/>
          </p:cNvSpPr>
          <p:nvPr>
            <p:ph type="sldNum" sz="quarter" idx="12"/>
          </p:nvPr>
        </p:nvSpPr>
        <p:spPr/>
        <p:txBody>
          <a:bodyPr/>
          <a:lstStyle/>
          <a:p>
            <a:fld id="{48F63A3B-78C7-47BE-AE5E-E10140E04643}" type="slidenum">
              <a:rPr lang="en-US" dirty="0"/>
              <a:t>78</a:t>
            </a:fld>
            <a:endParaRPr lang="en-US"/>
          </a:p>
        </p:txBody>
      </p:sp>
    </p:spTree>
    <p:extLst>
      <p:ext uri="{BB962C8B-B14F-4D97-AF65-F5344CB8AC3E}">
        <p14:creationId xmlns:p14="http://schemas.microsoft.com/office/powerpoint/2010/main" val="5109263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9D9CC3-2940-C195-97BA-86810D46E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0BCDF-7F52-BCE8-A77E-9063DCA6E7FA}"/>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solidFill>
                  <a:schemeClr val="accent6">
                    <a:lumMod val="75000"/>
                  </a:schemeClr>
                </a:solidFill>
                <a:ea typeface="Calibri Light"/>
                <a:cs typeface="Calibri Light"/>
              </a:rPr>
              <a:t>• Flow over a hill </a:t>
            </a:r>
            <a:r>
              <a:rPr lang="en-US" sz="1800">
                <a:ea typeface="Calibri Light"/>
                <a:cs typeface="Calibri Light"/>
              </a:rPr>
              <a:t>• WRF Model</a:t>
            </a:r>
            <a:endParaRPr lang="en-US" sz="2400">
              <a:ea typeface="Calibri Light" panose="020F0302020204030204"/>
              <a:cs typeface="Calibri Light" panose="020F0302020204030204"/>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22054E-22E1-45B1-22ED-AE6E2433F78A}"/>
                  </a:ext>
                </a:extLst>
              </p:cNvPr>
              <p:cNvSpPr>
                <a:spLocks noGrp="1"/>
              </p:cNvSpPr>
              <p:nvPr>
                <p:ph idx="1"/>
              </p:nvPr>
            </p:nvSpPr>
            <p:spPr>
              <a:xfrm>
                <a:off x="4562167" y="1534375"/>
                <a:ext cx="6502810" cy="2396275"/>
              </a:xfrm>
            </p:spPr>
            <p:txBody>
              <a:bodyPr vert="horz" lIns="91440" tIns="45720" rIns="91440" bIns="45720" rtlCol="0" anchor="t">
                <a:normAutofit/>
              </a:bodyPr>
              <a:lstStyle/>
              <a:p>
                <a:pPr marL="0" indent="0">
                  <a:buNone/>
                </a:pPr>
                <a:r>
                  <a:rPr lang="it-IT" sz="2000">
                    <a:latin typeface="Source Sans Pro"/>
                    <a:ea typeface="Source Sans Pro"/>
                    <a:cs typeface="Calibri" panose="020F0502020204030204"/>
                  </a:rPr>
                  <a:t>a)	</a:t>
                </a:r>
                <a14:m>
                  <m:oMath xmlns:m="http://schemas.openxmlformats.org/officeDocument/2006/math">
                    <m:r>
                      <a:rPr lang="it-IT" sz="2000" i="1">
                        <a:latin typeface="Cambria Math" panose="02040503050406030204" pitchFamily="18" charset="0"/>
                      </a:rPr>
                      <m:t>𝐹𝑟</m:t>
                    </m:r>
                    <m:r>
                      <a:rPr lang="it-IT" sz="2000" b="0" i="1" baseline="-25000" smtClean="0">
                        <a:latin typeface="Cambria Math" panose="02040503050406030204" pitchFamily="18" charset="0"/>
                      </a:rPr>
                      <m:t>𝑏</m:t>
                    </m:r>
                    <m:r>
                      <a:rPr lang="it-IT" sz="2000" b="0" i="1" smtClean="0">
                        <a:latin typeface="Cambria Math" panose="02040503050406030204" pitchFamily="18" charset="0"/>
                        <a:ea typeface="Cambria Math" panose="02040503050406030204" pitchFamily="18" charset="0"/>
                      </a:rPr>
                      <m:t>≪</m:t>
                    </m:r>
                    <m:r>
                      <a:rPr lang="it-IT" sz="2000" i="1">
                        <a:latin typeface="Cambria Math" panose="02040503050406030204" pitchFamily="18" charset="0"/>
                      </a:rPr>
                      <m:t>1</m:t>
                    </m:r>
                  </m:oMath>
                </a14:m>
                <a:br>
                  <a:rPr lang="it-IT" sz="2000">
                    <a:latin typeface="Source Sans Pro"/>
                    <a:ea typeface="Source Sans Pro"/>
                    <a:cs typeface="Calibri" panose="020F0502020204030204"/>
                  </a:rPr>
                </a:br>
                <a:r>
                  <a:rPr lang="it-IT" sz="2000">
                    <a:latin typeface="Source Sans Pro"/>
                    <a:ea typeface="Source Sans Pro"/>
                    <a:cs typeface="Calibri" panose="020F0502020204030204"/>
                  </a:rPr>
                  <a:t>Strong </a:t>
                </a:r>
                <a:r>
                  <a:rPr lang="it-IT" sz="2000" err="1">
                    <a:latin typeface="Source Sans Pro"/>
                    <a:ea typeface="Source Sans Pro"/>
                    <a:cs typeface="Calibri" panose="020F0502020204030204"/>
                  </a:rPr>
                  <a:t>static</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stability</a:t>
                </a:r>
                <a:r>
                  <a:rPr lang="it-IT" sz="2000">
                    <a:latin typeface="Source Sans Pro"/>
                    <a:ea typeface="Source Sans Pro"/>
                    <a:cs typeface="Calibri" panose="020F0502020204030204"/>
                  </a:rPr>
                  <a:t> or </a:t>
                </a:r>
                <a:r>
                  <a:rPr lang="it-IT" sz="2000" err="1">
                    <a:latin typeface="Source Sans Pro"/>
                    <a:ea typeface="Source Sans Pro"/>
                    <a:cs typeface="Calibri" panose="020F0502020204030204"/>
                  </a:rPr>
                  <a:t>weak</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winds</a:t>
                </a:r>
                <a:br>
                  <a:rPr lang="it-IT" sz="2000">
                    <a:latin typeface="Source Sans Pro"/>
                    <a:ea typeface="Source Sans Pro"/>
                    <a:cs typeface="Calibri" panose="020F0502020204030204"/>
                  </a:rPr>
                </a:br>
                <a:r>
                  <a:rPr lang="it-IT" sz="2000">
                    <a:latin typeface="Source Sans Pro"/>
                    <a:ea typeface="Source Sans Pro"/>
                    <a:cs typeface="Calibri" panose="020F0502020204030204"/>
                  </a:rPr>
                  <a:t>The </a:t>
                </a:r>
                <a:r>
                  <a:rPr lang="it-IT" sz="2000" err="1">
                    <a:latin typeface="Source Sans Pro"/>
                    <a:ea typeface="Source Sans Pro"/>
                    <a:cs typeface="Calibri" panose="020F0502020204030204"/>
                  </a:rPr>
                  <a:t>natural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wavelength</a:t>
                </a:r>
                <a:r>
                  <a:rPr lang="it-IT" sz="2000">
                    <a:latin typeface="Source Sans Pro"/>
                    <a:ea typeface="Source Sans Pro"/>
                    <a:cs typeface="Calibri" panose="020F0502020204030204"/>
                  </a:rPr>
                  <a:t> of air </a:t>
                </a:r>
                <a:r>
                  <a:rPr lang="it-IT" sz="2000" err="1">
                    <a:latin typeface="Source Sans Pro"/>
                    <a:ea typeface="Source Sans Pro"/>
                    <a:cs typeface="Calibri" panose="020F0502020204030204"/>
                  </a:rPr>
                  <a:t>is</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much</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shorter</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than</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width</a:t>
                </a:r>
                <a:r>
                  <a:rPr lang="it-IT" sz="2000">
                    <a:latin typeface="Source Sans Pro"/>
                    <a:ea typeface="Source Sans Pro"/>
                    <a:cs typeface="Calibri" panose="020F0502020204030204"/>
                  </a:rPr>
                  <a:t> of the mountain, </a:t>
                </a:r>
                <a:r>
                  <a:rPr lang="it-IT" sz="2000" err="1">
                    <a:latin typeface="Source Sans Pro"/>
                    <a:ea typeface="Source Sans Pro"/>
                    <a:cs typeface="Calibri" panose="020F0502020204030204"/>
                  </a:rPr>
                  <a:t>resulting</a:t>
                </a:r>
                <a:r>
                  <a:rPr lang="it-IT" sz="2000">
                    <a:latin typeface="Source Sans Pro"/>
                    <a:ea typeface="Source Sans Pro"/>
                    <a:cs typeface="Calibri" panose="020F0502020204030204"/>
                  </a:rPr>
                  <a:t> in </a:t>
                </a:r>
                <a:r>
                  <a:rPr lang="it-IT" sz="2000" err="1">
                    <a:latin typeface="Source Sans Pro"/>
                    <a:ea typeface="Source Sans Pro"/>
                    <a:cs typeface="Calibri" panose="020F0502020204030204"/>
                  </a:rPr>
                  <a:t>only</a:t>
                </a:r>
                <a:r>
                  <a:rPr lang="it-IT" sz="2000">
                    <a:latin typeface="Source Sans Pro"/>
                    <a:ea typeface="Source Sans Pro"/>
                    <a:cs typeface="Calibri" panose="020F0502020204030204"/>
                  </a:rPr>
                  <a:t> a </a:t>
                </a:r>
                <a:r>
                  <a:rPr lang="it-IT" sz="2000" err="1">
                    <a:latin typeface="Source Sans Pro"/>
                    <a:ea typeface="Source Sans Pro"/>
                    <a:cs typeface="Calibri" panose="020F0502020204030204"/>
                  </a:rPr>
                  <a:t>little</a:t>
                </a:r>
                <a:r>
                  <a:rPr lang="it-IT" sz="2000">
                    <a:latin typeface="Source Sans Pro"/>
                    <a:ea typeface="Source Sans Pro"/>
                    <a:cs typeface="Calibri" panose="020F0502020204030204"/>
                  </a:rPr>
                  <a:t> air </a:t>
                </a:r>
                <a:r>
                  <a:rPr lang="it-IT" sz="2000" err="1">
                    <a:latin typeface="Source Sans Pro"/>
                    <a:ea typeface="Source Sans Pro"/>
                    <a:cs typeface="Calibri" panose="020F0502020204030204"/>
                  </a:rPr>
                  <a:t>flowing</a:t>
                </a:r>
                <a:r>
                  <a:rPr lang="it-IT" sz="2000">
                    <a:latin typeface="Source Sans Pro"/>
                    <a:ea typeface="Source Sans Pro"/>
                    <a:cs typeface="Calibri" panose="020F0502020204030204"/>
                  </a:rPr>
                  <a:t> over the top of the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 with small </a:t>
                </a:r>
                <a:r>
                  <a:rPr lang="it-IT" sz="2000" err="1">
                    <a:latin typeface="Source Sans Pro"/>
                    <a:ea typeface="Source Sans Pro"/>
                    <a:cs typeface="Calibri" panose="020F0502020204030204"/>
                  </a:rPr>
                  <a:t>waves</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Most</a:t>
                </a:r>
                <a:r>
                  <a:rPr lang="it-IT" sz="2000">
                    <a:latin typeface="Source Sans Pro"/>
                    <a:ea typeface="Source Sans Pro"/>
                    <a:cs typeface="Calibri" panose="020F0502020204030204"/>
                  </a:rPr>
                  <a:t> of the air </a:t>
                </a:r>
                <a:r>
                  <a:rPr lang="it-IT" sz="2000" err="1">
                    <a:latin typeface="Source Sans Pro"/>
                    <a:ea typeface="Source Sans Pro"/>
                    <a:cs typeface="Calibri" panose="020F0502020204030204"/>
                  </a:rPr>
                  <a:t>is</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blocked</a:t>
                </a:r>
                <a:r>
                  <a:rPr lang="it-IT" sz="2000">
                    <a:latin typeface="Source Sans Pro"/>
                    <a:ea typeface="Source Sans Pro"/>
                    <a:cs typeface="Calibri" panose="020F0502020204030204"/>
                  </a:rPr>
                  <a:t> in front of the </a:t>
                </a:r>
                <a:r>
                  <a:rPr lang="it-IT" sz="2000" err="1">
                    <a:latin typeface="Source Sans Pro"/>
                    <a:ea typeface="Source Sans Pro"/>
                    <a:cs typeface="Calibri" panose="020F0502020204030204"/>
                  </a:rPr>
                  <a:t>ridge</a:t>
                </a:r>
                <a:r>
                  <a:rPr lang="it-IT" sz="2000">
                    <a:latin typeface="Source Sans Pro"/>
                    <a:ea typeface="Source Sans Pro"/>
                    <a:cs typeface="Calibri" panose="020F0502020204030204"/>
                  </a:rPr>
                  <a:t>, or flows </a:t>
                </a:r>
                <a:r>
                  <a:rPr lang="it-IT" sz="2000" err="1">
                    <a:latin typeface="Source Sans Pro"/>
                    <a:ea typeface="Source Sans Pro"/>
                    <a:cs typeface="Calibri" panose="020F0502020204030204"/>
                  </a:rPr>
                  <a:t>around</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a:t>
                </a:r>
              </a:p>
            </p:txBody>
          </p:sp>
        </mc:Choice>
        <mc:Fallback xmlns="">
          <p:sp>
            <p:nvSpPr>
              <p:cNvPr id="3" name="Content Placeholder 2">
                <a:extLst>
                  <a:ext uri="{FF2B5EF4-FFF2-40B4-BE49-F238E27FC236}">
                    <a16:creationId xmlns:a16="http://schemas.microsoft.com/office/drawing/2014/main" id="{C822054E-22E1-45B1-22ED-AE6E2433F78A}"/>
                  </a:ext>
                </a:extLst>
              </p:cNvPr>
              <p:cNvSpPr>
                <a:spLocks noGrp="1" noRot="1" noChangeAspect="1" noMove="1" noResize="1" noEditPoints="1" noAdjustHandles="1" noChangeArrowheads="1" noChangeShapeType="1" noTextEdit="1"/>
              </p:cNvSpPr>
              <p:nvPr>
                <p:ph idx="1"/>
              </p:nvPr>
            </p:nvSpPr>
            <p:spPr>
              <a:xfrm>
                <a:off x="4562167" y="1534375"/>
                <a:ext cx="6502810" cy="2396275"/>
              </a:xfrm>
              <a:blipFill>
                <a:blip r:embed="rId2"/>
                <a:stretch>
                  <a:fillRect l="-937" t="-2545" r="-46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B48E7594-74B9-EF3D-64C4-9DCD77B97620}"/>
              </a:ext>
            </a:extLst>
          </p:cNvPr>
          <p:cNvSpPr>
            <a:spLocks noGrp="1"/>
          </p:cNvSpPr>
          <p:nvPr>
            <p:ph type="sldNum" sz="quarter" idx="12"/>
          </p:nvPr>
        </p:nvSpPr>
        <p:spPr/>
        <p:txBody>
          <a:bodyPr/>
          <a:lstStyle/>
          <a:p>
            <a:fld id="{48F63A3B-78C7-47BE-AE5E-E10140E04643}" type="slidenum">
              <a:rPr lang="en-US" dirty="0"/>
              <a:t>79</a:t>
            </a:fld>
            <a:endParaRPr lang="en-US"/>
          </a:p>
        </p:txBody>
      </p:sp>
      <p:pic>
        <p:nvPicPr>
          <p:cNvPr id="9" name="Immagine 8">
            <a:extLst>
              <a:ext uri="{FF2B5EF4-FFF2-40B4-BE49-F238E27FC236}">
                <a16:creationId xmlns:a16="http://schemas.microsoft.com/office/drawing/2014/main" id="{5C0201BF-B23E-72C4-576B-249473DD50EA}"/>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838200" y="2108890"/>
            <a:ext cx="3530502" cy="2396275"/>
          </a:xfrm>
          <a:prstGeom prst="rect">
            <a:avLst/>
          </a:prstGeom>
        </p:spPr>
      </p:pic>
      <p:pic>
        <p:nvPicPr>
          <p:cNvPr id="10" name="Immagine 9">
            <a:extLst>
              <a:ext uri="{FF2B5EF4-FFF2-40B4-BE49-F238E27FC236}">
                <a16:creationId xmlns:a16="http://schemas.microsoft.com/office/drawing/2014/main" id="{2E9C3D44-C418-159D-5323-EC297DCD2E44}"/>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838200" y="4540025"/>
            <a:ext cx="3530502" cy="365126"/>
          </a:xfrm>
          <a:prstGeom prst="rect">
            <a:avLst/>
          </a:prstGeom>
        </p:spPr>
      </p:pic>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7A9AD388-6AC6-C501-D2DE-3D5BB5B97332}"/>
                  </a:ext>
                </a:extLst>
              </p:cNvPr>
              <p:cNvSpPr txBox="1">
                <a:spLocks/>
              </p:cNvSpPr>
              <p:nvPr/>
            </p:nvSpPr>
            <p:spPr>
              <a:xfrm>
                <a:off x="4562167" y="3834167"/>
                <a:ext cx="6502810" cy="2396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it-IT" sz="2000">
                    <a:latin typeface="Source Sans Pro"/>
                    <a:ea typeface="Source Sans Pro"/>
                    <a:cs typeface="Calibri" panose="020F0502020204030204"/>
                  </a:rPr>
                  <a:t>b)	</a:t>
                </a:r>
                <a14:m>
                  <m:oMath xmlns:m="http://schemas.openxmlformats.org/officeDocument/2006/math">
                    <m:r>
                      <a:rPr lang="it-IT" sz="2000" i="1">
                        <a:latin typeface="Cambria Math" panose="02040503050406030204" pitchFamily="18" charset="0"/>
                      </a:rPr>
                      <m:t>𝐹𝑟</m:t>
                    </m:r>
                    <m:r>
                      <a:rPr lang="it-IT" sz="2000" b="0" i="1" baseline="-25000" smtClean="0">
                        <a:latin typeface="Cambria Math" panose="02040503050406030204" pitchFamily="18" charset="0"/>
                      </a:rPr>
                      <m:t>𝑏</m:t>
                    </m:r>
                    <m:r>
                      <a:rPr lang="it-IT" sz="2000" i="1" smtClean="0">
                        <a:latin typeface="Cambria Math" panose="02040503050406030204" pitchFamily="18" charset="0"/>
                        <a:ea typeface="Cambria Math" panose="02040503050406030204" pitchFamily="18" charset="0"/>
                      </a:rPr>
                      <m:t>≅</m:t>
                    </m:r>
                    <m:r>
                      <a:rPr lang="it-IT" sz="2000" i="1">
                        <a:latin typeface="Cambria Math" panose="02040503050406030204" pitchFamily="18" charset="0"/>
                      </a:rPr>
                      <m:t>1</m:t>
                    </m:r>
                  </m:oMath>
                </a14:m>
                <a:br>
                  <a:rPr lang="it-IT" sz="2000">
                    <a:latin typeface="Source Sans Pro"/>
                    <a:ea typeface="Source Sans Pro"/>
                    <a:cs typeface="Calibri" panose="020F0502020204030204"/>
                  </a:rPr>
                </a:br>
                <a:r>
                  <a:rPr lang="it-IT" sz="2000">
                    <a:latin typeface="Source Sans Pro"/>
                    <a:ea typeface="Source Sans Pro"/>
                    <a:cs typeface="Calibri" panose="020F0502020204030204"/>
                  </a:rPr>
                  <a:t>For moderate </a:t>
                </a:r>
                <a:r>
                  <a:rPr lang="it-IT" sz="2000" err="1">
                    <a:latin typeface="Source Sans Pro"/>
                    <a:ea typeface="Source Sans Pro"/>
                    <a:cs typeface="Calibri" panose="020F0502020204030204"/>
                  </a:rPr>
                  <a:t>stabilities</a:t>
                </a:r>
                <a:r>
                  <a:rPr lang="it-IT" sz="2000">
                    <a:latin typeface="Source Sans Pro"/>
                    <a:ea typeface="Source Sans Pro"/>
                    <a:cs typeface="Calibri" panose="020F0502020204030204"/>
                  </a:rPr>
                  <a:t> and </a:t>
                </a:r>
                <a:r>
                  <a:rPr lang="it-IT" sz="2000" err="1">
                    <a:latin typeface="Source Sans Pro"/>
                    <a:ea typeface="Source Sans Pro"/>
                    <a:cs typeface="Calibri" panose="020F0502020204030204"/>
                  </a:rPr>
                  <a:t>wavelenghts</a:t>
                </a:r>
                <a:r>
                  <a:rPr lang="it-IT" sz="2000">
                    <a:latin typeface="Source Sans Pro"/>
                    <a:ea typeface="Source Sans Pro"/>
                    <a:cs typeface="Calibri" panose="020F0502020204030204"/>
                  </a:rPr>
                  <a:t> of the </a:t>
                </a:r>
                <a:r>
                  <a:rPr lang="it-IT" sz="2000" err="1">
                    <a:latin typeface="Source Sans Pro"/>
                    <a:ea typeface="Source Sans Pro"/>
                    <a:cs typeface="Calibri" panose="020F0502020204030204"/>
                  </a:rPr>
                  <a:t>order</a:t>
                </a:r>
                <a:r>
                  <a:rPr lang="it-IT" sz="2000">
                    <a:latin typeface="Source Sans Pro"/>
                    <a:ea typeface="Source Sans Pro"/>
                    <a:cs typeface="Calibri" panose="020F0502020204030204"/>
                  </a:rPr>
                  <a:t> of the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width</a:t>
                </a:r>
                <a:r>
                  <a:rPr lang="it-IT" sz="2000">
                    <a:latin typeface="Source Sans Pro"/>
                    <a:ea typeface="Source Sans Pro"/>
                    <a:cs typeface="Calibri" panose="020F0502020204030204"/>
                  </a:rPr>
                  <a:t>, the air </a:t>
                </a:r>
                <a:r>
                  <a:rPr lang="it-IT" sz="2000" err="1">
                    <a:latin typeface="Source Sans Pro"/>
                    <a:ea typeface="Source Sans Pro"/>
                    <a:cs typeface="Calibri" panose="020F0502020204030204"/>
                  </a:rPr>
                  <a:t>resonates</a:t>
                </a:r>
                <a:r>
                  <a:rPr lang="it-IT" sz="2000">
                    <a:latin typeface="Source Sans Pro"/>
                    <a:ea typeface="Source Sans Pro"/>
                    <a:cs typeface="Calibri" panose="020F0502020204030204"/>
                  </a:rPr>
                  <a:t> with the </a:t>
                </a:r>
                <a:r>
                  <a:rPr lang="it-IT" sz="2000" err="1">
                    <a:latin typeface="Source Sans Pro"/>
                    <a:ea typeface="Source Sans Pro"/>
                    <a:cs typeface="Calibri" panose="020F0502020204030204"/>
                  </a:rPr>
                  <a:t>terrain</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causing</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very</a:t>
                </a:r>
                <a:r>
                  <a:rPr lang="it-IT" sz="2000">
                    <a:latin typeface="Source Sans Pro"/>
                    <a:ea typeface="Source Sans Pro"/>
                    <a:cs typeface="Calibri" panose="020F0502020204030204"/>
                  </a:rPr>
                  <a:t> intense </a:t>
                </a:r>
                <a:r>
                  <a:rPr lang="it-IT" sz="2000" err="1">
                    <a:latin typeface="Source Sans Pro"/>
                    <a:ea typeface="Source Sans Pro"/>
                    <a:cs typeface="Calibri" panose="020F0502020204030204"/>
                  </a:rPr>
                  <a:t>waves</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Extremely</a:t>
                </a:r>
                <a:r>
                  <a:rPr lang="it-IT" sz="2000">
                    <a:latin typeface="Source Sans Pro"/>
                    <a:ea typeface="Source Sans Pro"/>
                    <a:cs typeface="Calibri" panose="020F0502020204030204"/>
                  </a:rPr>
                  <a:t> fast </a:t>
                </a:r>
                <a:r>
                  <a:rPr lang="it-IT" sz="2000" err="1">
                    <a:latin typeface="Source Sans Pro"/>
                    <a:ea typeface="Source Sans Pro"/>
                    <a:cs typeface="Calibri" panose="020F0502020204030204"/>
                  </a:rPr>
                  <a:t>near-surface</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winds</a:t>
                </a:r>
                <a:r>
                  <a:rPr lang="it-IT" sz="2000">
                    <a:latin typeface="Source Sans Pro"/>
                    <a:ea typeface="Source Sans Pro"/>
                    <a:cs typeface="Calibri" panose="020F0502020204030204"/>
                  </a:rPr>
                  <a:t> on the </a:t>
                </a:r>
                <a:r>
                  <a:rPr lang="it-IT" sz="2000" err="1">
                    <a:latin typeface="Source Sans Pro"/>
                    <a:ea typeface="Source Sans Pro"/>
                    <a:cs typeface="Calibri" panose="020F0502020204030204"/>
                  </a:rPr>
                  <a:t>downwind</a:t>
                </a:r>
                <a:r>
                  <a:rPr lang="it-IT" sz="2000">
                    <a:latin typeface="Source Sans Pro"/>
                    <a:ea typeface="Source Sans Pro"/>
                    <a:cs typeface="Calibri" panose="020F0502020204030204"/>
                  </a:rPr>
                  <a:t> (lee) side of the mountains cause </a:t>
                </a:r>
                <a:r>
                  <a:rPr lang="it-IT" sz="2000" err="1">
                    <a:latin typeface="Source Sans Pro"/>
                    <a:ea typeface="Source Sans Pro"/>
                    <a:cs typeface="Calibri" panose="020F0502020204030204"/>
                  </a:rPr>
                  <a:t>downslope</a:t>
                </a:r>
                <a:r>
                  <a:rPr lang="it-IT" sz="2000">
                    <a:latin typeface="Source Sans Pro"/>
                    <a:ea typeface="Source Sans Pro"/>
                    <a:cs typeface="Calibri" panose="020F0502020204030204"/>
                  </a:rPr>
                  <a:t> wind </a:t>
                </a:r>
                <a:r>
                  <a:rPr lang="it-IT" sz="2000" err="1">
                    <a:latin typeface="Source Sans Pro"/>
                    <a:ea typeface="Source Sans Pro"/>
                    <a:cs typeface="Calibri" panose="020F0502020204030204"/>
                  </a:rPr>
                  <a:t>storms</a:t>
                </a:r>
                <a:endParaRPr lang="it-IT" sz="2000">
                  <a:latin typeface="Source Sans Pro"/>
                  <a:ea typeface="Source Sans Pro"/>
                  <a:cs typeface="Calibri" panose="020F0502020204030204"/>
                </a:endParaRPr>
              </a:p>
            </p:txBody>
          </p:sp>
        </mc:Choice>
        <mc:Fallback xmlns="">
          <p:sp>
            <p:nvSpPr>
              <p:cNvPr id="11" name="Content Placeholder 2">
                <a:extLst>
                  <a:ext uri="{FF2B5EF4-FFF2-40B4-BE49-F238E27FC236}">
                    <a16:creationId xmlns:a16="http://schemas.microsoft.com/office/drawing/2014/main" id="{7A9AD388-6AC6-C501-D2DE-3D5BB5B97332}"/>
                  </a:ext>
                </a:extLst>
              </p:cNvPr>
              <p:cNvSpPr txBox="1">
                <a:spLocks noRot="1" noChangeAspect="1" noMove="1" noResize="1" noEditPoints="1" noAdjustHandles="1" noChangeArrowheads="1" noChangeShapeType="1" noTextEdit="1"/>
              </p:cNvSpPr>
              <p:nvPr/>
            </p:nvSpPr>
            <p:spPr>
              <a:xfrm>
                <a:off x="4562167" y="3834167"/>
                <a:ext cx="6502810" cy="2396275"/>
              </a:xfrm>
              <a:prstGeom prst="rect">
                <a:avLst/>
              </a:prstGeom>
              <a:blipFill>
                <a:blip r:embed="rId5"/>
                <a:stretch>
                  <a:fillRect l="-937" t="-2545" r="-12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A4D03DDF-C857-6A05-5E05-BA7930AE44EE}"/>
                  </a:ext>
                </a:extLst>
              </p:cNvPr>
              <p:cNvSpPr txBox="1"/>
              <p:nvPr/>
            </p:nvSpPr>
            <p:spPr>
              <a:xfrm>
                <a:off x="1943660" y="5108504"/>
                <a:ext cx="1319581" cy="529440"/>
              </a:xfrm>
              <a:prstGeom prst="rect">
                <a:avLst/>
              </a:prstGeom>
              <a:noFill/>
            </p:spPr>
            <p:txBody>
              <a:bodyPr wrap="square">
                <a:spAutoFit/>
              </a:bodyPr>
              <a:lstStyle/>
              <a:p>
                <a14:m>
                  <m:oMath xmlns:m="http://schemas.openxmlformats.org/officeDocument/2006/math">
                    <m:r>
                      <a:rPr lang="it-IT" sz="2000" i="1" smtClean="0">
                        <a:latin typeface="Cambria Math" panose="02040503050406030204" pitchFamily="18" charset="0"/>
                      </a:rPr>
                      <m:t>𝐹𝑟</m:t>
                    </m:r>
                    <m:r>
                      <a:rPr lang="it-IT" sz="2000" i="1" baseline="-25000">
                        <a:latin typeface="Cambria Math" panose="02040503050406030204" pitchFamily="18" charset="0"/>
                      </a:rPr>
                      <m:t>𝑤</m:t>
                    </m:r>
                    <m:r>
                      <a:rPr lang="it-IT" sz="2000" i="1">
                        <a:latin typeface="Cambria Math" panose="02040503050406030204" pitchFamily="18" charset="0"/>
                      </a:rPr>
                      <m:t>=</m:t>
                    </m:r>
                    <m:f>
                      <m:fPr>
                        <m:ctrlPr>
                          <a:rPr lang="it-IT" sz="2000" i="1">
                            <a:latin typeface="Cambria Math" panose="02040503050406030204" pitchFamily="18" charset="0"/>
                          </a:rPr>
                        </m:ctrlPr>
                      </m:fPr>
                      <m:num>
                        <m:r>
                          <a:rPr lang="it-IT" sz="2000" i="1">
                            <a:latin typeface="Cambria Math" panose="02040503050406030204" pitchFamily="18" charset="0"/>
                          </a:rPr>
                          <m:t>𝑈</m:t>
                        </m:r>
                      </m:num>
                      <m:den>
                        <m:r>
                          <a:rPr lang="it-IT" sz="2000" i="1">
                            <a:latin typeface="Cambria Math" panose="02040503050406030204" pitchFamily="18" charset="0"/>
                          </a:rPr>
                          <m:t>𝑁</m:t>
                        </m:r>
                        <m:r>
                          <a:rPr lang="it-IT" sz="2000" b="0" i="1" smtClean="0">
                            <a:latin typeface="Cambria Math" panose="02040503050406030204" pitchFamily="18" charset="0"/>
                          </a:rPr>
                          <m:t>𝑏</m:t>
                        </m:r>
                      </m:den>
                    </m:f>
                  </m:oMath>
                </a14:m>
                <a:r>
                  <a:rPr lang="it-IT" sz="2000">
                    <a:latin typeface="Source Sans Pro"/>
                    <a:ea typeface="Source Sans Pro"/>
                    <a:cs typeface="Calibri" panose="020F0502020204030204"/>
                  </a:rPr>
                  <a:t> </a:t>
                </a:r>
                <a:endParaRPr lang="it-IT" sz="2000"/>
              </a:p>
            </p:txBody>
          </p:sp>
        </mc:Choice>
        <mc:Fallback xmlns="">
          <p:sp>
            <p:nvSpPr>
              <p:cNvPr id="13" name="CasellaDiTesto 12">
                <a:extLst>
                  <a:ext uri="{FF2B5EF4-FFF2-40B4-BE49-F238E27FC236}">
                    <a16:creationId xmlns:a16="http://schemas.microsoft.com/office/drawing/2014/main" id="{A4D03DDF-C857-6A05-5E05-BA7930AE44EE}"/>
                  </a:ext>
                </a:extLst>
              </p:cNvPr>
              <p:cNvSpPr txBox="1">
                <a:spLocks noRot="1" noChangeAspect="1" noMove="1" noResize="1" noEditPoints="1" noAdjustHandles="1" noChangeArrowheads="1" noChangeShapeType="1" noTextEdit="1"/>
              </p:cNvSpPr>
              <p:nvPr/>
            </p:nvSpPr>
            <p:spPr>
              <a:xfrm>
                <a:off x="1943660" y="5108504"/>
                <a:ext cx="1319581" cy="52944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807655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F7F60D-9506-F868-D861-A67A16E0B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35711-C1FB-BDA7-77E1-E2BCBD60F06A}"/>
              </a:ext>
            </a:extLst>
          </p:cNvPr>
          <p:cNvSpPr>
            <a:spLocks noGrp="1"/>
          </p:cNvSpPr>
          <p:nvPr>
            <p:ph type="title"/>
          </p:nvPr>
        </p:nvSpPr>
        <p:spPr>
          <a:xfrm>
            <a:off x="838200" y="365125"/>
            <a:ext cx="10515600" cy="1043342"/>
          </a:xfrm>
        </p:spPr>
        <p:txBody>
          <a:bodyPr>
            <a:normAutofit fontScale="90000"/>
          </a:bodyPr>
          <a:lstStyle/>
          <a:p>
            <a:pPr algn="ctr">
              <a:lnSpc>
                <a:spcPct val="150000"/>
              </a:lnSpc>
            </a:pPr>
            <a:r>
              <a:rPr lang="en-US" sz="2800"/>
              <a:t>Introduction</a:t>
            </a:r>
            <a:br>
              <a:rPr lang="en-US" sz="2800"/>
            </a:br>
            <a:r>
              <a:rPr lang="en-US" sz="1800">
                <a:solidFill>
                  <a:schemeClr val="accent6">
                    <a:lumMod val="75000"/>
                  </a:schemeClr>
                </a:solidFill>
                <a:ea typeface="Calibri Light"/>
                <a:cs typeface="Calibri Light"/>
              </a:rPr>
              <a:t>• Flow over a hill </a:t>
            </a:r>
            <a:r>
              <a:rPr lang="en-US" sz="1800">
                <a:ea typeface="Calibri Light"/>
                <a:cs typeface="Calibri Light"/>
              </a:rPr>
              <a:t>• WRF Model</a:t>
            </a:r>
            <a:endParaRPr lang="en-US" sz="2400">
              <a:ea typeface="Calibri Light" panose="020F0302020204030204"/>
              <a:cs typeface="Calibri Light" panose="020F0302020204030204"/>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0EA4DC-A5DB-F67B-FD6B-55A8692EDF4C}"/>
                  </a:ext>
                </a:extLst>
              </p:cNvPr>
              <p:cNvSpPr>
                <a:spLocks noGrp="1"/>
              </p:cNvSpPr>
              <p:nvPr>
                <p:ph idx="1"/>
              </p:nvPr>
            </p:nvSpPr>
            <p:spPr>
              <a:xfrm>
                <a:off x="4562167" y="1534375"/>
                <a:ext cx="6502810" cy="4289482"/>
              </a:xfrm>
            </p:spPr>
            <p:txBody>
              <a:bodyPr vert="horz" lIns="91440" tIns="45720" rIns="91440" bIns="45720" rtlCol="0" anchor="t">
                <a:normAutofit/>
              </a:bodyPr>
              <a:lstStyle/>
              <a:p>
                <a:pPr marL="0" indent="0">
                  <a:buNone/>
                </a:pPr>
                <a:r>
                  <a:rPr lang="it-IT" sz="2000">
                    <a:latin typeface="Source Sans Pro"/>
                    <a:ea typeface="Source Sans Pro"/>
                    <a:cs typeface="Calibri" panose="020F0502020204030204"/>
                  </a:rPr>
                  <a:t>c)	</a:t>
                </a:r>
                <a14:m>
                  <m:oMath xmlns:m="http://schemas.openxmlformats.org/officeDocument/2006/math">
                    <m:r>
                      <a:rPr lang="it-IT" sz="2000" i="1">
                        <a:latin typeface="Cambria Math" panose="02040503050406030204" pitchFamily="18" charset="0"/>
                      </a:rPr>
                      <m:t>𝐹𝑟</m:t>
                    </m:r>
                    <m:r>
                      <a:rPr lang="it-IT" sz="2000" i="1" baseline="-25000">
                        <a:latin typeface="Cambria Math" panose="02040503050406030204" pitchFamily="18" charset="0"/>
                      </a:rPr>
                      <m:t>𝑏</m:t>
                    </m:r>
                    <m:r>
                      <a:rPr lang="it-IT" sz="2000" b="0" i="1" smtClean="0">
                        <a:latin typeface="Cambria Math" panose="02040503050406030204" pitchFamily="18" charset="0"/>
                        <a:ea typeface="Cambria Math" panose="02040503050406030204" pitchFamily="18" charset="0"/>
                      </a:rPr>
                      <m:t>≫</m:t>
                    </m:r>
                    <m:r>
                      <a:rPr lang="it-IT" sz="2000" i="1">
                        <a:latin typeface="Cambria Math" panose="02040503050406030204" pitchFamily="18" charset="0"/>
                      </a:rPr>
                      <m:t>1 </m:t>
                    </m:r>
                  </m:oMath>
                </a14:m>
                <a:endParaRPr lang="it-IT" sz="2000">
                  <a:latin typeface="Source Sans Pro"/>
                </a:endParaRPr>
              </a:p>
              <a:p>
                <a:pPr marL="0" indent="0">
                  <a:buNone/>
                </a:pPr>
                <a:r>
                  <a:rPr lang="it-IT" sz="2000">
                    <a:latin typeface="Source Sans Pro"/>
                    <a:ea typeface="Source Sans Pro"/>
                    <a:cs typeface="Calibri" panose="020F0502020204030204"/>
                  </a:rPr>
                  <a:t>For </a:t>
                </a:r>
                <a:r>
                  <a:rPr lang="it-IT" sz="2000" err="1">
                    <a:latin typeface="Source Sans Pro"/>
                    <a:ea typeface="Source Sans Pro"/>
                    <a:cs typeface="Calibri" panose="020F0502020204030204"/>
                  </a:rPr>
                  <a:t>weak</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static</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stability</a:t>
                </a:r>
                <a:r>
                  <a:rPr lang="it-IT" sz="2000">
                    <a:latin typeface="Source Sans Pro"/>
                    <a:ea typeface="Source Sans Pro"/>
                    <a:cs typeface="Calibri" panose="020F0502020204030204"/>
                  </a:rPr>
                  <a:t> and strong </a:t>
                </a:r>
                <a:r>
                  <a:rPr lang="it-IT" sz="2000" err="1">
                    <a:latin typeface="Source Sans Pro"/>
                    <a:ea typeface="Source Sans Pro"/>
                    <a:cs typeface="Calibri" panose="020F0502020204030204"/>
                  </a:rPr>
                  <a:t>winds</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natural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wavelength</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is</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much</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greater</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than</a:t>
                </a:r>
                <a:r>
                  <a:rPr lang="it-IT" sz="2000">
                    <a:latin typeface="Source Sans Pro"/>
                    <a:ea typeface="Source Sans Pro"/>
                    <a:cs typeface="Calibri" panose="020F0502020204030204"/>
                  </a:rPr>
                  <a:t> the </a:t>
                </a:r>
                <a:r>
                  <a:rPr lang="it-IT" sz="2000" err="1">
                    <a:latin typeface="Source Sans Pro"/>
                    <a:ea typeface="Source Sans Pro"/>
                    <a:cs typeface="Calibri" panose="020F0502020204030204"/>
                  </a:rPr>
                  <a:t>hill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width</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Wave</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amplitude</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is</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weak</a:t>
                </a:r>
                <a:r>
                  <a:rPr lang="it-IT" sz="2000">
                    <a:latin typeface="Source Sans Pro"/>
                    <a:ea typeface="Source Sans Pro"/>
                    <a:cs typeface="Calibri" panose="020F0502020204030204"/>
                  </a:rPr>
                  <a:t>, </a:t>
                </a:r>
                <a14:m>
                  <m:oMath xmlns:m="http://schemas.openxmlformats.org/officeDocument/2006/math">
                    <m:r>
                      <a:rPr lang="it-IT" sz="2000" b="0" i="1" smtClean="0">
                        <a:latin typeface="Cambria Math" panose="02040503050406030204" pitchFamily="18" charset="0"/>
                      </a:rPr>
                      <m:t>𝑧</m:t>
                    </m:r>
                    <m:r>
                      <a:rPr lang="it-IT" sz="2000" b="0" i="1" baseline="-25000" smtClean="0">
                        <a:latin typeface="Cambria Math" panose="02040503050406030204" pitchFamily="18" charset="0"/>
                      </a:rPr>
                      <m:t>1</m:t>
                    </m:r>
                    <m:r>
                      <a:rPr lang="it-IT" sz="2000" i="1">
                        <a:latin typeface="Cambria Math" panose="02040503050406030204" pitchFamily="18" charset="0"/>
                        <a:ea typeface="Cambria Math" panose="02040503050406030204" pitchFamily="18" charset="0"/>
                      </a:rPr>
                      <m:t>≫</m:t>
                    </m:r>
                    <m:r>
                      <a:rPr lang="it-IT" sz="2000" b="0" i="1" smtClean="0">
                        <a:latin typeface="Cambria Math" panose="02040503050406030204" pitchFamily="18" charset="0"/>
                        <a:ea typeface="Cambria Math" panose="02040503050406030204" pitchFamily="18" charset="0"/>
                      </a:rPr>
                      <m:t>𝐻</m:t>
                    </m:r>
                    <m:r>
                      <a:rPr lang="it-IT" sz="2000" b="0" i="1" smtClean="0">
                        <a:latin typeface="Cambria Math" panose="02040503050406030204" pitchFamily="18" charset="0"/>
                        <a:ea typeface="Cambria Math" panose="02040503050406030204" pitchFamily="18" charset="0"/>
                      </a:rPr>
                      <m:t>/2</m:t>
                    </m:r>
                  </m:oMath>
                </a14:m>
                <a:r>
                  <a:rPr lang="it-IT" sz="2000">
                    <a:latin typeface="Source Sans Pro"/>
                    <a:ea typeface="Source Sans Pro"/>
                    <a:cs typeface="Calibri" panose="020F0502020204030204"/>
                  </a:rPr>
                  <a:t>. A </a:t>
                </a:r>
                <a:r>
                  <a:rPr lang="it-IT" sz="2000" err="1">
                    <a:latin typeface="Source Sans Pro"/>
                    <a:ea typeface="Source Sans Pro"/>
                    <a:cs typeface="Calibri" panose="020F0502020204030204"/>
                  </a:rPr>
                  <a:t>turbulent</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wake</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will</a:t>
                </a:r>
                <a:r>
                  <a:rPr lang="it-IT" sz="2000">
                    <a:latin typeface="Source Sans Pro"/>
                    <a:ea typeface="Source Sans Pro"/>
                    <a:cs typeface="Calibri" panose="020F0502020204030204"/>
                  </a:rPr>
                  <a:t> form </a:t>
                </a:r>
                <a:r>
                  <a:rPr lang="it-IT" sz="2000" err="1">
                    <a:latin typeface="Source Sans Pro"/>
                    <a:ea typeface="Source Sans Pro"/>
                    <a:cs typeface="Calibri" panose="020F0502020204030204"/>
                  </a:rPr>
                  <a:t>downwind</a:t>
                </a:r>
                <a:r>
                  <a:rPr lang="it-IT" sz="2000">
                    <a:latin typeface="Source Sans Pro"/>
                    <a:ea typeface="Source Sans Pro"/>
                    <a:cs typeface="Calibri" panose="020F0502020204030204"/>
                  </a:rPr>
                  <a:t> of the mountain, </a:t>
                </a:r>
                <a:r>
                  <a:rPr lang="it-IT" sz="2000" err="1">
                    <a:latin typeface="Source Sans Pro"/>
                    <a:ea typeface="Source Sans Pro"/>
                    <a:cs typeface="Calibri" panose="020F0502020204030204"/>
                  </a:rPr>
                  <a:t>sometimes</a:t>
                </a:r>
                <a:r>
                  <a:rPr lang="it-IT" sz="2000">
                    <a:latin typeface="Source Sans Pro"/>
                    <a:ea typeface="Source Sans Pro"/>
                    <a:cs typeface="Calibri" panose="020F0502020204030204"/>
                  </a:rPr>
                  <a:t> with a </a:t>
                </a:r>
                <a:r>
                  <a:rPr lang="it-IT" sz="2000" err="1">
                    <a:latin typeface="Source Sans Pro"/>
                    <a:ea typeface="Source Sans Pro"/>
                    <a:cs typeface="Calibri" panose="020F0502020204030204"/>
                  </a:rPr>
                  <a:t>cavity</a:t>
                </a:r>
                <a:r>
                  <a:rPr lang="it-IT" sz="2000">
                    <a:latin typeface="Source Sans Pro"/>
                    <a:ea typeface="Source Sans Pro"/>
                    <a:cs typeface="Calibri" panose="020F0502020204030204"/>
                  </a:rPr>
                  <a:t> of reverse flow </a:t>
                </a:r>
                <a:r>
                  <a:rPr lang="it-IT" sz="2000" err="1">
                    <a:latin typeface="Source Sans Pro"/>
                    <a:ea typeface="Source Sans Pro"/>
                    <a:cs typeface="Calibri" panose="020F0502020204030204"/>
                  </a:rPr>
                  <a:t>near</a:t>
                </a:r>
                <a:r>
                  <a:rPr lang="it-IT" sz="2000">
                    <a:latin typeface="Source Sans Pro"/>
                    <a:ea typeface="Source Sans Pro"/>
                    <a:cs typeface="Calibri" panose="020F0502020204030204"/>
                  </a:rPr>
                  <a:t> the ground.</a:t>
                </a:r>
              </a:p>
              <a:p>
                <a:pPr marL="0" indent="0">
                  <a:buNone/>
                </a:pPr>
                <a:endParaRPr lang="it-IT" sz="2000">
                  <a:latin typeface="Source Sans Pro"/>
                  <a:ea typeface="Source Sans Pro"/>
                  <a:cs typeface="Calibri" panose="020F0502020204030204"/>
                </a:endParaRPr>
              </a:p>
              <a:p>
                <a:pPr marL="0" indent="0">
                  <a:buNone/>
                </a:pPr>
                <a:r>
                  <a:rPr lang="it-IT" sz="2000">
                    <a:latin typeface="Source Sans Pro"/>
                    <a:ea typeface="Source Sans Pro"/>
                    <a:cs typeface="Calibri" panose="020F0502020204030204"/>
                  </a:rPr>
                  <a:t>d)	</a:t>
                </a:r>
                <a14:m>
                  <m:oMath xmlns:m="http://schemas.openxmlformats.org/officeDocument/2006/math">
                    <m:r>
                      <a:rPr lang="it-IT" sz="2000" i="1">
                        <a:latin typeface="Cambria Math" panose="02040503050406030204" pitchFamily="18" charset="0"/>
                      </a:rPr>
                      <m:t>𝐹𝑟</m:t>
                    </m:r>
                    <m:r>
                      <a:rPr lang="it-IT" sz="2000" i="1" baseline="-25000">
                        <a:latin typeface="Cambria Math" panose="02040503050406030204" pitchFamily="18" charset="0"/>
                      </a:rPr>
                      <m:t>𝑏</m:t>
                    </m:r>
                    <m:r>
                      <a:rPr lang="it-IT" sz="2000" b="0" i="1" smtClean="0">
                        <a:latin typeface="Cambria Math" panose="02040503050406030204" pitchFamily="18" charset="0"/>
                        <a:ea typeface="Cambria Math" panose="02040503050406030204" pitchFamily="18" charset="0"/>
                      </a:rPr>
                      <m:t>=∞</m:t>
                    </m:r>
                  </m:oMath>
                </a14:m>
                <a:endParaRPr lang="it-IT" sz="2000">
                  <a:latin typeface="Source Sans Pro"/>
                  <a:ea typeface="Source Sans Pro"/>
                  <a:cs typeface="Calibri" panose="020F0502020204030204"/>
                </a:endParaRPr>
              </a:p>
              <a:p>
                <a:pPr marL="0" indent="0">
                  <a:buNone/>
                </a:pPr>
                <a:r>
                  <a:rPr lang="it-IT" sz="2000">
                    <a:latin typeface="Source Sans Pro"/>
                    <a:ea typeface="Source Sans Pro"/>
                    <a:cs typeface="Calibri" panose="020F0502020204030204"/>
                  </a:rPr>
                  <a:t>In case of </a:t>
                </a:r>
                <a:r>
                  <a:rPr lang="it-IT" sz="2000" err="1">
                    <a:latin typeface="Source Sans Pro"/>
                    <a:ea typeface="Source Sans Pro"/>
                    <a:cs typeface="Calibri" panose="020F0502020204030204"/>
                  </a:rPr>
                  <a:t>statically</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neutral</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conditions</a:t>
                </a:r>
                <a:r>
                  <a:rPr lang="it-IT" sz="2000">
                    <a:latin typeface="Source Sans Pro"/>
                    <a:ea typeface="Source Sans Pro"/>
                    <a:cs typeface="Calibri" panose="020F0502020204030204"/>
                  </a:rPr>
                  <a:t>, a large </a:t>
                </a:r>
                <a:r>
                  <a:rPr lang="it-IT" sz="2000" err="1">
                    <a:latin typeface="Source Sans Pro"/>
                    <a:ea typeface="Source Sans Pro"/>
                    <a:cs typeface="Calibri" panose="020F0502020204030204"/>
                  </a:rPr>
                  <a:t>turbulent</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wake</a:t>
                </a:r>
                <a:r>
                  <a:rPr lang="it-IT" sz="2000">
                    <a:latin typeface="Source Sans Pro"/>
                    <a:ea typeface="Source Sans Pro"/>
                    <a:cs typeface="Calibri" panose="020F0502020204030204"/>
                  </a:rPr>
                  <a:t> </a:t>
                </a:r>
                <a:r>
                  <a:rPr lang="it-IT" sz="2000" err="1">
                    <a:latin typeface="Source Sans Pro"/>
                    <a:ea typeface="Source Sans Pro"/>
                    <a:cs typeface="Calibri" panose="020F0502020204030204"/>
                  </a:rPr>
                  <a:t>occurs</a:t>
                </a:r>
                <a:r>
                  <a:rPr lang="it-IT" sz="2000">
                    <a:latin typeface="Source Sans Pro"/>
                    <a:ea typeface="Source Sans Pro"/>
                    <a:cs typeface="Calibri" panose="020F0502020204030204"/>
                  </a:rPr>
                  <a:t>.</a:t>
                </a:r>
              </a:p>
            </p:txBody>
          </p:sp>
        </mc:Choice>
        <mc:Fallback xmlns="">
          <p:sp>
            <p:nvSpPr>
              <p:cNvPr id="3" name="Content Placeholder 2">
                <a:extLst>
                  <a:ext uri="{FF2B5EF4-FFF2-40B4-BE49-F238E27FC236}">
                    <a16:creationId xmlns:a16="http://schemas.microsoft.com/office/drawing/2014/main" id="{C70EA4DC-A5DB-F67B-FD6B-55A8692EDF4C}"/>
                  </a:ext>
                </a:extLst>
              </p:cNvPr>
              <p:cNvSpPr>
                <a:spLocks noGrp="1" noRot="1" noChangeAspect="1" noMove="1" noResize="1" noEditPoints="1" noAdjustHandles="1" noChangeArrowheads="1" noChangeShapeType="1" noTextEdit="1"/>
              </p:cNvSpPr>
              <p:nvPr>
                <p:ph idx="1"/>
              </p:nvPr>
            </p:nvSpPr>
            <p:spPr>
              <a:xfrm>
                <a:off x="4562167" y="1534375"/>
                <a:ext cx="6502810" cy="4289482"/>
              </a:xfrm>
              <a:blipFill>
                <a:blip r:embed="rId2"/>
                <a:stretch>
                  <a:fillRect l="-937" t="-1422" r="-28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2F2DA1C3-9BD6-B277-A420-C128C95DEEC8}"/>
              </a:ext>
            </a:extLst>
          </p:cNvPr>
          <p:cNvSpPr>
            <a:spLocks noGrp="1"/>
          </p:cNvSpPr>
          <p:nvPr>
            <p:ph type="sldNum" sz="quarter" idx="12"/>
          </p:nvPr>
        </p:nvSpPr>
        <p:spPr/>
        <p:txBody>
          <a:bodyPr/>
          <a:lstStyle/>
          <a:p>
            <a:fld id="{48F63A3B-78C7-47BE-AE5E-E10140E04643}" type="slidenum">
              <a:rPr lang="en-US" dirty="0"/>
              <a:t>80</a:t>
            </a:fld>
            <a:endParaRPr lang="en-US"/>
          </a:p>
        </p:txBody>
      </p:sp>
      <p:pic>
        <p:nvPicPr>
          <p:cNvPr id="9" name="Immagine 8">
            <a:extLst>
              <a:ext uri="{FF2B5EF4-FFF2-40B4-BE49-F238E27FC236}">
                <a16:creationId xmlns:a16="http://schemas.microsoft.com/office/drawing/2014/main" id="{0777B912-49F3-1A54-5730-238E56BCD0E3}"/>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638360" y="2056333"/>
            <a:ext cx="3530502" cy="2927350"/>
          </a:xfrm>
          <a:prstGeom prst="rect">
            <a:avLst/>
          </a:prstGeom>
        </p:spPr>
      </p:pic>
    </p:spTree>
    <p:extLst>
      <p:ext uri="{BB962C8B-B14F-4D97-AF65-F5344CB8AC3E}">
        <p14:creationId xmlns:p14="http://schemas.microsoft.com/office/powerpoint/2010/main" val="21658510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7055</Words>
  <Application>Microsoft Macintosh PowerPoint</Application>
  <PresentationFormat>Widescreen</PresentationFormat>
  <Paragraphs>835</Paragraphs>
  <Slides>80</Slides>
  <Notes>37</Notes>
  <HiddenSlides>13</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80</vt:i4>
      </vt:variant>
    </vt:vector>
  </HeadingPairs>
  <TitlesOfParts>
    <vt:vector size="89" baseType="lpstr">
      <vt:lpstr>Aptos Mono</vt:lpstr>
      <vt:lpstr>Arial</vt:lpstr>
      <vt:lpstr>Calibri</vt:lpstr>
      <vt:lpstr>Calibri Light</vt:lpstr>
      <vt:lpstr>Cambria Math</vt:lpstr>
      <vt:lpstr>Consolas</vt:lpstr>
      <vt:lpstr>Monaco</vt:lpstr>
      <vt:lpstr>Source Sans Pro</vt:lpstr>
      <vt:lpstr>Office Theme</vt:lpstr>
      <vt:lpstr>Idealized numerical simulations of a 2D flow over a bell-shaped hill</vt:lpstr>
      <vt:lpstr>Objectives</vt:lpstr>
      <vt:lpstr>Objectives</vt:lpstr>
      <vt:lpstr>Objectives</vt:lpstr>
      <vt:lpstr>Introduction • Flow over a hill • WRF Model</vt:lpstr>
      <vt:lpstr>Introduction • Flow over a hill • WRF Model</vt:lpstr>
      <vt:lpstr>Introduction • Flow over a hill • WRF Model</vt:lpstr>
      <vt:lpstr>Introduction • Flow over a hill • WRF Model</vt:lpstr>
      <vt:lpstr>Introduction • Flow over a hill • WRF Model</vt:lpstr>
      <vt:lpstr>Introduction • Flow over a hill • WRF Model: Vertical coordinates</vt:lpstr>
      <vt:lpstr>Introduction • Flow over a hill • WRF Model: Vertical coordinates</vt:lpstr>
      <vt:lpstr>Introduction • Flow over a hill • WRF Model: Equations</vt:lpstr>
      <vt:lpstr>Introduction • Flow over a hill • WRF Model: Spatial discretization</vt:lpstr>
      <vt:lpstr>Introduction • Flow over a hill • WRF Model: Spatial discretization</vt:lpstr>
      <vt:lpstr>Introduction • Flow over a hill • WRF Model: 2D hill simulation</vt:lpstr>
      <vt:lpstr>Introduction • Flow over a hill • WRF Model</vt:lpstr>
      <vt:lpstr>Introduction • Flow over a hill • WRF Model</vt:lpstr>
      <vt:lpstr>Introduction • Flow over a hill • WRF Model</vt:lpstr>
      <vt:lpstr>Introduction • Flow over a hill • WRF Model: Configuration and Compiling</vt:lpstr>
      <vt:lpstr>Introduction • Flow over a hill • WRF Model: Configuration and Compiling</vt:lpstr>
      <vt:lpstr>Introduction • Flow over a hill • WRF Model: 2D hill simulation</vt:lpstr>
      <vt:lpstr>Introduction • Flow over a hill • WRF Model: 2D hill simulation</vt:lpstr>
      <vt:lpstr>Introduction • Flow over a hill • WRF Model: 2D hill simulation</vt:lpstr>
      <vt:lpstr>Introduction • Flow over a hill • WRF Model: 2D hill simulation</vt:lpstr>
      <vt:lpstr>Introduction • Flow over a hill • WRF Model: 2D hill simulation</vt:lpstr>
      <vt:lpstr>Introduction • Flow over a hill • WRF Model: Initialization of ideal case</vt:lpstr>
      <vt:lpstr>Introduction • Flow over a hill • WRF Model</vt:lpstr>
      <vt:lpstr>Introduction • Flow over a hill • WRF Model: 2D hill simulation</vt:lpstr>
      <vt:lpstr>Introduction • Flow over a hill • WRF Model</vt:lpstr>
      <vt:lpstr>Presentazione standard di PowerPoint</vt:lpstr>
      <vt:lpstr>Introduction • Flow over a hill • WRF Model</vt:lpstr>
      <vt:lpstr>Introduction • Flow over a hill • WRF Model</vt:lpstr>
      <vt:lpstr>Calendar</vt:lpstr>
      <vt:lpstr>Part 0 – test case em_hill2d_x</vt:lpstr>
      <vt:lpstr>Part 0 – test case em_hill2d_x</vt:lpstr>
      <vt:lpstr>Part 0 – test case em_hill2d_x</vt:lpstr>
      <vt:lpstr>Part 0 – test case em_hill2d_x</vt:lpstr>
      <vt:lpstr>Part 0 – test case em_hill2d_x</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1.1 –  2-layer atmosphere</vt:lpstr>
      <vt:lpstr>Part 1.2 – non-linear effects</vt:lpstr>
      <vt:lpstr>Part 1.2 – non-linear effects</vt:lpstr>
      <vt:lpstr>Part 1.2 – non-linear effects</vt:lpstr>
      <vt:lpstr>Part 1.2 – non-linear effects</vt:lpstr>
      <vt:lpstr>Part 1.2 – non-linear effects</vt:lpstr>
      <vt:lpstr>Part 2 –  3-layer atmosphere</vt:lpstr>
      <vt:lpstr>Part 2 –  3-layer atmosphere</vt:lpstr>
      <vt:lpstr>Part 2 –  3-layer atmosphere</vt:lpstr>
      <vt:lpstr>Part 2 –  3-layer atmosphere</vt:lpstr>
      <vt:lpstr>Part 2 –  3-layer atmosphere</vt:lpstr>
      <vt:lpstr>Part 2 –  3-layer atmosphere</vt:lpstr>
      <vt:lpstr>Part 2 –  3-layer atmosphere</vt:lpstr>
      <vt:lpstr>Part 0.1 - Atmosphere with uniform stability</vt:lpstr>
      <vt:lpstr>Part 0.1 - Atmosphere with uniform stability</vt:lpstr>
      <vt:lpstr>Part 0.1 - Atmosphere with uniform stability</vt:lpstr>
      <vt:lpstr>Part 0.1 - Atmosphere with uniform stability</vt:lpstr>
      <vt:lpstr>Soundings and Plotting</vt:lpstr>
      <vt:lpstr>Terminal commands</vt:lpstr>
      <vt:lpstr>Terminal commands</vt:lpstr>
      <vt:lpstr>Terminal commands</vt:lpstr>
      <vt:lpstr>Create a conda environment in the cluster</vt:lpstr>
      <vt:lpstr>Create a conda environment in the cluster</vt:lpstr>
      <vt:lpstr>References</vt:lpstr>
      <vt:lpstr>References</vt:lpstr>
      <vt:lpstr>Introduction • Flow over a hill • WRF Model</vt:lpstr>
      <vt:lpstr>Introduction • Flow over a hill • WRF Model</vt:lpstr>
      <vt:lpstr>Introduction • Flow over a hill • WRF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Simona Rinaldi</cp:lastModifiedBy>
  <cp:revision>1</cp:revision>
  <dcterms:created xsi:type="dcterms:W3CDTF">2024-11-26T10:43:55Z</dcterms:created>
  <dcterms:modified xsi:type="dcterms:W3CDTF">2025-12-19T10:46:09Z</dcterms:modified>
</cp:coreProperties>
</file>